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 id="2147483785" r:id="rId2"/>
    <p:sldMasterId id="2147483796" r:id="rId3"/>
    <p:sldMasterId id="2147483799" r:id="rId4"/>
    <p:sldMasterId id="2147483802" r:id="rId5"/>
    <p:sldMasterId id="2147483805" r:id="rId6"/>
    <p:sldMasterId id="2147483808" r:id="rId7"/>
    <p:sldMasterId id="2147483811" r:id="rId8"/>
    <p:sldMasterId id="2147483814" r:id="rId9"/>
    <p:sldMasterId id="2147483853" r:id="rId10"/>
  </p:sldMasterIdLst>
  <p:handoutMasterIdLst>
    <p:handoutMasterId r:id="rId13"/>
  </p:handoutMasterIdLst>
  <p:sldIdLst>
    <p:sldId id="262" r:id="rId11"/>
    <p:sldId id="263" r:id="rId12"/>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436" userDrawn="1">
          <p15:clr>
            <a:srgbClr val="A4A3A4"/>
          </p15:clr>
        </p15:guide>
        <p15:guide id="2" orient="horz" pos="618" userDrawn="1">
          <p15:clr>
            <a:srgbClr val="A4A3A4"/>
          </p15:clr>
        </p15:guide>
        <p15:guide id="3" orient="horz" pos="2840" userDrawn="1">
          <p15:clr>
            <a:srgbClr val="A4A3A4"/>
          </p15:clr>
        </p15:guide>
        <p15:guide id="5" orient="horz" pos="4020" userDrawn="1">
          <p15:clr>
            <a:srgbClr val="A4A3A4"/>
          </p15:clr>
        </p15:guide>
        <p15:guide id="6" pos="7045" userDrawn="1">
          <p15:clr>
            <a:srgbClr val="A4A3A4"/>
          </p15:clr>
        </p15:guide>
        <p15:guide id="7" pos="52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A21B"/>
    <a:srgbClr val="777777"/>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9" autoAdjust="0"/>
    <p:restoredTop sz="94660"/>
  </p:normalViewPr>
  <p:slideViewPr>
    <p:cSldViewPr showGuides="1">
      <p:cViewPr>
        <p:scale>
          <a:sx n="125" d="100"/>
          <a:sy n="125" d="100"/>
        </p:scale>
        <p:origin x="384" y="90"/>
      </p:cViewPr>
      <p:guideLst>
        <p:guide orient="horz" pos="436"/>
        <p:guide orient="horz" pos="618"/>
        <p:guide orient="horz" pos="2840"/>
        <p:guide orient="horz" pos="4020"/>
        <p:guide pos="7045"/>
        <p:guide pos="529"/>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70" d="100"/>
          <a:sy n="70" d="100"/>
        </p:scale>
        <p:origin x="-16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3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2733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D6B2986-D06E-4F3C-B19C-CC0A0E2B9416}" type="datetimeFigureOut">
              <a:rPr lang="zh-CN" altLang="en-US"/>
              <a:pPr>
                <a:defRPr/>
              </a:pPr>
              <a:t>2018/7/31</a:t>
            </a:fld>
            <a:endParaRPr lang="en-US" altLang="zh-CN"/>
          </a:p>
        </p:txBody>
      </p:sp>
      <p:sp>
        <p:nvSpPr>
          <p:cNvPr id="22733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2733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B569440-9C1A-4A13-B530-46C3A9E17375}" type="slidenum">
              <a:rPr lang="zh-CN" altLang="en-US"/>
              <a:pPr>
                <a:defRPr/>
              </a:pPr>
              <a:t>‹#›</a:t>
            </a:fld>
            <a:endParaRPr lang="en-US" altLang="zh-CN"/>
          </a:p>
        </p:txBody>
      </p:sp>
    </p:spTree>
    <p:extLst>
      <p:ext uri="{BB962C8B-B14F-4D97-AF65-F5344CB8AC3E}">
        <p14:creationId xmlns:p14="http://schemas.microsoft.com/office/powerpoint/2010/main" val="941739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75085"/>
            <a:ext cx="7488767" cy="586957"/>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61665"/>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9765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636839"/>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073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3263055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1079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265937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269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66407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5847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5226793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4747742"/>
            <a:ext cx="7488767" cy="584775"/>
          </a:xfrm>
        </p:spPr>
        <p:txBody>
          <a:bodyPr/>
          <a:lstStyle/>
          <a:p>
            <a:r>
              <a:rPr lang="zh-CN" altLang="en-US" dirty="0" smtClean="0"/>
              <a:t>单击此处编辑母版标题样式</a:t>
            </a:r>
            <a:endParaRPr lang="zh-CN" altLang="en-US" dirty="0"/>
          </a:p>
        </p:txBody>
      </p:sp>
      <p:sp>
        <p:nvSpPr>
          <p:cNvPr id="3" name="Rectangle 19"/>
          <p:cNvSpPr>
            <a:spLocks noGrp="1" noChangeArrowheads="1"/>
          </p:cNvSpPr>
          <p:nvPr>
            <p:ph type="dt"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2982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7640327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96846405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21170965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96355612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2386862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88196740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62398785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257525532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45686801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88434860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2D242C-DAEB-47BF-B1EF-5E1D5ADAC24E}" type="slidenum">
              <a:rPr lang="en-US" smtClean="0"/>
              <a:t>‹#›</a:t>
            </a:fld>
            <a:endParaRPr lang="en-US"/>
          </a:p>
        </p:txBody>
      </p:sp>
    </p:spTree>
    <p:extLst>
      <p:ext uri="{BB962C8B-B14F-4D97-AF65-F5344CB8AC3E}">
        <p14:creationId xmlns:p14="http://schemas.microsoft.com/office/powerpoint/2010/main" val="335195725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4" y="2155826"/>
            <a:ext cx="7488767" cy="625475"/>
          </a:xfrm>
        </p:spPr>
        <p:txBody>
          <a:bodyPr/>
          <a:lstStyle/>
          <a:p>
            <a:r>
              <a:rPr lang="zh-CN" altLang="en-US" smtClean="0"/>
              <a:t>单击此处编辑母版标题样式</a:t>
            </a:r>
            <a:endParaRPr lang="zh-CN" altLang="en-US" dirty="0"/>
          </a:p>
        </p:txBody>
      </p:sp>
      <p:sp>
        <p:nvSpPr>
          <p:cNvPr id="8" name="副标题 2"/>
          <p:cNvSpPr>
            <a:spLocks noGrp="1"/>
          </p:cNvSpPr>
          <p:nvPr>
            <p:ph type="subTitle" idx="11"/>
          </p:nvPr>
        </p:nvSpPr>
        <p:spPr>
          <a:xfrm>
            <a:off x="1007533" y="3068639"/>
            <a:ext cx="8534400" cy="492443"/>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Rectangle 19"/>
          <p:cNvSpPr>
            <a:spLocks noGrp="1" noChangeArrowheads="1"/>
          </p:cNvSpPr>
          <p:nvPr>
            <p:ph type="dt"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3915838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jpeg"/></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10.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77"/>
          <p:cNvGrpSpPr>
            <a:grpSpLocks/>
          </p:cNvGrpSpPr>
          <p:nvPr/>
        </p:nvGrpSpPr>
        <p:grpSpPr bwMode="auto">
          <a:xfrm>
            <a:off x="12433301" y="3503614"/>
            <a:ext cx="1225551" cy="3224213"/>
            <a:chOff x="5839" y="2251"/>
            <a:chExt cx="579" cy="2031"/>
          </a:xfrm>
        </p:grpSpPr>
        <p:sp>
          <p:nvSpPr>
            <p:cNvPr id="1038" name="Rectangle 78"/>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39" name="Group 79"/>
            <p:cNvGrpSpPr>
              <a:grpSpLocks/>
            </p:cNvGrpSpPr>
            <p:nvPr userDrawn="1"/>
          </p:nvGrpSpPr>
          <p:grpSpPr bwMode="auto">
            <a:xfrm>
              <a:off x="5893" y="2387"/>
              <a:ext cx="466" cy="115"/>
              <a:chOff x="5893" y="2387"/>
              <a:chExt cx="466" cy="115"/>
            </a:xfrm>
          </p:grpSpPr>
          <p:sp>
            <p:nvSpPr>
              <p:cNvPr id="1100" name="Rectangle 80"/>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Rectangle 81"/>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Rectangle 82"/>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Rectangle 83"/>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0" name="Group 84"/>
            <p:cNvGrpSpPr>
              <a:grpSpLocks/>
            </p:cNvGrpSpPr>
            <p:nvPr userDrawn="1"/>
          </p:nvGrpSpPr>
          <p:grpSpPr bwMode="auto">
            <a:xfrm>
              <a:off x="5893" y="2523"/>
              <a:ext cx="466" cy="115"/>
              <a:chOff x="5893" y="2523"/>
              <a:chExt cx="466" cy="115"/>
            </a:xfrm>
          </p:grpSpPr>
          <p:sp>
            <p:nvSpPr>
              <p:cNvPr id="1096" name="Rectangle 85"/>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Rectangle 86"/>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Rectangle 87"/>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Rectangle 88"/>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 name="Group 89"/>
            <p:cNvGrpSpPr>
              <a:grpSpLocks/>
            </p:cNvGrpSpPr>
            <p:nvPr userDrawn="1"/>
          </p:nvGrpSpPr>
          <p:grpSpPr bwMode="auto">
            <a:xfrm>
              <a:off x="5893" y="2659"/>
              <a:ext cx="466" cy="115"/>
              <a:chOff x="5893" y="2659"/>
              <a:chExt cx="466" cy="115"/>
            </a:xfrm>
          </p:grpSpPr>
          <p:sp>
            <p:nvSpPr>
              <p:cNvPr id="1092" name="Rectangle 90"/>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Rectangle 91"/>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Rectangle 92"/>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Rectangle 93"/>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2" name="Group 94"/>
            <p:cNvGrpSpPr>
              <a:grpSpLocks/>
            </p:cNvGrpSpPr>
            <p:nvPr userDrawn="1"/>
          </p:nvGrpSpPr>
          <p:grpSpPr bwMode="auto">
            <a:xfrm>
              <a:off x="5893" y="2251"/>
              <a:ext cx="466" cy="119"/>
              <a:chOff x="5893" y="2251"/>
              <a:chExt cx="466" cy="119"/>
            </a:xfrm>
          </p:grpSpPr>
          <p:sp>
            <p:nvSpPr>
              <p:cNvPr id="1088" name="Rectangle 95"/>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Rectangle 96"/>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Rectangle 97"/>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Rectangle 98"/>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3" name="Group 99"/>
            <p:cNvGrpSpPr>
              <a:grpSpLocks/>
            </p:cNvGrpSpPr>
            <p:nvPr userDrawn="1"/>
          </p:nvGrpSpPr>
          <p:grpSpPr bwMode="auto">
            <a:xfrm>
              <a:off x="5893" y="2886"/>
              <a:ext cx="466" cy="115"/>
              <a:chOff x="5893" y="2886"/>
              <a:chExt cx="466" cy="115"/>
            </a:xfrm>
          </p:grpSpPr>
          <p:sp>
            <p:nvSpPr>
              <p:cNvPr id="1084" name="Rectangle 100"/>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Rectangle 101"/>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Rectangle 102"/>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Rectangle 103"/>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4" name="Group 104"/>
            <p:cNvGrpSpPr>
              <a:grpSpLocks/>
            </p:cNvGrpSpPr>
            <p:nvPr userDrawn="1"/>
          </p:nvGrpSpPr>
          <p:grpSpPr bwMode="auto">
            <a:xfrm>
              <a:off x="5893" y="3022"/>
              <a:ext cx="466" cy="115"/>
              <a:chOff x="5893" y="3022"/>
              <a:chExt cx="466" cy="115"/>
            </a:xfrm>
          </p:grpSpPr>
          <p:sp>
            <p:nvSpPr>
              <p:cNvPr id="1080" name="Rectangle 105"/>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Rectangle 106"/>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Rectangle 107"/>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Rectangle 108"/>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5" name="Group 109"/>
            <p:cNvGrpSpPr>
              <a:grpSpLocks/>
            </p:cNvGrpSpPr>
            <p:nvPr userDrawn="1"/>
          </p:nvGrpSpPr>
          <p:grpSpPr bwMode="auto">
            <a:xfrm>
              <a:off x="5893" y="3158"/>
              <a:ext cx="466" cy="115"/>
              <a:chOff x="5893" y="3158"/>
              <a:chExt cx="466" cy="115"/>
            </a:xfrm>
          </p:grpSpPr>
          <p:sp>
            <p:nvSpPr>
              <p:cNvPr id="1076" name="Rectangle 110"/>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Rectangle 111"/>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Rectangle 112"/>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Rectangle 113"/>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6" name="Group 114"/>
            <p:cNvGrpSpPr>
              <a:grpSpLocks/>
            </p:cNvGrpSpPr>
            <p:nvPr userDrawn="1"/>
          </p:nvGrpSpPr>
          <p:grpSpPr bwMode="auto">
            <a:xfrm>
              <a:off x="5893" y="3385"/>
              <a:ext cx="466" cy="115"/>
              <a:chOff x="5893" y="3385"/>
              <a:chExt cx="466" cy="115"/>
            </a:xfrm>
          </p:grpSpPr>
          <p:sp>
            <p:nvSpPr>
              <p:cNvPr id="1072" name="Rectangle 115"/>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Rectangle 116"/>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Rectangle 117"/>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Rectangle 118"/>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7" name="Group 119"/>
            <p:cNvGrpSpPr>
              <a:grpSpLocks/>
            </p:cNvGrpSpPr>
            <p:nvPr userDrawn="1"/>
          </p:nvGrpSpPr>
          <p:grpSpPr bwMode="auto">
            <a:xfrm>
              <a:off x="5893" y="3521"/>
              <a:ext cx="466" cy="115"/>
              <a:chOff x="5893" y="3521"/>
              <a:chExt cx="466" cy="115"/>
            </a:xfrm>
          </p:grpSpPr>
          <p:sp>
            <p:nvSpPr>
              <p:cNvPr id="1068" name="Rectangle 120"/>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Rectangle 121"/>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Rectangle 122"/>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Rectangle 123"/>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8" name="Group 124"/>
            <p:cNvGrpSpPr>
              <a:grpSpLocks/>
            </p:cNvGrpSpPr>
            <p:nvPr userDrawn="1"/>
          </p:nvGrpSpPr>
          <p:grpSpPr bwMode="auto">
            <a:xfrm>
              <a:off x="5893" y="3657"/>
              <a:ext cx="466" cy="115"/>
              <a:chOff x="5893" y="3657"/>
              <a:chExt cx="466" cy="115"/>
            </a:xfrm>
          </p:grpSpPr>
          <p:sp>
            <p:nvSpPr>
              <p:cNvPr id="1064" name="Rectangle 125"/>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Rectangle 126"/>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Rectangle 127"/>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Rectangle 128"/>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9" name="Group 129"/>
            <p:cNvGrpSpPr>
              <a:grpSpLocks/>
            </p:cNvGrpSpPr>
            <p:nvPr userDrawn="1"/>
          </p:nvGrpSpPr>
          <p:grpSpPr bwMode="auto">
            <a:xfrm>
              <a:off x="5893" y="3884"/>
              <a:ext cx="466" cy="115"/>
              <a:chOff x="5893" y="3884"/>
              <a:chExt cx="466" cy="115"/>
            </a:xfrm>
          </p:grpSpPr>
          <p:sp>
            <p:nvSpPr>
              <p:cNvPr id="1060" name="Rectangle 130"/>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Rectangle 131"/>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Rectangle 132"/>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Rectangle 133"/>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0" name="Group 134"/>
            <p:cNvGrpSpPr>
              <a:grpSpLocks/>
            </p:cNvGrpSpPr>
            <p:nvPr userDrawn="1"/>
          </p:nvGrpSpPr>
          <p:grpSpPr bwMode="auto">
            <a:xfrm>
              <a:off x="5893" y="4026"/>
              <a:ext cx="466" cy="115"/>
              <a:chOff x="5893" y="4026"/>
              <a:chExt cx="466" cy="115"/>
            </a:xfrm>
          </p:grpSpPr>
          <p:sp>
            <p:nvSpPr>
              <p:cNvPr id="1056" name="Rectangle 135"/>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Rectangle 136"/>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Rectangle 137"/>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Rectangle 138"/>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1" name="Group 139"/>
            <p:cNvGrpSpPr>
              <a:grpSpLocks/>
            </p:cNvGrpSpPr>
            <p:nvPr userDrawn="1"/>
          </p:nvGrpSpPr>
          <p:grpSpPr bwMode="auto">
            <a:xfrm>
              <a:off x="5893" y="4167"/>
              <a:ext cx="466" cy="115"/>
              <a:chOff x="5893" y="4167"/>
              <a:chExt cx="466" cy="115"/>
            </a:xfrm>
          </p:grpSpPr>
          <p:sp>
            <p:nvSpPr>
              <p:cNvPr id="1052" name="Rectangle 140"/>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Rectangle 141"/>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Rectangle 142"/>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Rectangle 143"/>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7" name="Rectangle 144"/>
          <p:cNvSpPr>
            <a:spLocks noChangeArrowheads="1"/>
          </p:cNvSpPr>
          <p:nvPr/>
        </p:nvSpPr>
        <p:spPr bwMode="auto">
          <a:xfrm>
            <a:off x="12335934" y="1333500"/>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配色参考方案：</a:t>
            </a:r>
          </a:p>
          <a:p>
            <a:pPr>
              <a:lnSpc>
                <a:spcPct val="120000"/>
              </a:lnSpc>
              <a:spcBef>
                <a:spcPct val="20000"/>
              </a:spcBef>
            </a:pPr>
            <a:r>
              <a:rPr lang="zh-CN" altLang="en-US" sz="1100">
                <a:solidFill>
                  <a:srgbClr val="FFFFFF"/>
                </a:solidFill>
                <a:latin typeface="Arial" pitchFamily="34" charset="0"/>
                <a:ea typeface="黑体" pitchFamily="49" charset="-122"/>
              </a:rPr>
              <a:t>建议同一页面内不超过四种颜色，以下是</a:t>
            </a:r>
            <a:r>
              <a:rPr lang="en-US" altLang="zh-CN" sz="1100">
                <a:solidFill>
                  <a:srgbClr val="FFFFFF"/>
                </a:solidFill>
                <a:latin typeface="Arial" pitchFamily="34" charset="0"/>
                <a:ea typeface="黑体" pitchFamily="49" charset="-122"/>
              </a:rPr>
              <a:t>13</a:t>
            </a:r>
            <a:r>
              <a:rPr lang="zh-CN" altLang="en-US" sz="1100">
                <a:solidFill>
                  <a:srgbClr val="FFFFFF"/>
                </a:solidFill>
                <a:latin typeface="Arial" pitchFamily="34" charset="0"/>
                <a:ea typeface="黑体" pitchFamily="49" charset="-122"/>
              </a:rPr>
              <a:t>组配色方案，同一页面内只选择一组使用。（仅供参考）</a:t>
            </a:r>
          </a:p>
        </p:txBody>
      </p:sp>
      <p:sp>
        <p:nvSpPr>
          <p:cNvPr id="1028" name="Rectangle 145"/>
          <p:cNvSpPr>
            <a:spLocks noChangeArrowheads="1"/>
          </p:cNvSpPr>
          <p:nvPr/>
        </p:nvSpPr>
        <p:spPr bwMode="auto">
          <a:xfrm>
            <a:off x="12335934" y="1"/>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ea typeface="黑体" pitchFamily="49" charset="-122"/>
              </a:rPr>
              <a:t>客户或者合作伙伴的标志放在右上角</a:t>
            </a:r>
            <a:r>
              <a:rPr lang="en-US" altLang="zh-CN" sz="1100">
                <a:solidFill>
                  <a:srgbClr val="FFFFFF"/>
                </a:solidFill>
                <a:latin typeface="Arial" pitchFamily="34" charset="0"/>
                <a:ea typeface="黑体" pitchFamily="49" charset="-122"/>
              </a:rPr>
              <a:t>.</a:t>
            </a:r>
            <a:endParaRPr lang="zh-CN" altLang="en-US" sz="1100">
              <a:solidFill>
                <a:srgbClr val="FFFFFF"/>
              </a:solidFill>
              <a:latin typeface="Arial" pitchFamily="34" charset="0"/>
              <a:ea typeface="黑体" pitchFamily="49" charset="-122"/>
            </a:endParaRPr>
          </a:p>
        </p:txBody>
      </p:sp>
      <p:pic>
        <p:nvPicPr>
          <p:cNvPr id="1029" name="Picture 146" descr="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0" y="973138"/>
            <a:ext cx="12192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Text Box 7"/>
          <p:cNvSpPr txBox="1">
            <a:spLocks noChangeArrowheads="1"/>
          </p:cNvSpPr>
          <p:nvPr/>
        </p:nvSpPr>
        <p:spPr bwMode="auto">
          <a:xfrm>
            <a:off x="9639300" y="4011613"/>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
        <p:nvSpPr>
          <p:cNvPr id="1031" name="Rectangle 2"/>
          <p:cNvSpPr>
            <a:spLocks noGrp="1" noChangeArrowheads="1"/>
          </p:cNvSpPr>
          <p:nvPr>
            <p:ph type="title"/>
          </p:nvPr>
        </p:nvSpPr>
        <p:spPr bwMode="auto">
          <a:xfrm>
            <a:off x="1007534" y="2174292"/>
            <a:ext cx="748876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prstTxWarp prst="textNoShape">
              <a:avLst/>
            </a:prstTxWarp>
            <a:spAutoFit/>
          </a:bodyPr>
          <a:lstStyle/>
          <a:p>
            <a:pPr lvl="0"/>
            <a:r>
              <a:rPr lang="zh-CN" altLang="en-US" dirty="0" smtClean="0"/>
              <a:t>单击此处编辑母版标题样式</a:t>
            </a:r>
          </a:p>
        </p:txBody>
      </p:sp>
      <p:sp>
        <p:nvSpPr>
          <p:cNvPr id="1032" name="Rectangle 3"/>
          <p:cNvSpPr>
            <a:spLocks noGrp="1" noChangeArrowheads="1"/>
          </p:cNvSpPr>
          <p:nvPr>
            <p:ph type="body" idx="1"/>
          </p:nvPr>
        </p:nvSpPr>
        <p:spPr bwMode="auto">
          <a:xfrm>
            <a:off x="1007533" y="3068638"/>
            <a:ext cx="71056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单击此处编辑母版文本样式</a:t>
            </a:r>
          </a:p>
        </p:txBody>
      </p:sp>
      <p:sp>
        <p:nvSpPr>
          <p:cNvPr id="1033" name="Rectangle 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gn="r">
              <a:lnSpc>
                <a:spcPct val="125000"/>
              </a:lnSpc>
              <a:spcBef>
                <a:spcPct val="20000"/>
              </a:spcBef>
            </a:pPr>
            <a:r>
              <a:rPr lang="zh-CN" altLang="en-US" sz="1100" dirty="0">
                <a:solidFill>
                  <a:srgbClr val="FFFFFF"/>
                </a:solidFill>
                <a:latin typeface="Arial" pitchFamily="34" charset="0"/>
                <a:ea typeface="黑体" pitchFamily="49" charset="-122"/>
              </a:rPr>
              <a:t>英文标题</a:t>
            </a:r>
            <a:r>
              <a:rPr lang="en-US" altLang="zh-CN" sz="1100" dirty="0">
                <a:solidFill>
                  <a:srgbClr val="FFFFFF"/>
                </a:solidFill>
                <a:latin typeface="Arial" pitchFamily="34" charset="0"/>
                <a:ea typeface="黑体" pitchFamily="49" charset="-122"/>
              </a:rPr>
              <a:t>:32-35pt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Medium</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中文标题</a:t>
            </a:r>
            <a:r>
              <a:rPr lang="en-US" altLang="zh-CN" sz="1100" dirty="0">
                <a:solidFill>
                  <a:srgbClr val="FFFFFF"/>
                </a:solidFill>
                <a:latin typeface="Arial" pitchFamily="34" charset="0"/>
                <a:ea typeface="黑体" pitchFamily="49" charset="-122"/>
              </a:rPr>
              <a:t>:30-32pt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 R153 G0 B0</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黑体</a:t>
            </a: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英文正文</a:t>
            </a:r>
            <a:r>
              <a:rPr lang="en-US" altLang="zh-CN" sz="1100" dirty="0">
                <a:solidFill>
                  <a:srgbClr val="FFFFFF"/>
                </a:solidFill>
                <a:latin typeface="Arial" pitchFamily="34" charset="0"/>
                <a:ea typeface="黑体" pitchFamily="49" charset="-122"/>
              </a:rPr>
              <a:t>:20-22pt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 </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 :18pt  </a:t>
            </a: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内部使用字体 </a:t>
            </a:r>
            <a:r>
              <a:rPr lang="en-US" altLang="zh-CN" sz="1100" dirty="0">
                <a:solidFill>
                  <a:srgbClr val="FFFFFF"/>
                </a:solidFill>
                <a:latin typeface="Arial" pitchFamily="34" charset="0"/>
                <a:ea typeface="黑体" pitchFamily="49" charset="-122"/>
              </a:rPr>
              <a:t>:</a:t>
            </a:r>
          </a:p>
          <a:p>
            <a:pPr algn="r">
              <a:lnSpc>
                <a:spcPct val="125000"/>
              </a:lnSpc>
              <a:spcBef>
                <a:spcPct val="20000"/>
              </a:spcBef>
            </a:pPr>
            <a:r>
              <a:rPr lang="en-US" altLang="zh-CN" sz="1100" dirty="0" err="1">
                <a:solidFill>
                  <a:srgbClr val="FFFFFF"/>
                </a:solidFill>
                <a:latin typeface="Arial" pitchFamily="34" charset="0"/>
                <a:ea typeface="黑体" pitchFamily="49" charset="-122"/>
              </a:rPr>
              <a:t>FrutigerNext</a:t>
            </a:r>
            <a:r>
              <a:rPr lang="en-US" altLang="zh-CN" sz="1100" dirty="0">
                <a:solidFill>
                  <a:srgbClr val="FFFFFF"/>
                </a:solidFill>
                <a:latin typeface="Arial" pitchFamily="34" charset="0"/>
                <a:ea typeface="黑体" pitchFamily="49" charset="-122"/>
              </a:rPr>
              <a:t> LT Regular</a:t>
            </a:r>
          </a:p>
          <a:p>
            <a:pPr algn="r">
              <a:lnSpc>
                <a:spcPct val="125000"/>
              </a:lnSpc>
              <a:spcBef>
                <a:spcPct val="20000"/>
              </a:spcBef>
            </a:pPr>
            <a:r>
              <a:rPr lang="zh-CN" altLang="en-US" sz="1100" dirty="0">
                <a:solidFill>
                  <a:srgbClr val="FFFFFF"/>
                </a:solidFill>
                <a:latin typeface="Arial" pitchFamily="34" charset="0"/>
                <a:ea typeface="黑体" pitchFamily="49" charset="-122"/>
              </a:rPr>
              <a:t>外部使用字体 </a:t>
            </a:r>
            <a:r>
              <a:rPr lang="en-US" altLang="zh-CN" sz="1100" dirty="0">
                <a:solidFill>
                  <a:srgbClr val="FFFFFF"/>
                </a:solidFill>
                <a:latin typeface="Arial" pitchFamily="34" charset="0"/>
                <a:ea typeface="黑体" pitchFamily="49" charset="-122"/>
              </a:rPr>
              <a:t>: Arial</a:t>
            </a:r>
          </a:p>
          <a:p>
            <a:pPr algn="r">
              <a:lnSpc>
                <a:spcPct val="75000"/>
              </a:lnSpc>
              <a:spcBef>
                <a:spcPct val="20000"/>
              </a:spcBef>
            </a:pPr>
            <a:endParaRPr lang="en-US" altLang="zh-CN"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中文正文</a:t>
            </a:r>
            <a:r>
              <a:rPr lang="en-US" altLang="zh-CN" sz="1100" dirty="0">
                <a:solidFill>
                  <a:srgbClr val="FFFFFF"/>
                </a:solidFill>
                <a:latin typeface="Arial" pitchFamily="34" charset="0"/>
                <a:ea typeface="黑体" pitchFamily="49" charset="-122"/>
              </a:rPr>
              <a:t>:18-20pt</a:t>
            </a:r>
          </a:p>
          <a:p>
            <a:pPr algn="r">
              <a:lnSpc>
                <a:spcPct val="125000"/>
              </a:lnSpc>
              <a:spcBef>
                <a:spcPct val="20000"/>
              </a:spcBef>
            </a:pPr>
            <a:r>
              <a:rPr lang="zh-CN" altLang="en-US" sz="1100" dirty="0">
                <a:solidFill>
                  <a:srgbClr val="FFFFFF"/>
                </a:solidFill>
                <a:latin typeface="Arial" pitchFamily="34" charset="0"/>
                <a:ea typeface="黑体" pitchFamily="49" charset="-122"/>
              </a:rPr>
              <a:t>子目录</a:t>
            </a:r>
            <a:r>
              <a:rPr lang="en-US" altLang="zh-CN" sz="1100" dirty="0">
                <a:solidFill>
                  <a:srgbClr val="FFFFFF"/>
                </a:solidFill>
                <a:latin typeface="Arial" pitchFamily="34" charset="0"/>
                <a:ea typeface="黑体" pitchFamily="49" charset="-122"/>
              </a:rPr>
              <a:t>(2-5</a:t>
            </a:r>
            <a:r>
              <a:rPr lang="zh-CN" altLang="en-US" sz="1100" dirty="0">
                <a:solidFill>
                  <a:srgbClr val="FFFFFF"/>
                </a:solidFill>
                <a:latin typeface="Arial" pitchFamily="34" charset="0"/>
                <a:ea typeface="黑体" pitchFamily="49" charset="-122"/>
              </a:rPr>
              <a:t>级</a:t>
            </a:r>
            <a:r>
              <a:rPr lang="en-US" altLang="zh-CN" sz="1100" dirty="0">
                <a:solidFill>
                  <a:srgbClr val="FFFFFF"/>
                </a:solidFill>
                <a:latin typeface="Arial" pitchFamily="34" charset="0"/>
                <a:ea typeface="黑体" pitchFamily="49" charset="-122"/>
              </a:rPr>
              <a:t>):18pt </a:t>
            </a:r>
            <a:endParaRPr lang="zh-CN" altLang="en-US" sz="1100" dirty="0">
              <a:solidFill>
                <a:srgbClr val="FFFFFF"/>
              </a:solidFill>
              <a:latin typeface="Arial" pitchFamily="34" charset="0"/>
              <a:ea typeface="黑体" pitchFamily="49" charset="-122"/>
            </a:endParaRPr>
          </a:p>
          <a:p>
            <a:pPr algn="r">
              <a:lnSpc>
                <a:spcPct val="125000"/>
              </a:lnSpc>
              <a:spcBef>
                <a:spcPct val="20000"/>
              </a:spcBef>
            </a:pPr>
            <a:r>
              <a:rPr lang="zh-CN" altLang="en-US" sz="1100" dirty="0">
                <a:solidFill>
                  <a:srgbClr val="FFFFFF"/>
                </a:solidFill>
                <a:latin typeface="Arial" pitchFamily="34" charset="0"/>
                <a:ea typeface="黑体" pitchFamily="49" charset="-122"/>
              </a:rPr>
              <a:t>颜色</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黑色</a:t>
            </a:r>
          </a:p>
          <a:p>
            <a:pPr algn="r">
              <a:lnSpc>
                <a:spcPct val="125000"/>
              </a:lnSpc>
              <a:spcBef>
                <a:spcPct val="20000"/>
              </a:spcBef>
            </a:pPr>
            <a:r>
              <a:rPr lang="zh-CN" altLang="en-US" sz="1100" dirty="0">
                <a:solidFill>
                  <a:srgbClr val="FFFFFF"/>
                </a:solidFill>
                <a:latin typeface="Arial" pitchFamily="34" charset="0"/>
                <a:ea typeface="黑体" pitchFamily="49" charset="-122"/>
              </a:rPr>
              <a:t>字体</a:t>
            </a:r>
            <a:r>
              <a:rPr lang="en-US" altLang="zh-CN" sz="1100" dirty="0">
                <a:solidFill>
                  <a:srgbClr val="FFFFFF"/>
                </a:solidFill>
                <a:latin typeface="Arial" pitchFamily="34" charset="0"/>
                <a:ea typeface="黑体" pitchFamily="49" charset="-122"/>
              </a:rPr>
              <a:t>:</a:t>
            </a:r>
            <a:r>
              <a:rPr lang="zh-CN" altLang="en-US" sz="1100" dirty="0">
                <a:solidFill>
                  <a:srgbClr val="FFFFFF"/>
                </a:solidFill>
                <a:latin typeface="Arial" pitchFamily="34" charset="0"/>
                <a:ea typeface="黑体" pitchFamily="49" charset="-122"/>
              </a:rPr>
              <a:t>细黑体 </a:t>
            </a:r>
            <a:endParaRPr lang="zh-CN" altLang="en-US" sz="1100" dirty="0">
              <a:solidFill>
                <a:srgbClr val="000000"/>
              </a:solidFill>
              <a:latin typeface="Arial" pitchFamily="34" charset="0"/>
              <a:ea typeface="黑体" pitchFamily="49" charset="-122"/>
            </a:endParaRPr>
          </a:p>
        </p:txBody>
      </p:sp>
      <p:sp>
        <p:nvSpPr>
          <p:cNvPr id="103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310"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n-ea"/>
              </a:defRPr>
            </a:lvl1pPr>
          </a:lstStyle>
          <a:p>
            <a:pPr>
              <a:defRPr/>
            </a:pPr>
            <a:endParaRPr lang="en-US" altLang="zh-CN"/>
          </a:p>
        </p:txBody>
      </p:sp>
      <p:pic>
        <p:nvPicPr>
          <p:cNvPr id="80"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Tree>
  </p:cSld>
  <p:clrMap bg1="lt1" tx1="dk1" bg2="lt2" tx2="dk2" accent1="accent1" accent2="accent2" accent3="accent3" accent4="accent4" accent5="accent5" accent6="accent6" hlink="hlink" folHlink="folHlink"/>
  <p:sldLayoutIdLst>
    <p:sldLayoutId id="2147483815" r:id="rId1"/>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3200" b="1" dirty="0">
          <a:solidFill>
            <a:schemeClr val="bg1"/>
          </a:solidFill>
          <a:latin typeface="+mj-lt"/>
          <a:ea typeface="黑体" pitchFamily="49" charset="-122"/>
          <a:cs typeface="+mj-cs"/>
        </a:defRPr>
      </a:lvl1pPr>
      <a:lvl2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1" fontAlgn="base" hangingPunct="1">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1" fontAlgn="base" hangingPunct="1">
        <a:spcBef>
          <a:spcPct val="20000"/>
        </a:spcBef>
        <a:spcAft>
          <a:spcPct val="0"/>
        </a:spcAft>
        <a:buClr>
          <a:srgbClr val="990000"/>
        </a:buClr>
        <a:defRPr sz="2400" b="1">
          <a:solidFill>
            <a:schemeClr val="bg1"/>
          </a:solidFill>
          <a:latin typeface="+mn-lt"/>
          <a:ea typeface="黑体" pitchFamily="49" charset="-122"/>
          <a:cs typeface="+mn-cs"/>
        </a:defRPr>
      </a:lvl1pPr>
      <a:lvl2pPr marL="742950" indent="-285750" algn="l" rtl="0" eaLnBrk="1" fontAlgn="base" hangingPunct="1">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9" descr="封面"/>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412875"/>
            <a:ext cx="12192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8"/>
          <p:cNvSpPr>
            <a:spLocks noGrp="1" noChangeArrowheads="1"/>
          </p:cNvSpPr>
          <p:nvPr>
            <p:ph type="title"/>
          </p:nvPr>
        </p:nvSpPr>
        <p:spPr bwMode="auto">
          <a:xfrm>
            <a:off x="1007534" y="2636839"/>
            <a:ext cx="73977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2053"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1"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2055" name="Rectangle 21"/>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dirty="0">
                <a:solidFill>
                  <a:srgbClr val="FFFFFF"/>
                </a:solidFill>
                <a:latin typeface="Arial" pitchFamily="34" charset="0"/>
              </a:rPr>
              <a:t>英文标题</a:t>
            </a:r>
            <a:r>
              <a:rPr lang="en-US" altLang="zh-CN" sz="1100" dirty="0">
                <a:solidFill>
                  <a:srgbClr val="FFFFFF"/>
                </a:solidFill>
                <a:latin typeface="Arial" pitchFamily="34" charset="0"/>
              </a:rPr>
              <a:t>:32-35pt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Medium</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中文标题</a:t>
            </a:r>
            <a:r>
              <a:rPr lang="en-US" altLang="zh-CN" sz="1100" dirty="0">
                <a:solidFill>
                  <a:srgbClr val="FFFFFF"/>
                </a:solidFill>
                <a:latin typeface="Arial" pitchFamily="34" charset="0"/>
              </a:rPr>
              <a:t>:30-32pt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 R153 G0 B0</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黑体</a:t>
            </a: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英文正文</a:t>
            </a:r>
            <a:r>
              <a:rPr lang="en-US" altLang="zh-CN" sz="1100" dirty="0">
                <a:solidFill>
                  <a:srgbClr val="FFFFFF"/>
                </a:solidFill>
                <a:latin typeface="Arial" pitchFamily="34" charset="0"/>
              </a:rPr>
              <a:t>:20-22pt</a:t>
            </a:r>
          </a:p>
          <a:p>
            <a:pPr marL="342900" indent="-342900" algn="r">
              <a:lnSpc>
                <a:spcPct val="125000"/>
              </a:lnSpc>
              <a:spcBef>
                <a:spcPct val="20000"/>
              </a:spcBef>
            </a:pPr>
            <a:r>
              <a:rPr lang="zh-CN" altLang="en-US" sz="1100" dirty="0">
                <a:solidFill>
                  <a:srgbClr val="FFFFFF"/>
                </a:solidFill>
                <a:latin typeface="Arial" pitchFamily="34" charset="0"/>
              </a:rPr>
              <a:t>子目录 </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 :18pt  </a:t>
            </a: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内部使用字体 </a:t>
            </a:r>
            <a:r>
              <a:rPr lang="en-US" altLang="zh-CN" sz="1100" dirty="0">
                <a:solidFill>
                  <a:srgbClr val="FFFFFF"/>
                </a:solidFill>
                <a:latin typeface="Arial" pitchFamily="34" charset="0"/>
              </a:rPr>
              <a:t>:</a:t>
            </a:r>
          </a:p>
          <a:p>
            <a:pPr marL="342900" indent="-342900" algn="r">
              <a:lnSpc>
                <a:spcPct val="125000"/>
              </a:lnSpc>
              <a:spcBef>
                <a:spcPct val="20000"/>
              </a:spcBef>
            </a:pPr>
            <a:r>
              <a:rPr lang="en-US" altLang="zh-CN" sz="1100" dirty="0" err="1">
                <a:solidFill>
                  <a:srgbClr val="FFFFFF"/>
                </a:solidFill>
                <a:latin typeface="Arial" pitchFamily="34" charset="0"/>
              </a:rPr>
              <a:t>FrutigerNext</a:t>
            </a:r>
            <a:r>
              <a:rPr lang="en-US" altLang="zh-CN" sz="1100" dirty="0">
                <a:solidFill>
                  <a:srgbClr val="FFFFFF"/>
                </a:solidFill>
                <a:latin typeface="Arial" pitchFamily="34" charset="0"/>
              </a:rPr>
              <a:t> LT Regular</a:t>
            </a:r>
          </a:p>
          <a:p>
            <a:pPr marL="342900" indent="-342900" algn="r">
              <a:lnSpc>
                <a:spcPct val="125000"/>
              </a:lnSpc>
              <a:spcBef>
                <a:spcPct val="20000"/>
              </a:spcBef>
            </a:pPr>
            <a:r>
              <a:rPr lang="zh-CN" altLang="en-US" sz="1100" dirty="0">
                <a:solidFill>
                  <a:srgbClr val="FFFFFF"/>
                </a:solidFill>
                <a:latin typeface="Arial" pitchFamily="34" charset="0"/>
              </a:rPr>
              <a:t>外部使用字体 </a:t>
            </a:r>
            <a:r>
              <a:rPr lang="en-US" altLang="zh-CN" sz="1100" dirty="0">
                <a:solidFill>
                  <a:srgbClr val="FFFFFF"/>
                </a:solidFill>
                <a:latin typeface="Arial" pitchFamily="34" charset="0"/>
              </a:rPr>
              <a:t>: Arial</a:t>
            </a:r>
          </a:p>
          <a:p>
            <a:pPr marL="342900" indent="-342900" algn="r">
              <a:lnSpc>
                <a:spcPct val="75000"/>
              </a:lnSpc>
              <a:spcBef>
                <a:spcPct val="20000"/>
              </a:spcBef>
            </a:pPr>
            <a:endParaRPr lang="en-US" altLang="zh-CN"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中文正文</a:t>
            </a:r>
            <a:r>
              <a:rPr lang="en-US" altLang="zh-CN" sz="1100" dirty="0">
                <a:solidFill>
                  <a:srgbClr val="FFFFFF"/>
                </a:solidFill>
                <a:latin typeface="Arial" pitchFamily="34" charset="0"/>
              </a:rPr>
              <a:t>:18-20pt</a:t>
            </a:r>
          </a:p>
          <a:p>
            <a:pPr marL="342900" indent="-342900" algn="r">
              <a:lnSpc>
                <a:spcPct val="125000"/>
              </a:lnSpc>
              <a:spcBef>
                <a:spcPct val="20000"/>
              </a:spcBef>
            </a:pPr>
            <a:r>
              <a:rPr lang="zh-CN" altLang="en-US" sz="1100" dirty="0">
                <a:solidFill>
                  <a:srgbClr val="FFFFFF"/>
                </a:solidFill>
                <a:latin typeface="Arial" pitchFamily="34" charset="0"/>
              </a:rPr>
              <a:t>子目录</a:t>
            </a:r>
            <a:r>
              <a:rPr lang="en-US" altLang="zh-CN" sz="1100" dirty="0">
                <a:solidFill>
                  <a:srgbClr val="FFFFFF"/>
                </a:solidFill>
                <a:latin typeface="Arial" pitchFamily="34" charset="0"/>
              </a:rPr>
              <a:t>(2-5</a:t>
            </a:r>
            <a:r>
              <a:rPr lang="zh-CN" altLang="en-US" sz="1100" dirty="0">
                <a:solidFill>
                  <a:srgbClr val="FFFFFF"/>
                </a:solidFill>
                <a:latin typeface="Arial" pitchFamily="34" charset="0"/>
              </a:rPr>
              <a:t>级</a:t>
            </a:r>
            <a:r>
              <a:rPr lang="en-US" altLang="zh-CN" sz="1100" dirty="0">
                <a:solidFill>
                  <a:srgbClr val="FFFFFF"/>
                </a:solidFill>
                <a:latin typeface="Arial" pitchFamily="34" charset="0"/>
              </a:rPr>
              <a:t>):18pt </a:t>
            </a:r>
            <a:endParaRPr lang="zh-CN" altLang="en-US" sz="1100" dirty="0">
              <a:solidFill>
                <a:srgbClr val="FFFFFF"/>
              </a:solidFill>
              <a:latin typeface="Arial" pitchFamily="34" charset="0"/>
            </a:endParaRPr>
          </a:p>
          <a:p>
            <a:pPr marL="342900" indent="-342900" algn="r">
              <a:lnSpc>
                <a:spcPct val="125000"/>
              </a:lnSpc>
              <a:spcBef>
                <a:spcPct val="20000"/>
              </a:spcBef>
            </a:pPr>
            <a:r>
              <a:rPr lang="zh-CN" altLang="en-US" sz="1100" dirty="0">
                <a:solidFill>
                  <a:srgbClr val="FFFFFF"/>
                </a:solidFill>
                <a:latin typeface="Arial" pitchFamily="34" charset="0"/>
              </a:rPr>
              <a:t>颜色</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黑色</a:t>
            </a:r>
          </a:p>
          <a:p>
            <a:pPr marL="342900" indent="-342900" algn="r">
              <a:lnSpc>
                <a:spcPct val="125000"/>
              </a:lnSpc>
              <a:spcBef>
                <a:spcPct val="20000"/>
              </a:spcBef>
            </a:pPr>
            <a:r>
              <a:rPr lang="zh-CN" altLang="en-US" sz="1100" dirty="0">
                <a:solidFill>
                  <a:srgbClr val="FFFFFF"/>
                </a:solidFill>
                <a:latin typeface="Arial" pitchFamily="34" charset="0"/>
              </a:rPr>
              <a:t>字体</a:t>
            </a:r>
            <a:r>
              <a:rPr lang="en-US" altLang="zh-CN" sz="1100" dirty="0">
                <a:solidFill>
                  <a:srgbClr val="FFFFFF"/>
                </a:solidFill>
                <a:latin typeface="Arial" pitchFamily="34" charset="0"/>
              </a:rPr>
              <a:t>:</a:t>
            </a:r>
            <a:r>
              <a:rPr lang="zh-CN" altLang="en-US" sz="1100" dirty="0">
                <a:solidFill>
                  <a:srgbClr val="FFFFFF"/>
                </a:solidFill>
                <a:latin typeface="Arial" pitchFamily="34" charset="0"/>
              </a:rPr>
              <a:t>细黑体 </a:t>
            </a:r>
            <a:endParaRPr lang="zh-CN" altLang="en-US" sz="1100" dirty="0">
              <a:solidFill>
                <a:srgbClr val="000000"/>
              </a:solidFill>
              <a:latin typeface="Arial" pitchFamily="34" charset="0"/>
            </a:endParaRPr>
          </a:p>
        </p:txBody>
      </p:sp>
      <p:grpSp>
        <p:nvGrpSpPr>
          <p:cNvPr id="2056" name="Group 22"/>
          <p:cNvGrpSpPr>
            <a:grpSpLocks/>
          </p:cNvGrpSpPr>
          <p:nvPr/>
        </p:nvGrpSpPr>
        <p:grpSpPr bwMode="auto">
          <a:xfrm>
            <a:off x="12433301" y="3511550"/>
            <a:ext cx="1225551" cy="3224212"/>
            <a:chOff x="5839" y="2251"/>
            <a:chExt cx="579" cy="2031"/>
          </a:xfrm>
        </p:grpSpPr>
        <p:sp>
          <p:nvSpPr>
            <p:cNvPr id="2061" name="Rectangle 23"/>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2062" name="Group 24"/>
            <p:cNvGrpSpPr>
              <a:grpSpLocks/>
            </p:cNvGrpSpPr>
            <p:nvPr userDrawn="1"/>
          </p:nvGrpSpPr>
          <p:grpSpPr bwMode="auto">
            <a:xfrm>
              <a:off x="5893" y="2387"/>
              <a:ext cx="466" cy="115"/>
              <a:chOff x="5893" y="2387"/>
              <a:chExt cx="466" cy="115"/>
            </a:xfrm>
          </p:grpSpPr>
          <p:sp>
            <p:nvSpPr>
              <p:cNvPr id="2123" name="Rectangle 25"/>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4" name="Rectangle 26"/>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5" name="Rectangle 27"/>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6" name="Rectangle 28"/>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3" name="Group 29"/>
            <p:cNvGrpSpPr>
              <a:grpSpLocks/>
            </p:cNvGrpSpPr>
            <p:nvPr userDrawn="1"/>
          </p:nvGrpSpPr>
          <p:grpSpPr bwMode="auto">
            <a:xfrm>
              <a:off x="5893" y="2523"/>
              <a:ext cx="466" cy="115"/>
              <a:chOff x="5893" y="2523"/>
              <a:chExt cx="466" cy="115"/>
            </a:xfrm>
          </p:grpSpPr>
          <p:sp>
            <p:nvSpPr>
              <p:cNvPr id="2119" name="Rectangle 30"/>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0" name="Rectangle 31"/>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1" name="Rectangle 32"/>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22" name="Rectangle 33"/>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4" name="Group 34"/>
            <p:cNvGrpSpPr>
              <a:grpSpLocks/>
            </p:cNvGrpSpPr>
            <p:nvPr userDrawn="1"/>
          </p:nvGrpSpPr>
          <p:grpSpPr bwMode="auto">
            <a:xfrm>
              <a:off x="5893" y="2659"/>
              <a:ext cx="466" cy="115"/>
              <a:chOff x="5893" y="2659"/>
              <a:chExt cx="466" cy="115"/>
            </a:xfrm>
          </p:grpSpPr>
          <p:sp>
            <p:nvSpPr>
              <p:cNvPr id="2115" name="Rectangle 35"/>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6" name="Rectangle 36"/>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7" name="Rectangle 37"/>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8" name="Rectangle 38"/>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5" name="Group 39"/>
            <p:cNvGrpSpPr>
              <a:grpSpLocks/>
            </p:cNvGrpSpPr>
            <p:nvPr userDrawn="1"/>
          </p:nvGrpSpPr>
          <p:grpSpPr bwMode="auto">
            <a:xfrm>
              <a:off x="5893" y="2251"/>
              <a:ext cx="466" cy="119"/>
              <a:chOff x="5893" y="2251"/>
              <a:chExt cx="466" cy="119"/>
            </a:xfrm>
          </p:grpSpPr>
          <p:sp>
            <p:nvSpPr>
              <p:cNvPr id="2111" name="Rectangle 40"/>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2" name="Rectangle 41"/>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3" name="Rectangle 42"/>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4" name="Rectangle 43"/>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6" name="Group 44"/>
            <p:cNvGrpSpPr>
              <a:grpSpLocks/>
            </p:cNvGrpSpPr>
            <p:nvPr userDrawn="1"/>
          </p:nvGrpSpPr>
          <p:grpSpPr bwMode="auto">
            <a:xfrm>
              <a:off x="5893" y="2886"/>
              <a:ext cx="466" cy="115"/>
              <a:chOff x="5893" y="2886"/>
              <a:chExt cx="466" cy="115"/>
            </a:xfrm>
          </p:grpSpPr>
          <p:sp>
            <p:nvSpPr>
              <p:cNvPr id="2107" name="Rectangle 45"/>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8" name="Rectangle 46"/>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9" name="Rectangle 47"/>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10" name="Rectangle 48"/>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7" name="Group 49"/>
            <p:cNvGrpSpPr>
              <a:grpSpLocks/>
            </p:cNvGrpSpPr>
            <p:nvPr userDrawn="1"/>
          </p:nvGrpSpPr>
          <p:grpSpPr bwMode="auto">
            <a:xfrm>
              <a:off x="5893" y="3022"/>
              <a:ext cx="466" cy="115"/>
              <a:chOff x="5893" y="3022"/>
              <a:chExt cx="466" cy="115"/>
            </a:xfrm>
          </p:grpSpPr>
          <p:sp>
            <p:nvSpPr>
              <p:cNvPr id="2103" name="Rectangle 50"/>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4" name="Rectangle 51"/>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5" name="Rectangle 52"/>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6" name="Rectangle 53"/>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8" name="Group 54"/>
            <p:cNvGrpSpPr>
              <a:grpSpLocks/>
            </p:cNvGrpSpPr>
            <p:nvPr userDrawn="1"/>
          </p:nvGrpSpPr>
          <p:grpSpPr bwMode="auto">
            <a:xfrm>
              <a:off x="5893" y="3158"/>
              <a:ext cx="466" cy="115"/>
              <a:chOff x="5893" y="3158"/>
              <a:chExt cx="466" cy="115"/>
            </a:xfrm>
          </p:grpSpPr>
          <p:sp>
            <p:nvSpPr>
              <p:cNvPr id="2099" name="Rectangle 55"/>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0" name="Rectangle 56"/>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1" name="Rectangle 57"/>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02" name="Rectangle 58"/>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9" name="Group 59"/>
            <p:cNvGrpSpPr>
              <a:grpSpLocks/>
            </p:cNvGrpSpPr>
            <p:nvPr userDrawn="1"/>
          </p:nvGrpSpPr>
          <p:grpSpPr bwMode="auto">
            <a:xfrm>
              <a:off x="5893" y="3385"/>
              <a:ext cx="466" cy="115"/>
              <a:chOff x="5893" y="3385"/>
              <a:chExt cx="466" cy="115"/>
            </a:xfrm>
          </p:grpSpPr>
          <p:sp>
            <p:nvSpPr>
              <p:cNvPr id="2095" name="Rectangle 60"/>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6" name="Rectangle 61"/>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7" name="Rectangle 62"/>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8" name="Rectangle 63"/>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0" name="Group 64"/>
            <p:cNvGrpSpPr>
              <a:grpSpLocks/>
            </p:cNvGrpSpPr>
            <p:nvPr userDrawn="1"/>
          </p:nvGrpSpPr>
          <p:grpSpPr bwMode="auto">
            <a:xfrm>
              <a:off x="5893" y="3521"/>
              <a:ext cx="466" cy="115"/>
              <a:chOff x="5893" y="3521"/>
              <a:chExt cx="466" cy="115"/>
            </a:xfrm>
          </p:grpSpPr>
          <p:sp>
            <p:nvSpPr>
              <p:cNvPr id="2091" name="Rectangle 65"/>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2" name="Rectangle 66"/>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3" name="Rectangle 67"/>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4" name="Rectangle 68"/>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1" name="Group 69"/>
            <p:cNvGrpSpPr>
              <a:grpSpLocks/>
            </p:cNvGrpSpPr>
            <p:nvPr userDrawn="1"/>
          </p:nvGrpSpPr>
          <p:grpSpPr bwMode="auto">
            <a:xfrm>
              <a:off x="5893" y="3657"/>
              <a:ext cx="466" cy="115"/>
              <a:chOff x="5893" y="3657"/>
              <a:chExt cx="466" cy="115"/>
            </a:xfrm>
          </p:grpSpPr>
          <p:sp>
            <p:nvSpPr>
              <p:cNvPr id="2087" name="Rectangle 70"/>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8" name="Rectangle 71"/>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 name="Rectangle 72"/>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90" name="Rectangle 73"/>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2" name="Group 74"/>
            <p:cNvGrpSpPr>
              <a:grpSpLocks/>
            </p:cNvGrpSpPr>
            <p:nvPr userDrawn="1"/>
          </p:nvGrpSpPr>
          <p:grpSpPr bwMode="auto">
            <a:xfrm>
              <a:off x="5893" y="3884"/>
              <a:ext cx="466" cy="115"/>
              <a:chOff x="5893" y="3884"/>
              <a:chExt cx="466" cy="115"/>
            </a:xfrm>
          </p:grpSpPr>
          <p:sp>
            <p:nvSpPr>
              <p:cNvPr id="2083" name="Rectangle 75"/>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4" name="Rectangle 76"/>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5" name="Rectangle 77"/>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6" name="Rectangle 78"/>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3" name="Group 79"/>
            <p:cNvGrpSpPr>
              <a:grpSpLocks/>
            </p:cNvGrpSpPr>
            <p:nvPr userDrawn="1"/>
          </p:nvGrpSpPr>
          <p:grpSpPr bwMode="auto">
            <a:xfrm>
              <a:off x="5893" y="4026"/>
              <a:ext cx="466" cy="115"/>
              <a:chOff x="5893" y="4026"/>
              <a:chExt cx="466" cy="115"/>
            </a:xfrm>
          </p:grpSpPr>
          <p:sp>
            <p:nvSpPr>
              <p:cNvPr id="2079" name="Rectangle 80"/>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0" name="Rectangle 81"/>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1" name="Rectangle 82"/>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2" name="Rectangle 83"/>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74" name="Group 84"/>
            <p:cNvGrpSpPr>
              <a:grpSpLocks/>
            </p:cNvGrpSpPr>
            <p:nvPr userDrawn="1"/>
          </p:nvGrpSpPr>
          <p:grpSpPr bwMode="auto">
            <a:xfrm>
              <a:off x="5893" y="4167"/>
              <a:ext cx="466" cy="115"/>
              <a:chOff x="5893" y="4167"/>
              <a:chExt cx="466" cy="115"/>
            </a:xfrm>
          </p:grpSpPr>
          <p:sp>
            <p:nvSpPr>
              <p:cNvPr id="2075" name="Rectangle 85"/>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6" name="Rectangle 86"/>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7" name="Rectangle 87"/>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78" name="Rectangle 88"/>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057" name="Rectangle 89"/>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2058" name="Rectangle 90"/>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sp>
        <p:nvSpPr>
          <p:cNvPr id="152" name="Text Box 5"/>
          <p:cNvSpPr txBox="1">
            <a:spLocks noChangeArrowheads="1"/>
          </p:cNvSpPr>
          <p:nvPr/>
        </p:nvSpPr>
        <p:spPr bwMode="auto">
          <a:xfrm>
            <a:off x="1007534" y="6230938"/>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sp>
        <p:nvSpPr>
          <p:cNvPr id="153" name="Text Box 7"/>
          <p:cNvSpPr txBox="1">
            <a:spLocks noChangeArrowheads="1"/>
          </p:cNvSpPr>
          <p:nvPr/>
        </p:nvSpPr>
        <p:spPr bwMode="auto">
          <a:xfrm>
            <a:off x="9639300" y="4019551"/>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pic>
        <p:nvPicPr>
          <p:cNvPr id="79" name="Picture 6" descr="Logo"/>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16" r:id="rId1"/>
    <p:sldLayoutId id="2147483824"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bg1"/>
          </a:solidFill>
          <a:latin typeface="+mn-lt"/>
          <a:ea typeface="黑体" pitchFamily="49" charset="-122"/>
          <a:cs typeface="+mj-cs"/>
        </a:defRPr>
      </a:lvl1pPr>
      <a:lvl2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bg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0"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400" dirty="0" smtClean="0">
                <a:solidFill>
                  <a:srgbClr val="000000"/>
                </a:solidFill>
                <a:latin typeface="FrutigerNext LT Bold" pitchFamily="34" charset="0"/>
                <a:ea typeface="MS PGothic" pitchFamily="34" charset="-128"/>
              </a:rPr>
              <a:t>HUAWEI TECHNOLOGIES CO., LTD.</a:t>
            </a:r>
          </a:p>
        </p:txBody>
      </p:sp>
      <p:pic>
        <p:nvPicPr>
          <p:cNvPr id="512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ectangle 8"/>
          <p:cNvSpPr>
            <a:spLocks noGrp="1" noChangeArrowheads="1"/>
          </p:cNvSpPr>
          <p:nvPr>
            <p:ph type="title"/>
          </p:nvPr>
        </p:nvSpPr>
        <p:spPr bwMode="auto">
          <a:xfrm>
            <a:off x="1007534" y="4508501"/>
            <a:ext cx="7397751" cy="58477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5128"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9426"/>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mn-lt"/>
                <a:ea typeface="+mj-ea"/>
              </a:defRPr>
            </a:lvl1pPr>
          </a:lstStyle>
          <a:p>
            <a:pPr>
              <a:defRPr/>
            </a:pPr>
            <a:endParaRPr lang="en-US" altLang="zh-CN"/>
          </a:p>
        </p:txBody>
      </p:sp>
      <p:sp>
        <p:nvSpPr>
          <p:cNvPr id="5130" name="Rectangle 17"/>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a:lnSpc>
                <a:spcPct val="125000"/>
              </a:lnSpc>
              <a:spcBef>
                <a:spcPct val="20000"/>
              </a:spcBef>
            </a:pPr>
            <a:r>
              <a:rPr lang="zh-CN" altLang="en-US" sz="1100">
                <a:solidFill>
                  <a:srgbClr val="FFFFFF"/>
                </a:solidFill>
                <a:latin typeface="Arial" pitchFamily="34" charset="0"/>
              </a:rPr>
              <a:t>英文标题</a:t>
            </a:r>
            <a:r>
              <a:rPr lang="en-US" altLang="zh-CN" sz="1100">
                <a:solidFill>
                  <a:srgbClr val="FFFFFF"/>
                </a:solidFill>
                <a:latin typeface="Arial" pitchFamily="34" charset="0"/>
              </a:rPr>
              <a:t>:32-35pt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Medium</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中文标题</a:t>
            </a:r>
            <a:r>
              <a:rPr lang="en-US" altLang="zh-CN" sz="1100">
                <a:solidFill>
                  <a:srgbClr val="FFFFFF"/>
                </a:solidFill>
                <a:latin typeface="Arial" pitchFamily="34" charset="0"/>
              </a:rPr>
              <a:t>:30-32pt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 R153 G0 B0</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黑体</a:t>
            </a: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英文正文</a:t>
            </a:r>
            <a:r>
              <a:rPr lang="en-US" altLang="zh-CN" sz="1100">
                <a:solidFill>
                  <a:srgbClr val="FFFFFF"/>
                </a:solidFill>
                <a:latin typeface="Arial" pitchFamily="34" charset="0"/>
              </a:rPr>
              <a:t>:20-22pt</a:t>
            </a:r>
          </a:p>
          <a:p>
            <a:pPr marL="342900" indent="-342900" algn="r">
              <a:lnSpc>
                <a:spcPct val="125000"/>
              </a:lnSpc>
              <a:spcBef>
                <a:spcPct val="20000"/>
              </a:spcBef>
            </a:pPr>
            <a:r>
              <a:rPr lang="zh-CN" altLang="en-US" sz="1100">
                <a:solidFill>
                  <a:srgbClr val="FFFFFF"/>
                </a:solidFill>
                <a:latin typeface="Arial" pitchFamily="34" charset="0"/>
              </a:rPr>
              <a:t>子目录 </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 :18pt  </a:t>
            </a: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内部使用字体 </a:t>
            </a:r>
            <a:r>
              <a:rPr lang="en-US" altLang="zh-CN" sz="1100">
                <a:solidFill>
                  <a:srgbClr val="FFFFFF"/>
                </a:solidFill>
                <a:latin typeface="Arial" pitchFamily="34" charset="0"/>
              </a:rPr>
              <a:t>:</a:t>
            </a:r>
          </a:p>
          <a:p>
            <a:pPr marL="342900" indent="-342900" algn="r">
              <a:lnSpc>
                <a:spcPct val="125000"/>
              </a:lnSpc>
              <a:spcBef>
                <a:spcPct val="20000"/>
              </a:spcBef>
            </a:pPr>
            <a:r>
              <a:rPr lang="en-US" altLang="zh-CN" sz="1100">
                <a:solidFill>
                  <a:srgbClr val="FFFFFF"/>
                </a:solidFill>
                <a:latin typeface="Arial" pitchFamily="34" charset="0"/>
              </a:rPr>
              <a:t>FrutigerNext LT Regular</a:t>
            </a:r>
          </a:p>
          <a:p>
            <a:pPr marL="342900" indent="-342900" algn="r">
              <a:lnSpc>
                <a:spcPct val="125000"/>
              </a:lnSpc>
              <a:spcBef>
                <a:spcPct val="20000"/>
              </a:spcBef>
            </a:pPr>
            <a:r>
              <a:rPr lang="zh-CN" altLang="en-US" sz="1100">
                <a:solidFill>
                  <a:srgbClr val="FFFFFF"/>
                </a:solidFill>
                <a:latin typeface="Arial" pitchFamily="34" charset="0"/>
              </a:rPr>
              <a:t>外部使用字体 </a:t>
            </a:r>
            <a:r>
              <a:rPr lang="en-US" altLang="zh-CN" sz="1100">
                <a:solidFill>
                  <a:srgbClr val="FFFFFF"/>
                </a:solidFill>
                <a:latin typeface="Arial" pitchFamily="34" charset="0"/>
              </a:rPr>
              <a:t>: Arial</a:t>
            </a:r>
          </a:p>
          <a:p>
            <a:pPr marL="342900" indent="-342900" algn="r">
              <a:lnSpc>
                <a:spcPct val="75000"/>
              </a:lnSpc>
              <a:spcBef>
                <a:spcPct val="20000"/>
              </a:spcBef>
            </a:pPr>
            <a:endParaRPr lang="en-US" altLang="zh-CN"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中文正文</a:t>
            </a:r>
            <a:r>
              <a:rPr lang="en-US" altLang="zh-CN" sz="1100">
                <a:solidFill>
                  <a:srgbClr val="FFFFFF"/>
                </a:solidFill>
                <a:latin typeface="Arial" pitchFamily="34" charset="0"/>
              </a:rPr>
              <a:t>:18-20pt</a:t>
            </a:r>
          </a:p>
          <a:p>
            <a:pPr marL="342900" indent="-342900" algn="r">
              <a:lnSpc>
                <a:spcPct val="125000"/>
              </a:lnSpc>
              <a:spcBef>
                <a:spcPct val="20000"/>
              </a:spcBef>
            </a:pPr>
            <a:r>
              <a:rPr lang="zh-CN" altLang="en-US" sz="1100">
                <a:solidFill>
                  <a:srgbClr val="FFFFFF"/>
                </a:solidFill>
                <a:latin typeface="Arial" pitchFamily="34" charset="0"/>
              </a:rPr>
              <a:t>子目录</a:t>
            </a:r>
            <a:r>
              <a:rPr lang="en-US" altLang="zh-CN" sz="1100">
                <a:solidFill>
                  <a:srgbClr val="FFFFFF"/>
                </a:solidFill>
                <a:latin typeface="Arial" pitchFamily="34" charset="0"/>
              </a:rPr>
              <a:t>(2-5</a:t>
            </a:r>
            <a:r>
              <a:rPr lang="zh-CN" altLang="en-US" sz="1100">
                <a:solidFill>
                  <a:srgbClr val="FFFFFF"/>
                </a:solidFill>
                <a:latin typeface="Arial" pitchFamily="34" charset="0"/>
              </a:rPr>
              <a:t>级</a:t>
            </a:r>
            <a:r>
              <a:rPr lang="en-US" altLang="zh-CN" sz="1100">
                <a:solidFill>
                  <a:srgbClr val="FFFFFF"/>
                </a:solidFill>
                <a:latin typeface="Arial" pitchFamily="34" charset="0"/>
              </a:rPr>
              <a:t>):18pt </a:t>
            </a:r>
            <a:endParaRPr lang="zh-CN" altLang="en-US" sz="1100">
              <a:solidFill>
                <a:srgbClr val="FFFFFF"/>
              </a:solidFill>
              <a:latin typeface="Arial" pitchFamily="34" charset="0"/>
            </a:endParaRPr>
          </a:p>
          <a:p>
            <a:pPr marL="342900" indent="-342900" algn="r">
              <a:lnSpc>
                <a:spcPct val="125000"/>
              </a:lnSpc>
              <a:spcBef>
                <a:spcPct val="20000"/>
              </a:spcBef>
            </a:pPr>
            <a:r>
              <a:rPr lang="zh-CN" altLang="en-US" sz="1100">
                <a:solidFill>
                  <a:srgbClr val="FFFFFF"/>
                </a:solidFill>
                <a:latin typeface="Arial" pitchFamily="34" charset="0"/>
              </a:rPr>
              <a:t>颜色</a:t>
            </a:r>
            <a:r>
              <a:rPr lang="en-US" altLang="zh-CN" sz="1100">
                <a:solidFill>
                  <a:srgbClr val="FFFFFF"/>
                </a:solidFill>
                <a:latin typeface="Arial" pitchFamily="34" charset="0"/>
              </a:rPr>
              <a:t>:</a:t>
            </a:r>
            <a:r>
              <a:rPr lang="zh-CN" altLang="en-US" sz="1100">
                <a:solidFill>
                  <a:srgbClr val="FFFFFF"/>
                </a:solidFill>
                <a:latin typeface="Arial" pitchFamily="34" charset="0"/>
              </a:rPr>
              <a:t>黑色</a:t>
            </a:r>
          </a:p>
          <a:p>
            <a:pPr marL="342900" indent="-342900" algn="r">
              <a:lnSpc>
                <a:spcPct val="125000"/>
              </a:lnSpc>
              <a:spcBef>
                <a:spcPct val="20000"/>
              </a:spcBef>
            </a:pPr>
            <a:r>
              <a:rPr lang="zh-CN" altLang="en-US" sz="1100">
                <a:solidFill>
                  <a:srgbClr val="FFFFFF"/>
                </a:solidFill>
                <a:latin typeface="Arial" pitchFamily="34" charset="0"/>
              </a:rPr>
              <a:t>字体</a:t>
            </a:r>
            <a:r>
              <a:rPr lang="en-US" altLang="zh-CN" sz="1100">
                <a:solidFill>
                  <a:srgbClr val="FFFFFF"/>
                </a:solidFill>
                <a:latin typeface="Arial" pitchFamily="34" charset="0"/>
              </a:rPr>
              <a:t>:</a:t>
            </a:r>
            <a:r>
              <a:rPr lang="zh-CN" altLang="en-US" sz="1100">
                <a:solidFill>
                  <a:srgbClr val="FFFFFF"/>
                </a:solidFill>
                <a:latin typeface="Arial" pitchFamily="34" charset="0"/>
              </a:rPr>
              <a:t>细黑体 </a:t>
            </a:r>
            <a:endParaRPr lang="zh-CN" altLang="en-US" sz="1100">
              <a:solidFill>
                <a:srgbClr val="000000"/>
              </a:solidFill>
              <a:latin typeface="Arial" pitchFamily="34" charset="0"/>
            </a:endParaRPr>
          </a:p>
        </p:txBody>
      </p:sp>
      <p:grpSp>
        <p:nvGrpSpPr>
          <p:cNvPr id="5131" name="Group 85"/>
          <p:cNvGrpSpPr>
            <a:grpSpLocks/>
          </p:cNvGrpSpPr>
          <p:nvPr/>
        </p:nvGrpSpPr>
        <p:grpSpPr bwMode="auto">
          <a:xfrm>
            <a:off x="12433301" y="3511550"/>
            <a:ext cx="1225551" cy="3224212"/>
            <a:chOff x="5839" y="2251"/>
            <a:chExt cx="579" cy="2031"/>
          </a:xfrm>
        </p:grpSpPr>
        <p:sp>
          <p:nvSpPr>
            <p:cNvPr id="5134" name="Rectangle 86"/>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5135" name="Group 87"/>
            <p:cNvGrpSpPr>
              <a:grpSpLocks/>
            </p:cNvGrpSpPr>
            <p:nvPr userDrawn="1"/>
          </p:nvGrpSpPr>
          <p:grpSpPr bwMode="auto">
            <a:xfrm>
              <a:off x="5893" y="2387"/>
              <a:ext cx="466" cy="115"/>
              <a:chOff x="5893" y="2387"/>
              <a:chExt cx="466" cy="115"/>
            </a:xfrm>
          </p:grpSpPr>
          <p:sp>
            <p:nvSpPr>
              <p:cNvPr id="5196" name="Rectangle 88"/>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7" name="Rectangle 89"/>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8" name="Rectangle 90"/>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9" name="Rectangle 91"/>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6" name="Group 92"/>
            <p:cNvGrpSpPr>
              <a:grpSpLocks/>
            </p:cNvGrpSpPr>
            <p:nvPr userDrawn="1"/>
          </p:nvGrpSpPr>
          <p:grpSpPr bwMode="auto">
            <a:xfrm>
              <a:off x="5893" y="2523"/>
              <a:ext cx="466" cy="115"/>
              <a:chOff x="5893" y="2523"/>
              <a:chExt cx="466" cy="115"/>
            </a:xfrm>
          </p:grpSpPr>
          <p:sp>
            <p:nvSpPr>
              <p:cNvPr id="5192" name="Rectangle 93"/>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Rectangle 94"/>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4" name="Rectangle 95"/>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5" name="Rectangle 96"/>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7" name="Group 97"/>
            <p:cNvGrpSpPr>
              <a:grpSpLocks/>
            </p:cNvGrpSpPr>
            <p:nvPr userDrawn="1"/>
          </p:nvGrpSpPr>
          <p:grpSpPr bwMode="auto">
            <a:xfrm>
              <a:off x="5893" y="2659"/>
              <a:ext cx="466" cy="115"/>
              <a:chOff x="5893" y="2659"/>
              <a:chExt cx="466" cy="115"/>
            </a:xfrm>
          </p:grpSpPr>
          <p:sp>
            <p:nvSpPr>
              <p:cNvPr id="5188" name="Rectangle 98"/>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Rectangle 99"/>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Rectangle 100"/>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Rectangle 101"/>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8" name="Group 102"/>
            <p:cNvGrpSpPr>
              <a:grpSpLocks/>
            </p:cNvGrpSpPr>
            <p:nvPr userDrawn="1"/>
          </p:nvGrpSpPr>
          <p:grpSpPr bwMode="auto">
            <a:xfrm>
              <a:off x="5893" y="2251"/>
              <a:ext cx="466" cy="119"/>
              <a:chOff x="5893" y="2251"/>
              <a:chExt cx="466" cy="119"/>
            </a:xfrm>
          </p:grpSpPr>
          <p:sp>
            <p:nvSpPr>
              <p:cNvPr id="5184" name="Rectangle 103"/>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5" name="Rectangle 104"/>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Rectangle 105"/>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7" name="Rectangle 106"/>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9" name="Group 107"/>
            <p:cNvGrpSpPr>
              <a:grpSpLocks/>
            </p:cNvGrpSpPr>
            <p:nvPr userDrawn="1"/>
          </p:nvGrpSpPr>
          <p:grpSpPr bwMode="auto">
            <a:xfrm>
              <a:off x="5893" y="2886"/>
              <a:ext cx="466" cy="115"/>
              <a:chOff x="5893" y="2886"/>
              <a:chExt cx="466" cy="115"/>
            </a:xfrm>
          </p:grpSpPr>
          <p:sp>
            <p:nvSpPr>
              <p:cNvPr id="5180" name="Rectangle 108"/>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Rectangle 109"/>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2" name="Rectangle 110"/>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Rectangle 111"/>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0" name="Group 112"/>
            <p:cNvGrpSpPr>
              <a:grpSpLocks/>
            </p:cNvGrpSpPr>
            <p:nvPr userDrawn="1"/>
          </p:nvGrpSpPr>
          <p:grpSpPr bwMode="auto">
            <a:xfrm>
              <a:off x="5893" y="3022"/>
              <a:ext cx="466" cy="115"/>
              <a:chOff x="5893" y="3022"/>
              <a:chExt cx="466" cy="115"/>
            </a:xfrm>
          </p:grpSpPr>
          <p:sp>
            <p:nvSpPr>
              <p:cNvPr id="5176" name="Rectangle 113"/>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Rectangle 114"/>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Rectangle 115"/>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9" name="Rectangle 116"/>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1" name="Group 117"/>
            <p:cNvGrpSpPr>
              <a:grpSpLocks/>
            </p:cNvGrpSpPr>
            <p:nvPr userDrawn="1"/>
          </p:nvGrpSpPr>
          <p:grpSpPr bwMode="auto">
            <a:xfrm>
              <a:off x="5893" y="3158"/>
              <a:ext cx="466" cy="115"/>
              <a:chOff x="5893" y="3158"/>
              <a:chExt cx="466" cy="115"/>
            </a:xfrm>
          </p:grpSpPr>
          <p:sp>
            <p:nvSpPr>
              <p:cNvPr id="5172" name="Rectangle 118"/>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3" name="Rectangle 119"/>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Rectangle 120"/>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Rectangle 121"/>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2" name="Group 122"/>
            <p:cNvGrpSpPr>
              <a:grpSpLocks/>
            </p:cNvGrpSpPr>
            <p:nvPr userDrawn="1"/>
          </p:nvGrpSpPr>
          <p:grpSpPr bwMode="auto">
            <a:xfrm>
              <a:off x="5893" y="3385"/>
              <a:ext cx="466" cy="115"/>
              <a:chOff x="5893" y="3385"/>
              <a:chExt cx="466" cy="115"/>
            </a:xfrm>
          </p:grpSpPr>
          <p:sp>
            <p:nvSpPr>
              <p:cNvPr id="5168" name="Rectangle 123"/>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9" name="Rectangle 124"/>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0" name="Rectangle 125"/>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Rectangle 126"/>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3" name="Group 127"/>
            <p:cNvGrpSpPr>
              <a:grpSpLocks/>
            </p:cNvGrpSpPr>
            <p:nvPr userDrawn="1"/>
          </p:nvGrpSpPr>
          <p:grpSpPr bwMode="auto">
            <a:xfrm>
              <a:off x="5893" y="3521"/>
              <a:ext cx="466" cy="115"/>
              <a:chOff x="5893" y="3521"/>
              <a:chExt cx="466" cy="115"/>
            </a:xfrm>
          </p:grpSpPr>
          <p:sp>
            <p:nvSpPr>
              <p:cNvPr id="5164" name="Rectangle 128"/>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5" name="Rectangle 129"/>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6" name="Rectangle 130"/>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7" name="Rectangle 131"/>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4" name="Group 132"/>
            <p:cNvGrpSpPr>
              <a:grpSpLocks/>
            </p:cNvGrpSpPr>
            <p:nvPr userDrawn="1"/>
          </p:nvGrpSpPr>
          <p:grpSpPr bwMode="auto">
            <a:xfrm>
              <a:off x="5893" y="3657"/>
              <a:ext cx="466" cy="115"/>
              <a:chOff x="5893" y="3657"/>
              <a:chExt cx="466" cy="115"/>
            </a:xfrm>
          </p:grpSpPr>
          <p:sp>
            <p:nvSpPr>
              <p:cNvPr id="5160" name="Rectangle 133"/>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Rectangle 134"/>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Rectangle 135"/>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Rectangle 136"/>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5" name="Group 137"/>
            <p:cNvGrpSpPr>
              <a:grpSpLocks/>
            </p:cNvGrpSpPr>
            <p:nvPr userDrawn="1"/>
          </p:nvGrpSpPr>
          <p:grpSpPr bwMode="auto">
            <a:xfrm>
              <a:off x="5893" y="3884"/>
              <a:ext cx="466" cy="115"/>
              <a:chOff x="5893" y="3884"/>
              <a:chExt cx="466" cy="115"/>
            </a:xfrm>
          </p:grpSpPr>
          <p:sp>
            <p:nvSpPr>
              <p:cNvPr id="5156" name="Rectangle 138"/>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7" name="Rectangle 139"/>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8" name="Rectangle 140"/>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Rectangle 141"/>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6" name="Group 142"/>
            <p:cNvGrpSpPr>
              <a:grpSpLocks/>
            </p:cNvGrpSpPr>
            <p:nvPr userDrawn="1"/>
          </p:nvGrpSpPr>
          <p:grpSpPr bwMode="auto">
            <a:xfrm>
              <a:off x="5893" y="4026"/>
              <a:ext cx="466" cy="115"/>
              <a:chOff x="5893" y="4026"/>
              <a:chExt cx="466" cy="115"/>
            </a:xfrm>
          </p:grpSpPr>
          <p:sp>
            <p:nvSpPr>
              <p:cNvPr id="5152" name="Rectangle 143"/>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3" name="Rectangle 144"/>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4" name="Rectangle 145"/>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5" name="Rectangle 146"/>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7" name="Group 147"/>
            <p:cNvGrpSpPr>
              <a:grpSpLocks/>
            </p:cNvGrpSpPr>
            <p:nvPr userDrawn="1"/>
          </p:nvGrpSpPr>
          <p:grpSpPr bwMode="auto">
            <a:xfrm>
              <a:off x="5893" y="4167"/>
              <a:ext cx="466" cy="115"/>
              <a:chOff x="5893" y="4167"/>
              <a:chExt cx="466" cy="115"/>
            </a:xfrm>
          </p:grpSpPr>
          <p:sp>
            <p:nvSpPr>
              <p:cNvPr id="5148" name="Rectangle 148"/>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9" name="Rectangle 149"/>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0" name="Rectangle 150"/>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Rectangle 151"/>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5132" name="Rectangle 152"/>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配色参考方案：</a:t>
            </a:r>
          </a:p>
          <a:p>
            <a:pPr>
              <a:lnSpc>
                <a:spcPct val="120000"/>
              </a:lnSpc>
              <a:spcBef>
                <a:spcPct val="20000"/>
              </a:spcBef>
            </a:pPr>
            <a:r>
              <a:rPr lang="zh-CN" altLang="en-US" sz="1100">
                <a:solidFill>
                  <a:srgbClr val="FFFFFF"/>
                </a:solidFill>
                <a:latin typeface="Arial" pitchFamily="34" charset="0"/>
              </a:rPr>
              <a:t>建议同一页面内不超过四种颜色，以下是</a:t>
            </a:r>
            <a:r>
              <a:rPr lang="en-US" altLang="zh-CN" sz="1100">
                <a:solidFill>
                  <a:srgbClr val="FFFFFF"/>
                </a:solidFill>
                <a:latin typeface="Arial" pitchFamily="34" charset="0"/>
              </a:rPr>
              <a:t>13</a:t>
            </a:r>
            <a:r>
              <a:rPr lang="zh-CN" altLang="en-US" sz="1100">
                <a:solidFill>
                  <a:srgbClr val="FFFFFF"/>
                </a:solidFill>
                <a:latin typeface="Arial" pitchFamily="34" charset="0"/>
              </a:rPr>
              <a:t>组配色方案，同一页面内只选择一组使用。（仅供参考）</a:t>
            </a:r>
          </a:p>
        </p:txBody>
      </p:sp>
      <p:sp>
        <p:nvSpPr>
          <p:cNvPr id="5133" name="Rectangle 153"/>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latin typeface="Arial" pitchFamily="34" charset="0"/>
              </a:rPr>
              <a:t>客户或者合作伙伴的标志放在右上角</a:t>
            </a:r>
            <a:r>
              <a:rPr lang="en-US" altLang="zh-CN" sz="1100">
                <a:solidFill>
                  <a:srgbClr val="FFFFFF"/>
                </a:solidFill>
                <a:latin typeface="Arial" pitchFamily="34" charset="0"/>
              </a:rPr>
              <a:t>.</a:t>
            </a:r>
            <a:endParaRPr lang="zh-CN" altLang="en-US" sz="1100">
              <a:solidFill>
                <a:srgbClr val="FFFFFF"/>
              </a:solidFill>
              <a:latin typeface="Arial" pitchFamily="34" charset="0"/>
            </a:endParaRPr>
          </a:p>
        </p:txBody>
      </p:sp>
      <p:pic>
        <p:nvPicPr>
          <p:cNvPr id="5200" name="Picture 80" descr="200016582-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5201"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8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7" r:id="rId1"/>
    <p:sldLayoutId id="2147483825"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9"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6151"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6154" name="Rectangle 14"/>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6155" name="Group 149"/>
          <p:cNvGrpSpPr>
            <a:grpSpLocks/>
          </p:cNvGrpSpPr>
          <p:nvPr/>
        </p:nvGrpSpPr>
        <p:grpSpPr bwMode="auto">
          <a:xfrm>
            <a:off x="12433301" y="3511550"/>
            <a:ext cx="1225551" cy="3224212"/>
            <a:chOff x="5839" y="2251"/>
            <a:chExt cx="579" cy="2031"/>
          </a:xfrm>
        </p:grpSpPr>
        <p:sp>
          <p:nvSpPr>
            <p:cNvPr id="6158" name="Rectangle 150"/>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6159" name="Group 151"/>
            <p:cNvGrpSpPr>
              <a:grpSpLocks/>
            </p:cNvGrpSpPr>
            <p:nvPr userDrawn="1"/>
          </p:nvGrpSpPr>
          <p:grpSpPr bwMode="auto">
            <a:xfrm>
              <a:off x="5893" y="2387"/>
              <a:ext cx="466" cy="115"/>
              <a:chOff x="5893" y="2387"/>
              <a:chExt cx="466" cy="115"/>
            </a:xfrm>
          </p:grpSpPr>
          <p:sp>
            <p:nvSpPr>
              <p:cNvPr id="6220" name="Rectangle 152"/>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Rectangle 153"/>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Rectangle 154"/>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3" name="Rectangle 155"/>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0" name="Group 156"/>
            <p:cNvGrpSpPr>
              <a:grpSpLocks/>
            </p:cNvGrpSpPr>
            <p:nvPr userDrawn="1"/>
          </p:nvGrpSpPr>
          <p:grpSpPr bwMode="auto">
            <a:xfrm>
              <a:off x="5893" y="2523"/>
              <a:ext cx="466" cy="115"/>
              <a:chOff x="5893" y="2523"/>
              <a:chExt cx="466" cy="115"/>
            </a:xfrm>
          </p:grpSpPr>
          <p:sp>
            <p:nvSpPr>
              <p:cNvPr id="6216" name="Rectangle 157"/>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7" name="Rectangle 158"/>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8" name="Rectangle 159"/>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Rectangle 160"/>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1" name="Group 161"/>
            <p:cNvGrpSpPr>
              <a:grpSpLocks/>
            </p:cNvGrpSpPr>
            <p:nvPr userDrawn="1"/>
          </p:nvGrpSpPr>
          <p:grpSpPr bwMode="auto">
            <a:xfrm>
              <a:off x="5893" y="2659"/>
              <a:ext cx="466" cy="115"/>
              <a:chOff x="5893" y="2659"/>
              <a:chExt cx="466" cy="115"/>
            </a:xfrm>
          </p:grpSpPr>
          <p:sp>
            <p:nvSpPr>
              <p:cNvPr id="6212" name="Rectangle 162"/>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3" name="Rectangle 163"/>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4" name="Rectangle 164"/>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5" name="Rectangle 165"/>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2" name="Group 166"/>
            <p:cNvGrpSpPr>
              <a:grpSpLocks/>
            </p:cNvGrpSpPr>
            <p:nvPr userDrawn="1"/>
          </p:nvGrpSpPr>
          <p:grpSpPr bwMode="auto">
            <a:xfrm>
              <a:off x="5893" y="2251"/>
              <a:ext cx="466" cy="119"/>
              <a:chOff x="5893" y="2251"/>
              <a:chExt cx="466" cy="119"/>
            </a:xfrm>
          </p:grpSpPr>
          <p:sp>
            <p:nvSpPr>
              <p:cNvPr id="6208" name="Rectangle 167"/>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9" name="Rectangle 168"/>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0" name="Rectangle 169"/>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1" name="Rectangle 170"/>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71"/>
            <p:cNvGrpSpPr>
              <a:grpSpLocks/>
            </p:cNvGrpSpPr>
            <p:nvPr userDrawn="1"/>
          </p:nvGrpSpPr>
          <p:grpSpPr bwMode="auto">
            <a:xfrm>
              <a:off x="5893" y="2886"/>
              <a:ext cx="466" cy="115"/>
              <a:chOff x="5893" y="2886"/>
              <a:chExt cx="466" cy="115"/>
            </a:xfrm>
          </p:grpSpPr>
          <p:sp>
            <p:nvSpPr>
              <p:cNvPr id="6204" name="Rectangle 172"/>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Rectangle 173"/>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Rectangle 174"/>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Rectangle 175"/>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4" name="Group 176"/>
            <p:cNvGrpSpPr>
              <a:grpSpLocks/>
            </p:cNvGrpSpPr>
            <p:nvPr userDrawn="1"/>
          </p:nvGrpSpPr>
          <p:grpSpPr bwMode="auto">
            <a:xfrm>
              <a:off x="5893" y="3022"/>
              <a:ext cx="466" cy="115"/>
              <a:chOff x="5893" y="3022"/>
              <a:chExt cx="466" cy="115"/>
            </a:xfrm>
          </p:grpSpPr>
          <p:sp>
            <p:nvSpPr>
              <p:cNvPr id="6200" name="Rectangle 177"/>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Rectangle 178"/>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2" name="Rectangle 179"/>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3" name="Rectangle 180"/>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5" name="Group 181"/>
            <p:cNvGrpSpPr>
              <a:grpSpLocks/>
            </p:cNvGrpSpPr>
            <p:nvPr userDrawn="1"/>
          </p:nvGrpSpPr>
          <p:grpSpPr bwMode="auto">
            <a:xfrm>
              <a:off x="5893" y="3158"/>
              <a:ext cx="466" cy="115"/>
              <a:chOff x="5893" y="3158"/>
              <a:chExt cx="466" cy="115"/>
            </a:xfrm>
          </p:grpSpPr>
          <p:sp>
            <p:nvSpPr>
              <p:cNvPr id="6196" name="Rectangle 182"/>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7" name="Rectangle 183"/>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8" name="Rectangle 184"/>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Rectangle 185"/>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6" name="Group 186"/>
            <p:cNvGrpSpPr>
              <a:grpSpLocks/>
            </p:cNvGrpSpPr>
            <p:nvPr userDrawn="1"/>
          </p:nvGrpSpPr>
          <p:grpSpPr bwMode="auto">
            <a:xfrm>
              <a:off x="5893" y="3385"/>
              <a:ext cx="466" cy="115"/>
              <a:chOff x="5893" y="3385"/>
              <a:chExt cx="466" cy="115"/>
            </a:xfrm>
          </p:grpSpPr>
          <p:sp>
            <p:nvSpPr>
              <p:cNvPr id="6192" name="Rectangle 187"/>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Rectangle 188"/>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4" name="Rectangle 189"/>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5" name="Rectangle 190"/>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7" name="Group 191"/>
            <p:cNvGrpSpPr>
              <a:grpSpLocks/>
            </p:cNvGrpSpPr>
            <p:nvPr userDrawn="1"/>
          </p:nvGrpSpPr>
          <p:grpSpPr bwMode="auto">
            <a:xfrm>
              <a:off x="5893" y="3521"/>
              <a:ext cx="466" cy="115"/>
              <a:chOff x="5893" y="3521"/>
              <a:chExt cx="466" cy="115"/>
            </a:xfrm>
          </p:grpSpPr>
          <p:sp>
            <p:nvSpPr>
              <p:cNvPr id="6188" name="Rectangle 192"/>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Rectangle 193"/>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Rectangle 194"/>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Rectangle 195"/>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8" name="Group 196"/>
            <p:cNvGrpSpPr>
              <a:grpSpLocks/>
            </p:cNvGrpSpPr>
            <p:nvPr userDrawn="1"/>
          </p:nvGrpSpPr>
          <p:grpSpPr bwMode="auto">
            <a:xfrm>
              <a:off x="5893" y="3657"/>
              <a:ext cx="466" cy="115"/>
              <a:chOff x="5893" y="3657"/>
              <a:chExt cx="466" cy="115"/>
            </a:xfrm>
          </p:grpSpPr>
          <p:sp>
            <p:nvSpPr>
              <p:cNvPr id="6184" name="Rectangle 197"/>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5" name="Rectangle 198"/>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Rectangle 199"/>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7" name="Rectangle 200"/>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9" name="Group 201"/>
            <p:cNvGrpSpPr>
              <a:grpSpLocks/>
            </p:cNvGrpSpPr>
            <p:nvPr userDrawn="1"/>
          </p:nvGrpSpPr>
          <p:grpSpPr bwMode="auto">
            <a:xfrm>
              <a:off x="5893" y="3884"/>
              <a:ext cx="466" cy="115"/>
              <a:chOff x="5893" y="3884"/>
              <a:chExt cx="466" cy="115"/>
            </a:xfrm>
          </p:grpSpPr>
          <p:sp>
            <p:nvSpPr>
              <p:cNvPr id="6180" name="Rectangle 202"/>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1" name="Rectangle 203"/>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2" name="Rectangle 204"/>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3" name="Rectangle 205"/>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0" name="Group 206"/>
            <p:cNvGrpSpPr>
              <a:grpSpLocks/>
            </p:cNvGrpSpPr>
            <p:nvPr userDrawn="1"/>
          </p:nvGrpSpPr>
          <p:grpSpPr bwMode="auto">
            <a:xfrm>
              <a:off x="5893" y="4026"/>
              <a:ext cx="466" cy="115"/>
              <a:chOff x="5893" y="4026"/>
              <a:chExt cx="466" cy="115"/>
            </a:xfrm>
          </p:grpSpPr>
          <p:sp>
            <p:nvSpPr>
              <p:cNvPr id="6176" name="Rectangle 207"/>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Rectangle 208"/>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8" name="Rectangle 209"/>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9" name="Rectangle 210"/>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1" name="Group 211"/>
            <p:cNvGrpSpPr>
              <a:grpSpLocks/>
            </p:cNvGrpSpPr>
            <p:nvPr userDrawn="1"/>
          </p:nvGrpSpPr>
          <p:grpSpPr bwMode="auto">
            <a:xfrm>
              <a:off x="5893" y="4167"/>
              <a:ext cx="466" cy="115"/>
              <a:chOff x="5893" y="4167"/>
              <a:chExt cx="466" cy="115"/>
            </a:xfrm>
          </p:grpSpPr>
          <p:sp>
            <p:nvSpPr>
              <p:cNvPr id="6172" name="Rectangle 212"/>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3" name="Rectangle 213"/>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Rectangle 214"/>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Rectangle 215"/>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6156" name="Rectangle 216"/>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6157" name="Rectangle 217"/>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6224" name="Picture 80" descr="bra200912090008_M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6225"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8"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3"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7175" name="Picture 6" descr="Logo"/>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7178"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7179" name="Group 148"/>
          <p:cNvGrpSpPr>
            <a:grpSpLocks/>
          </p:cNvGrpSpPr>
          <p:nvPr/>
        </p:nvGrpSpPr>
        <p:grpSpPr bwMode="auto">
          <a:xfrm>
            <a:off x="12433301" y="3511550"/>
            <a:ext cx="1225551" cy="3224212"/>
            <a:chOff x="5839" y="2251"/>
            <a:chExt cx="579" cy="2031"/>
          </a:xfrm>
        </p:grpSpPr>
        <p:sp>
          <p:nvSpPr>
            <p:cNvPr id="7182" name="Rectangle 149"/>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7183" name="Group 150"/>
            <p:cNvGrpSpPr>
              <a:grpSpLocks/>
            </p:cNvGrpSpPr>
            <p:nvPr userDrawn="1"/>
          </p:nvGrpSpPr>
          <p:grpSpPr bwMode="auto">
            <a:xfrm>
              <a:off x="5893" y="2387"/>
              <a:ext cx="466" cy="115"/>
              <a:chOff x="5893" y="2387"/>
              <a:chExt cx="466" cy="115"/>
            </a:xfrm>
          </p:grpSpPr>
          <p:sp>
            <p:nvSpPr>
              <p:cNvPr id="7244" name="Rectangle 151"/>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5" name="Rectangle 152"/>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Rectangle 153"/>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Rectangle 154"/>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4" name="Group 155"/>
            <p:cNvGrpSpPr>
              <a:grpSpLocks/>
            </p:cNvGrpSpPr>
            <p:nvPr userDrawn="1"/>
          </p:nvGrpSpPr>
          <p:grpSpPr bwMode="auto">
            <a:xfrm>
              <a:off x="5893" y="2523"/>
              <a:ext cx="466" cy="115"/>
              <a:chOff x="5893" y="2523"/>
              <a:chExt cx="466" cy="115"/>
            </a:xfrm>
          </p:grpSpPr>
          <p:sp>
            <p:nvSpPr>
              <p:cNvPr id="7240" name="Rectangle 156"/>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1" name="Rectangle 157"/>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2" name="Rectangle 158"/>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Rectangle 159"/>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5" name="Group 160"/>
            <p:cNvGrpSpPr>
              <a:grpSpLocks/>
            </p:cNvGrpSpPr>
            <p:nvPr userDrawn="1"/>
          </p:nvGrpSpPr>
          <p:grpSpPr bwMode="auto">
            <a:xfrm>
              <a:off x="5893" y="2659"/>
              <a:ext cx="466" cy="115"/>
              <a:chOff x="5893" y="2659"/>
              <a:chExt cx="466" cy="115"/>
            </a:xfrm>
          </p:grpSpPr>
          <p:sp>
            <p:nvSpPr>
              <p:cNvPr id="7236" name="Rectangle 161"/>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7" name="Rectangle 162"/>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8" name="Rectangle 163"/>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9" name="Rectangle 164"/>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65"/>
            <p:cNvGrpSpPr>
              <a:grpSpLocks/>
            </p:cNvGrpSpPr>
            <p:nvPr userDrawn="1"/>
          </p:nvGrpSpPr>
          <p:grpSpPr bwMode="auto">
            <a:xfrm>
              <a:off x="5893" y="2251"/>
              <a:ext cx="466" cy="119"/>
              <a:chOff x="5893" y="2251"/>
              <a:chExt cx="466" cy="119"/>
            </a:xfrm>
          </p:grpSpPr>
          <p:sp>
            <p:nvSpPr>
              <p:cNvPr id="7232" name="Rectangle 166"/>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Rectangle 167"/>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Rectangle 168"/>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5" name="Rectangle 169"/>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70"/>
            <p:cNvGrpSpPr>
              <a:grpSpLocks/>
            </p:cNvGrpSpPr>
            <p:nvPr userDrawn="1"/>
          </p:nvGrpSpPr>
          <p:grpSpPr bwMode="auto">
            <a:xfrm>
              <a:off x="5893" y="2886"/>
              <a:ext cx="466" cy="115"/>
              <a:chOff x="5893" y="2886"/>
              <a:chExt cx="466" cy="115"/>
            </a:xfrm>
          </p:grpSpPr>
          <p:sp>
            <p:nvSpPr>
              <p:cNvPr id="7228" name="Rectangle 171"/>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 name="Rectangle 172"/>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0" name="Rectangle 173"/>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Rectangle 174"/>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8" name="Group 175"/>
            <p:cNvGrpSpPr>
              <a:grpSpLocks/>
            </p:cNvGrpSpPr>
            <p:nvPr userDrawn="1"/>
          </p:nvGrpSpPr>
          <p:grpSpPr bwMode="auto">
            <a:xfrm>
              <a:off x="5893" y="3022"/>
              <a:ext cx="466" cy="115"/>
              <a:chOff x="5893" y="3022"/>
              <a:chExt cx="466" cy="115"/>
            </a:xfrm>
          </p:grpSpPr>
          <p:sp>
            <p:nvSpPr>
              <p:cNvPr id="7224" name="Rectangle 176"/>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5" name="Rectangle 177"/>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6" name="Rectangle 178"/>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7" name="Rectangle 179"/>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9" name="Group 180"/>
            <p:cNvGrpSpPr>
              <a:grpSpLocks/>
            </p:cNvGrpSpPr>
            <p:nvPr userDrawn="1"/>
          </p:nvGrpSpPr>
          <p:grpSpPr bwMode="auto">
            <a:xfrm>
              <a:off x="5893" y="3158"/>
              <a:ext cx="466" cy="115"/>
              <a:chOff x="5893" y="3158"/>
              <a:chExt cx="466" cy="115"/>
            </a:xfrm>
          </p:grpSpPr>
          <p:sp>
            <p:nvSpPr>
              <p:cNvPr id="7220" name="Rectangle 181"/>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1" name="Rectangle 182"/>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2" name="Rectangle 183"/>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3" name="Rectangle 184"/>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0" name="Group 185"/>
            <p:cNvGrpSpPr>
              <a:grpSpLocks/>
            </p:cNvGrpSpPr>
            <p:nvPr userDrawn="1"/>
          </p:nvGrpSpPr>
          <p:grpSpPr bwMode="auto">
            <a:xfrm>
              <a:off x="5893" y="3385"/>
              <a:ext cx="466" cy="115"/>
              <a:chOff x="5893" y="3385"/>
              <a:chExt cx="466" cy="115"/>
            </a:xfrm>
          </p:grpSpPr>
          <p:sp>
            <p:nvSpPr>
              <p:cNvPr id="7216" name="Rectangle 186"/>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Rectangle 187"/>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Rectangle 188"/>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Rectangle 189"/>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1" name="Group 190"/>
            <p:cNvGrpSpPr>
              <a:grpSpLocks/>
            </p:cNvGrpSpPr>
            <p:nvPr userDrawn="1"/>
          </p:nvGrpSpPr>
          <p:grpSpPr bwMode="auto">
            <a:xfrm>
              <a:off x="5893" y="3521"/>
              <a:ext cx="466" cy="115"/>
              <a:chOff x="5893" y="3521"/>
              <a:chExt cx="466" cy="115"/>
            </a:xfrm>
          </p:grpSpPr>
          <p:sp>
            <p:nvSpPr>
              <p:cNvPr id="7212" name="Rectangle 191"/>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Rectangle 192"/>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4" name="Rectangle 193"/>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5" name="Rectangle 194"/>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2" name="Group 195"/>
            <p:cNvGrpSpPr>
              <a:grpSpLocks/>
            </p:cNvGrpSpPr>
            <p:nvPr userDrawn="1"/>
          </p:nvGrpSpPr>
          <p:grpSpPr bwMode="auto">
            <a:xfrm>
              <a:off x="5893" y="3657"/>
              <a:ext cx="466" cy="115"/>
              <a:chOff x="5893" y="3657"/>
              <a:chExt cx="466" cy="115"/>
            </a:xfrm>
          </p:grpSpPr>
          <p:sp>
            <p:nvSpPr>
              <p:cNvPr id="7208" name="Rectangle 196"/>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9" name="Rectangle 197"/>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0" name="Rectangle 198"/>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1" name="Rectangle 199"/>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3" name="Group 200"/>
            <p:cNvGrpSpPr>
              <a:grpSpLocks/>
            </p:cNvGrpSpPr>
            <p:nvPr userDrawn="1"/>
          </p:nvGrpSpPr>
          <p:grpSpPr bwMode="auto">
            <a:xfrm>
              <a:off x="5893" y="3884"/>
              <a:ext cx="466" cy="115"/>
              <a:chOff x="5893" y="3884"/>
              <a:chExt cx="466" cy="115"/>
            </a:xfrm>
          </p:grpSpPr>
          <p:sp>
            <p:nvSpPr>
              <p:cNvPr id="7204" name="Rectangle 201"/>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5" name="Rectangle 202"/>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6" name="Rectangle 203"/>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7" name="Rectangle 204"/>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4" name="Group 205"/>
            <p:cNvGrpSpPr>
              <a:grpSpLocks/>
            </p:cNvGrpSpPr>
            <p:nvPr userDrawn="1"/>
          </p:nvGrpSpPr>
          <p:grpSpPr bwMode="auto">
            <a:xfrm>
              <a:off x="5893" y="4026"/>
              <a:ext cx="466" cy="115"/>
              <a:chOff x="5893" y="4026"/>
              <a:chExt cx="466" cy="115"/>
            </a:xfrm>
          </p:grpSpPr>
          <p:sp>
            <p:nvSpPr>
              <p:cNvPr id="7200" name="Rectangle 206"/>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Rectangle 207"/>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Rectangle 208"/>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Rectangle 209"/>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95" name="Group 210"/>
            <p:cNvGrpSpPr>
              <a:grpSpLocks/>
            </p:cNvGrpSpPr>
            <p:nvPr userDrawn="1"/>
          </p:nvGrpSpPr>
          <p:grpSpPr bwMode="auto">
            <a:xfrm>
              <a:off x="5893" y="4167"/>
              <a:ext cx="466" cy="115"/>
              <a:chOff x="5893" y="4167"/>
              <a:chExt cx="466" cy="115"/>
            </a:xfrm>
          </p:grpSpPr>
          <p:sp>
            <p:nvSpPr>
              <p:cNvPr id="7196" name="Rectangle 211"/>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Rectangle 212"/>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8" name="Rectangle 213"/>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9" name="Rectangle 214"/>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180" name="Rectangle 215"/>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7181" name="Rectangle 216"/>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7248" name="Picture 80" descr="sb10064568n-001副本"/>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未标题-2"/>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19" r:id="rId1"/>
    <p:sldLayoutId id="2147483826" r:id="rId2"/>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mn-lt"/>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7" name="Rectangle 8"/>
          <p:cNvSpPr>
            <a:spLocks noGrp="1" noChangeArrowheads="1"/>
          </p:cNvSpPr>
          <p:nvPr>
            <p:ph type="title"/>
          </p:nvPr>
        </p:nvSpPr>
        <p:spPr bwMode="auto">
          <a:xfrm>
            <a:off x="1007534" y="4508500"/>
            <a:ext cx="7397751"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prstTxWarp prst="textNoShape">
              <a:avLst/>
            </a:prstTxWarp>
            <a:spAutoFit/>
          </a:bodyPr>
          <a:lstStyle/>
          <a:p>
            <a:pPr lvl="0"/>
            <a:r>
              <a:rPr lang="zh-CN" altLang="en-US" dirty="0" smtClean="0"/>
              <a:t>单击此处编辑母版标题样式</a:t>
            </a:r>
          </a:p>
        </p:txBody>
      </p:sp>
      <p:sp>
        <p:nvSpPr>
          <p:cNvPr id="82" name="Text Box 5"/>
          <p:cNvSpPr txBox="1">
            <a:spLocks noChangeArrowheads="1"/>
          </p:cNvSpPr>
          <p:nvPr/>
        </p:nvSpPr>
        <p:spPr bwMode="auto">
          <a:xfrm>
            <a:off x="1007534" y="6219825"/>
            <a:ext cx="2951770" cy="215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bIns="0">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0" hangingPunct="0">
              <a:defRPr/>
            </a:pPr>
            <a:r>
              <a:rPr lang="en-US" altLang="zh-CN" sz="1400" smtClean="0">
                <a:latin typeface="FrutigerNext LT Bold" pitchFamily="34" charset="0"/>
                <a:ea typeface="MS PGothic" pitchFamily="34" charset="-128"/>
              </a:rPr>
              <a:t>HUAWEI TECHNOLOGIES CO., LTD.</a:t>
            </a:r>
          </a:p>
        </p:txBody>
      </p:sp>
      <p:pic>
        <p:nvPicPr>
          <p:cNvPr id="8199" name="Picture 6" descr="Logo"/>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225618" y="5684838"/>
            <a:ext cx="941916"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3"/>
          <p:cNvSpPr>
            <a:spLocks noChangeArrowheads="1"/>
          </p:cNvSpPr>
          <p:nvPr/>
        </p:nvSpPr>
        <p:spPr bwMode="auto">
          <a:xfrm>
            <a:off x="9647767" y="476250"/>
            <a:ext cx="195368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defTabSz="784225" eaLnBrk="0" hangingPunct="0"/>
            <a:r>
              <a:rPr lang="en-US" altLang="zh-CN" sz="1400" b="1">
                <a:solidFill>
                  <a:srgbClr val="666666"/>
                </a:solidFill>
                <a:latin typeface="FrutigerNext LT Bold" pitchFamily="34" charset="0"/>
                <a:ea typeface="MS PGothic" pitchFamily="34" charset="-128"/>
              </a:rPr>
              <a:t>Security Level: </a:t>
            </a:r>
          </a:p>
        </p:txBody>
      </p:sp>
      <p:sp>
        <p:nvSpPr>
          <p:cNvPr id="85" name="Rectangle 19"/>
          <p:cNvSpPr>
            <a:spLocks noGrp="1" noChangeArrowheads="1"/>
          </p:cNvSpPr>
          <p:nvPr>
            <p:ph type="dt" sz="quarter" idx="2"/>
          </p:nvPr>
        </p:nvSpPr>
        <p:spPr bwMode="auto">
          <a:xfrm>
            <a:off x="1007533" y="476251"/>
            <a:ext cx="2844800" cy="21544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defRPr sz="1400">
                <a:latin typeface="Arial" charset="0"/>
                <a:ea typeface="黑体" pitchFamily="49" charset="-122"/>
              </a:defRPr>
            </a:lvl1pPr>
          </a:lstStyle>
          <a:p>
            <a:pPr>
              <a:defRPr/>
            </a:pPr>
            <a:endParaRPr lang="en-US" altLang="zh-CN"/>
          </a:p>
        </p:txBody>
      </p:sp>
      <p:sp>
        <p:nvSpPr>
          <p:cNvPr id="8202"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 </a:t>
            </a:r>
            <a:endParaRPr lang="zh-CN" altLang="en-US" sz="1100">
              <a:solidFill>
                <a:srgbClr val="000000"/>
              </a:solidFill>
            </a:endParaRPr>
          </a:p>
        </p:txBody>
      </p:sp>
      <p:grpSp>
        <p:nvGrpSpPr>
          <p:cNvPr id="8203" name="Group 83"/>
          <p:cNvGrpSpPr>
            <a:grpSpLocks/>
          </p:cNvGrpSpPr>
          <p:nvPr/>
        </p:nvGrpSpPr>
        <p:grpSpPr bwMode="auto">
          <a:xfrm>
            <a:off x="12433301" y="3511550"/>
            <a:ext cx="1225551" cy="3224212"/>
            <a:chOff x="5839" y="2251"/>
            <a:chExt cx="579" cy="2031"/>
          </a:xfrm>
        </p:grpSpPr>
        <p:sp>
          <p:nvSpPr>
            <p:cNvPr id="8206" name="Rectangle 84"/>
            <p:cNvSpPr>
              <a:spLocks noChangeArrowheads="1"/>
            </p:cNvSpPr>
            <p:nvPr userDrawn="1"/>
          </p:nvSpPr>
          <p:spPr bwMode="auto">
            <a:xfrm>
              <a:off x="5839" y="3143"/>
              <a:ext cx="579" cy="233"/>
            </a:xfrm>
            <a:prstGeom prst="rect">
              <a:avLst/>
            </a:prstGeom>
            <a:solidFill>
              <a:srgbClr val="FFFF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8207" name="Group 85"/>
            <p:cNvGrpSpPr>
              <a:grpSpLocks/>
            </p:cNvGrpSpPr>
            <p:nvPr userDrawn="1"/>
          </p:nvGrpSpPr>
          <p:grpSpPr bwMode="auto">
            <a:xfrm>
              <a:off x="5893" y="2387"/>
              <a:ext cx="466" cy="115"/>
              <a:chOff x="5893" y="2387"/>
              <a:chExt cx="466" cy="115"/>
            </a:xfrm>
          </p:grpSpPr>
          <p:sp>
            <p:nvSpPr>
              <p:cNvPr id="8268" name="Rectangle 86"/>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Rectangle 87"/>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Rectangle 88"/>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Rectangle 89"/>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8" name="Group 90"/>
            <p:cNvGrpSpPr>
              <a:grpSpLocks/>
            </p:cNvGrpSpPr>
            <p:nvPr userDrawn="1"/>
          </p:nvGrpSpPr>
          <p:grpSpPr bwMode="auto">
            <a:xfrm>
              <a:off x="5893" y="2523"/>
              <a:ext cx="466" cy="115"/>
              <a:chOff x="5893" y="2523"/>
              <a:chExt cx="466" cy="115"/>
            </a:xfrm>
          </p:grpSpPr>
          <p:sp>
            <p:nvSpPr>
              <p:cNvPr id="8264" name="Rectangle 91"/>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Rectangle 92"/>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Rectangle 93"/>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Rectangle 94"/>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09" name="Group 95"/>
            <p:cNvGrpSpPr>
              <a:grpSpLocks/>
            </p:cNvGrpSpPr>
            <p:nvPr userDrawn="1"/>
          </p:nvGrpSpPr>
          <p:grpSpPr bwMode="auto">
            <a:xfrm>
              <a:off x="5893" y="2659"/>
              <a:ext cx="466" cy="115"/>
              <a:chOff x="5893" y="2659"/>
              <a:chExt cx="466" cy="115"/>
            </a:xfrm>
          </p:grpSpPr>
          <p:sp>
            <p:nvSpPr>
              <p:cNvPr id="8260" name="Rectangle 96"/>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Rectangle 97"/>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Rectangle 98"/>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Rectangle 99"/>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0" name="Group 100"/>
            <p:cNvGrpSpPr>
              <a:grpSpLocks/>
            </p:cNvGrpSpPr>
            <p:nvPr userDrawn="1"/>
          </p:nvGrpSpPr>
          <p:grpSpPr bwMode="auto">
            <a:xfrm>
              <a:off x="5893" y="2251"/>
              <a:ext cx="466" cy="119"/>
              <a:chOff x="5893" y="2251"/>
              <a:chExt cx="466" cy="119"/>
            </a:xfrm>
          </p:grpSpPr>
          <p:sp>
            <p:nvSpPr>
              <p:cNvPr id="8256" name="Rectangle 101"/>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Rectangle 102"/>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Rectangle 103"/>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Rectangle 104"/>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1" name="Group 105"/>
            <p:cNvGrpSpPr>
              <a:grpSpLocks/>
            </p:cNvGrpSpPr>
            <p:nvPr userDrawn="1"/>
          </p:nvGrpSpPr>
          <p:grpSpPr bwMode="auto">
            <a:xfrm>
              <a:off x="5893" y="2886"/>
              <a:ext cx="466" cy="115"/>
              <a:chOff x="5893" y="2886"/>
              <a:chExt cx="466" cy="115"/>
            </a:xfrm>
          </p:grpSpPr>
          <p:sp>
            <p:nvSpPr>
              <p:cNvPr id="8252" name="Rectangle 106"/>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3" name="Rectangle 107"/>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Rectangle 108"/>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Rectangle 109"/>
              <p:cNvSpPr>
                <a:spLocks noChangeArrowheads="1"/>
              </p:cNvSpPr>
              <p:nvPr userDrawn="1"/>
            </p:nvSpPr>
            <p:spPr bwMode="auto">
              <a:xfrm flipV="1">
                <a:off x="5893" y="2886"/>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2" name="Group 110"/>
            <p:cNvGrpSpPr>
              <a:grpSpLocks/>
            </p:cNvGrpSpPr>
            <p:nvPr userDrawn="1"/>
          </p:nvGrpSpPr>
          <p:grpSpPr bwMode="auto">
            <a:xfrm>
              <a:off x="5893" y="3022"/>
              <a:ext cx="466" cy="115"/>
              <a:chOff x="5893" y="3022"/>
              <a:chExt cx="466" cy="115"/>
            </a:xfrm>
          </p:grpSpPr>
          <p:sp>
            <p:nvSpPr>
              <p:cNvPr id="8248" name="Rectangle 111"/>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Rectangle 112"/>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Rectangle 113"/>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1" name="Rectangle 114"/>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3" name="Group 115"/>
            <p:cNvGrpSpPr>
              <a:grpSpLocks/>
            </p:cNvGrpSpPr>
            <p:nvPr userDrawn="1"/>
          </p:nvGrpSpPr>
          <p:grpSpPr bwMode="auto">
            <a:xfrm>
              <a:off x="5893" y="3158"/>
              <a:ext cx="466" cy="115"/>
              <a:chOff x="5893" y="3158"/>
              <a:chExt cx="466" cy="115"/>
            </a:xfrm>
          </p:grpSpPr>
          <p:sp>
            <p:nvSpPr>
              <p:cNvPr id="8244" name="Rectangle 116"/>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Rectangle 117"/>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Rectangle 118"/>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Rectangle 119"/>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4" name="Group 120"/>
            <p:cNvGrpSpPr>
              <a:grpSpLocks/>
            </p:cNvGrpSpPr>
            <p:nvPr userDrawn="1"/>
          </p:nvGrpSpPr>
          <p:grpSpPr bwMode="auto">
            <a:xfrm>
              <a:off x="5893" y="3385"/>
              <a:ext cx="466" cy="115"/>
              <a:chOff x="5893" y="3385"/>
              <a:chExt cx="466" cy="115"/>
            </a:xfrm>
          </p:grpSpPr>
          <p:sp>
            <p:nvSpPr>
              <p:cNvPr id="8240" name="Rectangle 121"/>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Rectangle 122"/>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2" name="Rectangle 123"/>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Rectangle 124"/>
              <p:cNvSpPr>
                <a:spLocks noChangeArrowheads="1"/>
              </p:cNvSpPr>
              <p:nvPr userDrawn="1"/>
            </p:nvSpPr>
            <p:spPr bwMode="auto">
              <a:xfrm flipV="1">
                <a:off x="5893" y="3385"/>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5" name="Group 125"/>
            <p:cNvGrpSpPr>
              <a:grpSpLocks/>
            </p:cNvGrpSpPr>
            <p:nvPr userDrawn="1"/>
          </p:nvGrpSpPr>
          <p:grpSpPr bwMode="auto">
            <a:xfrm>
              <a:off x="5893" y="3521"/>
              <a:ext cx="466" cy="115"/>
              <a:chOff x="5893" y="3521"/>
              <a:chExt cx="466" cy="115"/>
            </a:xfrm>
          </p:grpSpPr>
          <p:sp>
            <p:nvSpPr>
              <p:cNvPr id="8236" name="Rectangle 126"/>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Rectangle 127"/>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Rectangle 128"/>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Rectangle 129"/>
              <p:cNvSpPr>
                <a:spLocks noChangeArrowheads="1"/>
              </p:cNvSpPr>
              <p:nvPr userDrawn="1"/>
            </p:nvSpPr>
            <p:spPr bwMode="auto">
              <a:xfrm flipV="1">
                <a:off x="5893" y="3521"/>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30"/>
            <p:cNvGrpSpPr>
              <a:grpSpLocks/>
            </p:cNvGrpSpPr>
            <p:nvPr userDrawn="1"/>
          </p:nvGrpSpPr>
          <p:grpSpPr bwMode="auto">
            <a:xfrm>
              <a:off x="5893" y="3657"/>
              <a:ext cx="466" cy="115"/>
              <a:chOff x="5893" y="3657"/>
              <a:chExt cx="466" cy="115"/>
            </a:xfrm>
          </p:grpSpPr>
          <p:sp>
            <p:nvSpPr>
              <p:cNvPr id="8232" name="Rectangle 131"/>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Rectangle 132"/>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Rectangle 133"/>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Rectangle 134"/>
              <p:cNvSpPr>
                <a:spLocks noChangeArrowheads="1"/>
              </p:cNvSpPr>
              <p:nvPr userDrawn="1"/>
            </p:nvSpPr>
            <p:spPr bwMode="auto">
              <a:xfrm flipV="1">
                <a:off x="5893" y="3657"/>
                <a:ext cx="117" cy="115"/>
              </a:xfrm>
              <a:prstGeom prst="rect">
                <a:avLst/>
              </a:prstGeom>
              <a:solidFill>
                <a:srgbClr val="00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7" name="Group 135"/>
            <p:cNvGrpSpPr>
              <a:grpSpLocks/>
            </p:cNvGrpSpPr>
            <p:nvPr userDrawn="1"/>
          </p:nvGrpSpPr>
          <p:grpSpPr bwMode="auto">
            <a:xfrm>
              <a:off x="5893" y="3884"/>
              <a:ext cx="466" cy="115"/>
              <a:chOff x="5893" y="3884"/>
              <a:chExt cx="466" cy="115"/>
            </a:xfrm>
          </p:grpSpPr>
          <p:sp>
            <p:nvSpPr>
              <p:cNvPr id="8228" name="Rectangle 136"/>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9" name="Rectangle 137"/>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Rectangle 138"/>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Rectangle 139"/>
              <p:cNvSpPr>
                <a:spLocks noChangeArrowheads="1"/>
              </p:cNvSpPr>
              <p:nvPr userDrawn="1"/>
            </p:nvSpPr>
            <p:spPr bwMode="auto">
              <a:xfrm flipV="1">
                <a:off x="5893" y="3884"/>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8" name="Group 140"/>
            <p:cNvGrpSpPr>
              <a:grpSpLocks/>
            </p:cNvGrpSpPr>
            <p:nvPr userDrawn="1"/>
          </p:nvGrpSpPr>
          <p:grpSpPr bwMode="auto">
            <a:xfrm>
              <a:off x="5893" y="4026"/>
              <a:ext cx="466" cy="115"/>
              <a:chOff x="5893" y="4026"/>
              <a:chExt cx="466" cy="115"/>
            </a:xfrm>
          </p:grpSpPr>
          <p:sp>
            <p:nvSpPr>
              <p:cNvPr id="8224" name="Rectangle 141"/>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5" name="Rectangle 142"/>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6" name="Rectangle 143"/>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Rectangle 144"/>
              <p:cNvSpPr>
                <a:spLocks noChangeArrowheads="1"/>
              </p:cNvSpPr>
              <p:nvPr userDrawn="1"/>
            </p:nvSpPr>
            <p:spPr bwMode="auto">
              <a:xfrm flipV="1">
                <a:off x="5893" y="4026"/>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9" name="Group 145"/>
            <p:cNvGrpSpPr>
              <a:grpSpLocks/>
            </p:cNvGrpSpPr>
            <p:nvPr userDrawn="1"/>
          </p:nvGrpSpPr>
          <p:grpSpPr bwMode="auto">
            <a:xfrm>
              <a:off x="5893" y="4167"/>
              <a:ext cx="466" cy="115"/>
              <a:chOff x="5893" y="4167"/>
              <a:chExt cx="466" cy="115"/>
            </a:xfrm>
          </p:grpSpPr>
          <p:sp>
            <p:nvSpPr>
              <p:cNvPr id="8220" name="Rectangle 146"/>
              <p:cNvSpPr>
                <a:spLocks noChangeArrowheads="1"/>
              </p:cNvSpPr>
              <p:nvPr userDrawn="1"/>
            </p:nvSpPr>
            <p:spPr bwMode="auto">
              <a:xfrm flipV="1">
                <a:off x="6010" y="4167"/>
                <a:ext cx="116" cy="115"/>
              </a:xfrm>
              <a:prstGeom prst="rect">
                <a:avLst/>
              </a:prstGeom>
              <a:solidFill>
                <a:srgbClr val="0099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1" name="Rectangle 147"/>
              <p:cNvSpPr>
                <a:spLocks noChangeArrowheads="1"/>
              </p:cNvSpPr>
              <p:nvPr userDrawn="1"/>
            </p:nvSpPr>
            <p:spPr bwMode="auto">
              <a:xfrm flipV="1">
                <a:off x="6126" y="4167"/>
                <a:ext cx="116" cy="115"/>
              </a:xfrm>
              <a:prstGeom prst="rect">
                <a:avLst/>
              </a:prstGeom>
              <a:solidFill>
                <a:srgbClr val="3333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2" name="Rectangle 148"/>
              <p:cNvSpPr>
                <a:spLocks noChangeArrowheads="1"/>
              </p:cNvSpPr>
              <p:nvPr userDrawn="1"/>
            </p:nvSpPr>
            <p:spPr bwMode="auto">
              <a:xfrm flipV="1">
                <a:off x="6242" y="4167"/>
                <a:ext cx="117" cy="115"/>
              </a:xfrm>
              <a:prstGeom prst="rect">
                <a:avLst/>
              </a:prstGeom>
              <a:solidFill>
                <a:srgbClr val="BBE0E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3" name="Rectangle 149"/>
              <p:cNvSpPr>
                <a:spLocks noChangeArrowheads="1"/>
              </p:cNvSpPr>
              <p:nvPr userDrawn="1"/>
            </p:nvSpPr>
            <p:spPr bwMode="auto">
              <a:xfrm flipV="1">
                <a:off x="5893" y="4167"/>
                <a:ext cx="117" cy="115"/>
              </a:xfrm>
              <a:prstGeom prst="rect">
                <a:avLst/>
              </a:prstGeom>
              <a:solidFill>
                <a:srgbClr val="80808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04" name="Rectangle 150"/>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8205" name="Rectangle 151"/>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pic>
        <p:nvPicPr>
          <p:cNvPr id="8272" name="Picture 80" descr="89738649副本"/>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0" y="1268413"/>
            <a:ext cx="12192000" cy="2951162"/>
          </a:xfrm>
          <a:prstGeom prst="rect">
            <a:avLst/>
          </a:prstGeom>
          <a:noFill/>
          <a:extLst>
            <a:ext uri="{909E8E84-426E-40DD-AFC4-6F175D3DCCD1}">
              <a14:hiddenFill xmlns:a14="http://schemas.microsoft.com/office/drawing/2010/main">
                <a:solidFill>
                  <a:srgbClr val="FFFFFF"/>
                </a:solidFill>
              </a14:hiddenFill>
            </a:ext>
          </a:extLst>
        </p:spPr>
      </p:pic>
      <p:pic>
        <p:nvPicPr>
          <p:cNvPr id="8273" name="Picture 81" descr="未标题-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111067" y="1268414"/>
            <a:ext cx="4080933" cy="29495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7"/>
          <p:cNvSpPr txBox="1">
            <a:spLocks noChangeArrowheads="1"/>
          </p:cNvSpPr>
          <p:nvPr/>
        </p:nvSpPr>
        <p:spPr bwMode="auto">
          <a:xfrm>
            <a:off x="9639300" y="3795714"/>
            <a:ext cx="1269899" cy="246221"/>
          </a:xfrm>
          <a:prstGeom prst="rect">
            <a:avLst/>
          </a:prstGeom>
          <a:noFill/>
          <a:ln>
            <a:noFill/>
          </a:ln>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000" smtClean="0">
                <a:solidFill>
                  <a:srgbClr val="FFFFFF"/>
                </a:solidFill>
                <a:latin typeface="FrutigerNext LT Bold" pitchFamily="34" charset="0"/>
                <a:ea typeface="MS PGothic" pitchFamily="34" charset="-128"/>
              </a:rPr>
              <a:t>www.huawei.com</a:t>
            </a:r>
          </a:p>
        </p:txBody>
      </p:sp>
    </p:spTree>
  </p:cSld>
  <p:clrMap bg1="lt1" tx1="dk1" bg2="lt2" tx2="dk2" accent1="accent1" accent2="accent2" accent3="accent3" accent4="accent4" accent5="accent5" accent6="accent6" hlink="hlink" folHlink="folHlink"/>
  <p:sldLayoutIdLst>
    <p:sldLayoutId id="2147483820" r:id="rId1"/>
  </p:sldLayoutIdLst>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chemeClr val="tx1"/>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3232031"/>
            <a:ext cx="12192000" cy="393938"/>
          </a:xfrm>
          <a:prstGeom prst="rect">
            <a:avLst/>
          </a:prstGeom>
          <a:solidFill>
            <a:srgbClr val="EAEAEA"/>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pPr>
              <a:lnSpc>
                <a:spcPct val="140000"/>
              </a:lnSpc>
              <a:buClr>
                <a:srgbClr val="FF0000"/>
              </a:buClr>
              <a:buSzPct val="90000"/>
              <a:buFont typeface="Wingdings" pitchFamily="2" charset="2"/>
              <a:buChar char="l"/>
            </a:pPr>
            <a:endParaRPr lang="zh-CN" altLang="en-US" sz="1400" b="1">
              <a:solidFill>
                <a:srgbClr val="000000"/>
              </a:solidFill>
              <a:latin typeface="Arial" pitchFamily="34" charset="0"/>
              <a:ea typeface="华文细黑" pitchFamily="2" charset="-122"/>
            </a:endParaRPr>
          </a:p>
        </p:txBody>
      </p:sp>
      <p:sp>
        <p:nvSpPr>
          <p:cNvPr id="9219"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9220"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9221" name="Rectangle 13"/>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英文标题</a:t>
            </a:r>
            <a:r>
              <a:rPr lang="en-US" altLang="zh-CN" sz="1100" dirty="0">
                <a:solidFill>
                  <a:srgbClr val="FFFFFF"/>
                </a:solidFill>
              </a:rPr>
              <a:t>:32-</a:t>
            </a:r>
            <a:r>
              <a:rPr lang="en-US" altLang="zh-CN" sz="1100" dirty="0" err="1">
                <a:solidFill>
                  <a:srgbClr val="FFFFFF"/>
                </a:solidFill>
              </a:rPr>
              <a:t>35pt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Medium</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中文标题</a:t>
            </a:r>
            <a:r>
              <a:rPr lang="en-US" altLang="zh-CN" sz="1100" dirty="0">
                <a:solidFill>
                  <a:srgbClr val="FFFFFF"/>
                </a:solidFill>
              </a:rPr>
              <a:t>:30-</a:t>
            </a:r>
            <a:r>
              <a:rPr lang="en-US" altLang="zh-CN" sz="1100" dirty="0" err="1">
                <a:solidFill>
                  <a:srgbClr val="FFFFFF"/>
                </a:solidFill>
              </a:rPr>
              <a:t>32pt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 </a:t>
            </a:r>
            <a:r>
              <a:rPr lang="en-US" altLang="zh-CN" sz="1100" dirty="0" err="1">
                <a:solidFill>
                  <a:srgbClr val="FFFFFF"/>
                </a:solidFill>
              </a:rPr>
              <a:t>R153</a:t>
            </a:r>
            <a:r>
              <a:rPr lang="en-US" altLang="zh-CN" sz="1100" dirty="0">
                <a:solidFill>
                  <a:srgbClr val="FFFFFF"/>
                </a:solidFill>
              </a:rPr>
              <a:t> </a:t>
            </a:r>
            <a:r>
              <a:rPr lang="en-US" altLang="zh-CN" sz="1100" dirty="0" err="1">
                <a:solidFill>
                  <a:srgbClr val="FFFFFF"/>
                </a:solidFill>
              </a:rPr>
              <a:t>G0</a:t>
            </a:r>
            <a:r>
              <a:rPr lang="en-US" altLang="zh-CN" sz="1100" dirty="0">
                <a:solidFill>
                  <a:srgbClr val="FFFFFF"/>
                </a:solidFill>
              </a:rPr>
              <a:t> </a:t>
            </a:r>
            <a:r>
              <a:rPr lang="en-US" altLang="zh-CN" sz="1100" dirty="0" err="1">
                <a:solidFill>
                  <a:srgbClr val="FFFFFF"/>
                </a:solidFill>
              </a:rPr>
              <a:t>B0</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英文正文</a:t>
            </a:r>
            <a:r>
              <a:rPr lang="en-US" altLang="zh-CN" sz="1100" dirty="0">
                <a:solidFill>
                  <a:srgbClr val="FFFFFF"/>
                </a:solidFill>
              </a:rPr>
              <a:t>:20-</a:t>
            </a:r>
            <a:r>
              <a:rPr lang="en-US" altLang="zh-CN" sz="1100" dirty="0" err="1">
                <a:solidFill>
                  <a:srgbClr val="FFFFFF"/>
                </a:solidFill>
              </a:rPr>
              <a:t>22pt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 </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 :</a:t>
            </a:r>
            <a:r>
              <a:rPr lang="en-US" altLang="zh-CN" sz="1100" dirty="0" err="1">
                <a:solidFill>
                  <a:srgbClr val="FFFFFF"/>
                </a:solidFill>
              </a:rPr>
              <a:t>18pt</a:t>
            </a:r>
            <a:r>
              <a:rPr lang="en-US" altLang="zh-CN" sz="1100" dirty="0">
                <a:solidFill>
                  <a:srgbClr val="FFFFFF"/>
                </a:solidFill>
              </a:rPr>
              <a:t>  </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内部使用字体 </a:t>
            </a:r>
            <a:r>
              <a:rPr lang="en-US" altLang="zh-CN" sz="1100" dirty="0">
                <a:solidFill>
                  <a:srgbClr val="FFFFFF"/>
                </a:solidFill>
              </a:rPr>
              <a:t>:</a:t>
            </a:r>
          </a:p>
          <a:p>
            <a:pPr marL="342900" indent="-342900" algn="r" eaLnBrk="0" hangingPunct="0">
              <a:lnSpc>
                <a:spcPct val="125000"/>
              </a:lnSpc>
              <a:spcBef>
                <a:spcPct val="20000"/>
              </a:spcBef>
              <a:buFont typeface="Arial" pitchFamily="34" charset="0"/>
              <a:buNone/>
            </a:pPr>
            <a:r>
              <a:rPr lang="en-US" altLang="zh-CN" sz="1100" dirty="0" err="1">
                <a:solidFill>
                  <a:srgbClr val="FFFFFF"/>
                </a:solidFill>
              </a:rPr>
              <a:t>FrutigerNext</a:t>
            </a:r>
            <a:r>
              <a:rPr lang="en-US" altLang="zh-CN" sz="1100" dirty="0">
                <a:solidFill>
                  <a:srgbClr val="FFFFFF"/>
                </a:solidFill>
              </a:rPr>
              <a:t> LT Regular</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外部使用字体 </a:t>
            </a:r>
            <a:r>
              <a:rPr lang="en-US" altLang="zh-CN" sz="1100" dirty="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中文正文</a:t>
            </a:r>
            <a:r>
              <a:rPr lang="en-US" altLang="zh-CN" sz="1100" dirty="0">
                <a:solidFill>
                  <a:srgbClr val="FFFFFF"/>
                </a:solidFill>
              </a:rPr>
              <a:t>:18-</a:t>
            </a:r>
            <a:r>
              <a:rPr lang="en-US" altLang="zh-CN" sz="1100" dirty="0" err="1">
                <a:solidFill>
                  <a:srgbClr val="FFFFFF"/>
                </a:solidFill>
              </a:rPr>
              <a:t>20pt</a:t>
            </a:r>
            <a:endParaRPr lang="en-US" altLang="zh-CN"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子目录</a:t>
            </a:r>
            <a:r>
              <a:rPr lang="en-US" altLang="zh-CN" sz="1100" dirty="0">
                <a:solidFill>
                  <a:srgbClr val="FFFFFF"/>
                </a:solidFill>
              </a:rPr>
              <a:t>(2-5</a:t>
            </a:r>
            <a:r>
              <a:rPr lang="zh-CN" altLang="en-US" sz="1100" dirty="0">
                <a:solidFill>
                  <a:srgbClr val="FFFFFF"/>
                </a:solidFill>
              </a:rPr>
              <a:t>级</a:t>
            </a:r>
            <a:r>
              <a:rPr lang="en-US" altLang="zh-CN" sz="1100" dirty="0">
                <a:solidFill>
                  <a:srgbClr val="FFFFFF"/>
                </a:solidFill>
              </a:rPr>
              <a:t>):</a:t>
            </a:r>
            <a:r>
              <a:rPr lang="en-US" altLang="zh-CN" sz="1100" dirty="0" err="1">
                <a:solidFill>
                  <a:srgbClr val="FFFFFF"/>
                </a:solidFill>
              </a:rPr>
              <a:t>18pt</a:t>
            </a:r>
            <a:r>
              <a:rPr lang="en-US" altLang="zh-CN" sz="1100" dirty="0">
                <a:solidFill>
                  <a:srgbClr val="FFFFFF"/>
                </a:solidFill>
              </a:rPr>
              <a:t> </a:t>
            </a:r>
            <a:endParaRPr lang="zh-CN" altLang="en-US" sz="1100" dirty="0">
              <a:solidFill>
                <a:srgbClr val="FFFFFF"/>
              </a:solidFill>
            </a:endParaRP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颜色</a:t>
            </a:r>
            <a:r>
              <a:rPr lang="en-US" altLang="zh-CN" sz="1100" dirty="0">
                <a:solidFill>
                  <a:srgbClr val="FFFFFF"/>
                </a:solidFill>
              </a:rPr>
              <a:t>:</a:t>
            </a:r>
            <a:r>
              <a:rPr lang="zh-CN" altLang="en-US" sz="1100" dirty="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dirty="0">
                <a:solidFill>
                  <a:srgbClr val="FFFFFF"/>
                </a:solidFill>
              </a:rPr>
              <a:t>字体</a:t>
            </a:r>
            <a:r>
              <a:rPr lang="en-US" altLang="zh-CN" sz="1100" dirty="0">
                <a:solidFill>
                  <a:srgbClr val="FFFFFF"/>
                </a:solidFill>
              </a:rPr>
              <a:t>:</a:t>
            </a:r>
            <a:r>
              <a:rPr lang="zh-CN" altLang="en-US" sz="1100" dirty="0">
                <a:solidFill>
                  <a:srgbClr val="FFFFFF"/>
                </a:solidFill>
              </a:rPr>
              <a:t>细黑体</a:t>
            </a:r>
            <a:r>
              <a:rPr lang="zh-CN" altLang="en-US" sz="1100" dirty="0">
                <a:solidFill>
                  <a:srgbClr val="FFFFFF"/>
                </a:solidFill>
                <a:latin typeface="Arial" pitchFamily="34" charset="0"/>
                <a:ea typeface="黑体" pitchFamily="49" charset="-122"/>
              </a:rPr>
              <a:t> </a:t>
            </a:r>
          </a:p>
        </p:txBody>
      </p:sp>
      <p:grpSp>
        <p:nvGrpSpPr>
          <p:cNvPr id="9222" name="Group 14"/>
          <p:cNvGrpSpPr>
            <a:grpSpLocks/>
          </p:cNvGrpSpPr>
          <p:nvPr/>
        </p:nvGrpSpPr>
        <p:grpSpPr bwMode="auto">
          <a:xfrm>
            <a:off x="12433301" y="3511550"/>
            <a:ext cx="1225551" cy="3224212"/>
            <a:chOff x="5839" y="2251"/>
            <a:chExt cx="579" cy="2031"/>
          </a:xfrm>
        </p:grpSpPr>
        <p:sp>
          <p:nvSpPr>
            <p:cNvPr id="9225" name="Rectangle 15"/>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9226" name="Group 16"/>
            <p:cNvGrpSpPr>
              <a:grpSpLocks/>
            </p:cNvGrpSpPr>
            <p:nvPr userDrawn="1"/>
          </p:nvGrpSpPr>
          <p:grpSpPr bwMode="auto">
            <a:xfrm>
              <a:off x="5893" y="2387"/>
              <a:ext cx="466" cy="115"/>
              <a:chOff x="5893" y="2387"/>
              <a:chExt cx="466" cy="115"/>
            </a:xfrm>
          </p:grpSpPr>
          <p:sp>
            <p:nvSpPr>
              <p:cNvPr id="9287" name="Rectangle 17"/>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8" name="Rectangle 18"/>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9" name="Rectangle 19"/>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0" name="Rectangle 20"/>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7" name="Group 21"/>
            <p:cNvGrpSpPr>
              <a:grpSpLocks/>
            </p:cNvGrpSpPr>
            <p:nvPr userDrawn="1"/>
          </p:nvGrpSpPr>
          <p:grpSpPr bwMode="auto">
            <a:xfrm>
              <a:off x="5893" y="2523"/>
              <a:ext cx="466" cy="115"/>
              <a:chOff x="5893" y="2523"/>
              <a:chExt cx="466" cy="115"/>
            </a:xfrm>
          </p:grpSpPr>
          <p:sp>
            <p:nvSpPr>
              <p:cNvPr id="9283" name="Rectangle 22"/>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4" name="Rectangle 23"/>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5" name="Rectangle 24"/>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6" name="Rectangle 25"/>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8" name="Group 26"/>
            <p:cNvGrpSpPr>
              <a:grpSpLocks/>
            </p:cNvGrpSpPr>
            <p:nvPr userDrawn="1"/>
          </p:nvGrpSpPr>
          <p:grpSpPr bwMode="auto">
            <a:xfrm>
              <a:off x="5893" y="2659"/>
              <a:ext cx="466" cy="115"/>
              <a:chOff x="5893" y="2659"/>
              <a:chExt cx="466" cy="115"/>
            </a:xfrm>
          </p:grpSpPr>
          <p:sp>
            <p:nvSpPr>
              <p:cNvPr id="9279" name="Rectangle 27"/>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0" name="Rectangle 28"/>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1" name="Rectangle 29"/>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82" name="Rectangle 30"/>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29" name="Group 31"/>
            <p:cNvGrpSpPr>
              <a:grpSpLocks/>
            </p:cNvGrpSpPr>
            <p:nvPr userDrawn="1"/>
          </p:nvGrpSpPr>
          <p:grpSpPr bwMode="auto">
            <a:xfrm>
              <a:off x="5893" y="2251"/>
              <a:ext cx="466" cy="119"/>
              <a:chOff x="5893" y="2251"/>
              <a:chExt cx="466" cy="119"/>
            </a:xfrm>
          </p:grpSpPr>
          <p:sp>
            <p:nvSpPr>
              <p:cNvPr id="9275" name="Rectangle 32"/>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3"/>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7" name="Rectangle 34"/>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8" name="Rectangle 35"/>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0" name="Group 36"/>
            <p:cNvGrpSpPr>
              <a:grpSpLocks/>
            </p:cNvGrpSpPr>
            <p:nvPr userDrawn="1"/>
          </p:nvGrpSpPr>
          <p:grpSpPr bwMode="auto">
            <a:xfrm>
              <a:off x="5893" y="2886"/>
              <a:ext cx="466" cy="115"/>
              <a:chOff x="5893" y="2886"/>
              <a:chExt cx="466" cy="115"/>
            </a:xfrm>
          </p:grpSpPr>
          <p:sp>
            <p:nvSpPr>
              <p:cNvPr id="9271" name="Rectangle 37"/>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3" name="Rectangle 39"/>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40"/>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1" name="Group 41"/>
            <p:cNvGrpSpPr>
              <a:grpSpLocks/>
            </p:cNvGrpSpPr>
            <p:nvPr userDrawn="1"/>
          </p:nvGrpSpPr>
          <p:grpSpPr bwMode="auto">
            <a:xfrm>
              <a:off x="5893" y="3022"/>
              <a:ext cx="466" cy="115"/>
              <a:chOff x="5893" y="3022"/>
              <a:chExt cx="466" cy="115"/>
            </a:xfrm>
          </p:grpSpPr>
          <p:sp>
            <p:nvSpPr>
              <p:cNvPr id="9267" name="Rectangle 42"/>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8" name="Rectangle 43"/>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Rectangle 44"/>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45"/>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2" name="Group 46"/>
            <p:cNvGrpSpPr>
              <a:grpSpLocks/>
            </p:cNvGrpSpPr>
            <p:nvPr userDrawn="1"/>
          </p:nvGrpSpPr>
          <p:grpSpPr bwMode="auto">
            <a:xfrm>
              <a:off x="5893" y="3158"/>
              <a:ext cx="466" cy="115"/>
              <a:chOff x="5893" y="3158"/>
              <a:chExt cx="466" cy="115"/>
            </a:xfrm>
          </p:grpSpPr>
          <p:sp>
            <p:nvSpPr>
              <p:cNvPr id="9263" name="Rectangle 47"/>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48"/>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5" name="Rectangle 49"/>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6" name="Rectangle 50"/>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3" name="Group 51"/>
            <p:cNvGrpSpPr>
              <a:grpSpLocks/>
            </p:cNvGrpSpPr>
            <p:nvPr userDrawn="1"/>
          </p:nvGrpSpPr>
          <p:grpSpPr bwMode="auto">
            <a:xfrm>
              <a:off x="5893" y="3385"/>
              <a:ext cx="466" cy="115"/>
              <a:chOff x="5893" y="3385"/>
              <a:chExt cx="466" cy="115"/>
            </a:xfrm>
          </p:grpSpPr>
          <p:sp>
            <p:nvSpPr>
              <p:cNvPr id="9259" name="Rectangle 52"/>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Rectangle 53"/>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Rectangle 54"/>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55"/>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4" name="Group 56"/>
            <p:cNvGrpSpPr>
              <a:grpSpLocks/>
            </p:cNvGrpSpPr>
            <p:nvPr userDrawn="1"/>
          </p:nvGrpSpPr>
          <p:grpSpPr bwMode="auto">
            <a:xfrm>
              <a:off x="5893" y="3521"/>
              <a:ext cx="466" cy="115"/>
              <a:chOff x="5893" y="3521"/>
              <a:chExt cx="466" cy="115"/>
            </a:xfrm>
          </p:grpSpPr>
          <p:sp>
            <p:nvSpPr>
              <p:cNvPr id="9255" name="Rectangle 57"/>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Rectangle 58"/>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59"/>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Rectangle 60"/>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5" name="Group 61"/>
            <p:cNvGrpSpPr>
              <a:grpSpLocks/>
            </p:cNvGrpSpPr>
            <p:nvPr userDrawn="1"/>
          </p:nvGrpSpPr>
          <p:grpSpPr bwMode="auto">
            <a:xfrm>
              <a:off x="5893" y="3657"/>
              <a:ext cx="466" cy="115"/>
              <a:chOff x="5893" y="3657"/>
              <a:chExt cx="466" cy="115"/>
            </a:xfrm>
          </p:grpSpPr>
          <p:sp>
            <p:nvSpPr>
              <p:cNvPr id="9251" name="Rectangle 62"/>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2" name="Rectangle 63"/>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3" name="Rectangle 64"/>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Rectangle 65"/>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6" name="Group 66"/>
            <p:cNvGrpSpPr>
              <a:grpSpLocks/>
            </p:cNvGrpSpPr>
            <p:nvPr userDrawn="1"/>
          </p:nvGrpSpPr>
          <p:grpSpPr bwMode="auto">
            <a:xfrm>
              <a:off x="5893" y="3884"/>
              <a:ext cx="466" cy="115"/>
              <a:chOff x="5893" y="3884"/>
              <a:chExt cx="466" cy="115"/>
            </a:xfrm>
          </p:grpSpPr>
          <p:sp>
            <p:nvSpPr>
              <p:cNvPr id="9247" name="Rectangle 67"/>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Rectangle 68"/>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Rectangle 69"/>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Rectangle 70"/>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7" name="Group 71"/>
            <p:cNvGrpSpPr>
              <a:grpSpLocks/>
            </p:cNvGrpSpPr>
            <p:nvPr userDrawn="1"/>
          </p:nvGrpSpPr>
          <p:grpSpPr bwMode="auto">
            <a:xfrm>
              <a:off x="5893" y="4026"/>
              <a:ext cx="466" cy="115"/>
              <a:chOff x="5893" y="4026"/>
              <a:chExt cx="466" cy="115"/>
            </a:xfrm>
          </p:grpSpPr>
          <p:sp>
            <p:nvSpPr>
              <p:cNvPr id="9243" name="Rectangle 72"/>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4" name="Rectangle 73"/>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Rectangle 74"/>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Rectangle 75"/>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38" name="Group 76"/>
            <p:cNvGrpSpPr>
              <a:grpSpLocks/>
            </p:cNvGrpSpPr>
            <p:nvPr userDrawn="1"/>
          </p:nvGrpSpPr>
          <p:grpSpPr bwMode="auto">
            <a:xfrm>
              <a:off x="5893" y="4167"/>
              <a:ext cx="466" cy="115"/>
              <a:chOff x="5893" y="4167"/>
              <a:chExt cx="466" cy="115"/>
            </a:xfrm>
          </p:grpSpPr>
          <p:sp>
            <p:nvSpPr>
              <p:cNvPr id="9239" name="Rectangle 77"/>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Rectangle 78"/>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79"/>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2" name="Rectangle 80"/>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223" name="Rectangle 81"/>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9224" name="Rectangle 82"/>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chemeClr val="bg2"/>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808080"/>
        </a:buClr>
        <a:buSzPct val="60000"/>
        <a:buFont typeface="Wingdings" pitchFamily="2" charset="2"/>
        <a:buChar char="l"/>
        <a:defRPr sz="2000">
          <a:solidFill>
            <a:schemeClr val="tx1"/>
          </a:solidFill>
          <a:latin typeface="+mn-lt"/>
          <a:ea typeface="黑体" pitchFamily="49" charset="-122"/>
          <a:cs typeface="Arial" pitchFamily="34" charset="0"/>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79" descr="dd"/>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0" y="6224589"/>
            <a:ext cx="12200467"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Text Box 8"/>
          <p:cNvSpPr txBox="1">
            <a:spLocks noChangeArrowheads="1"/>
          </p:cNvSpPr>
          <p:nvPr/>
        </p:nvSpPr>
        <p:spPr bwMode="auto">
          <a:xfrm>
            <a:off x="1007534" y="6451600"/>
            <a:ext cx="2532337" cy="1846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80114" bIns="0">
            <a:spAutoFit/>
          </a:bodyPr>
          <a:lstStyle>
            <a:lvl1pPr defTabSz="801688" eaLnBrk="0" hangingPunct="0">
              <a:defRPr>
                <a:solidFill>
                  <a:schemeClr val="tx1"/>
                </a:solidFill>
                <a:latin typeface="Calibri" pitchFamily="34" charset="0"/>
                <a:ea typeface="宋体" pitchFamily="2" charset="-122"/>
              </a:defRPr>
            </a:lvl1pPr>
            <a:lvl2pPr marL="742950" indent="-285750" defTabSz="801688" eaLnBrk="0" hangingPunct="0">
              <a:defRPr>
                <a:solidFill>
                  <a:schemeClr val="tx1"/>
                </a:solidFill>
                <a:latin typeface="Calibri" pitchFamily="34" charset="0"/>
                <a:ea typeface="宋体" pitchFamily="2" charset="-122"/>
              </a:defRPr>
            </a:lvl2pPr>
            <a:lvl3pPr marL="1143000" indent="-228600" defTabSz="801688" eaLnBrk="0" hangingPunct="0">
              <a:defRPr>
                <a:solidFill>
                  <a:schemeClr val="tx1"/>
                </a:solidFill>
                <a:latin typeface="Calibri" pitchFamily="34" charset="0"/>
                <a:ea typeface="宋体" pitchFamily="2" charset="-122"/>
              </a:defRPr>
            </a:lvl3pPr>
            <a:lvl4pPr marL="1600200" indent="-228600" defTabSz="801688" eaLnBrk="0" hangingPunct="0">
              <a:defRPr>
                <a:solidFill>
                  <a:schemeClr val="tx1"/>
                </a:solidFill>
                <a:latin typeface="Calibri" pitchFamily="34" charset="0"/>
                <a:ea typeface="宋体" pitchFamily="2" charset="-122"/>
              </a:defRPr>
            </a:lvl4pPr>
            <a:lvl5pPr marL="2057400" indent="-228600" defTabSz="801688" eaLnBrk="0" hangingPunct="0">
              <a:defRPr>
                <a:solidFill>
                  <a:schemeClr val="tx1"/>
                </a:solidFill>
                <a:latin typeface="Calibri" pitchFamily="34" charset="0"/>
                <a:ea typeface="宋体" pitchFamily="2" charset="-122"/>
              </a:defRPr>
            </a:lvl5pPr>
            <a:lvl6pPr marL="2514600" indent="-228600" defTabSz="801688"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01688"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01688"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01688" eaLnBrk="0" fontAlgn="base" hangingPunct="0">
              <a:spcBef>
                <a:spcPct val="0"/>
              </a:spcBef>
              <a:spcAft>
                <a:spcPct val="0"/>
              </a:spcAft>
              <a:defRPr>
                <a:solidFill>
                  <a:schemeClr val="tx1"/>
                </a:solidFill>
                <a:latin typeface="Calibri" pitchFamily="34" charset="0"/>
                <a:ea typeface="宋体" pitchFamily="2" charset="-122"/>
              </a:defRPr>
            </a:lvl9pPr>
          </a:lstStyle>
          <a:p>
            <a:pPr>
              <a:defRPr/>
            </a:pPr>
            <a:r>
              <a:rPr lang="en-US" altLang="zh-CN" sz="1200" smtClean="0">
                <a:latin typeface="FrutigerNext LT Bold" pitchFamily="34" charset="0"/>
                <a:ea typeface="MS PGothic" pitchFamily="34" charset="-128"/>
              </a:rPr>
              <a:t>HUAWEI TECHNOLOGIES CO., LTD.</a:t>
            </a:r>
          </a:p>
        </p:txBody>
      </p:sp>
      <p:pic>
        <p:nvPicPr>
          <p:cNvPr id="10244" name="Picture 9" descr="8"/>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1834" y="6386514"/>
            <a:ext cx="174836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13"/>
          <p:cNvSpPr>
            <a:spLocks noGrp="1" noChangeArrowheads="1"/>
          </p:cNvSpPr>
          <p:nvPr>
            <p:ph type="title"/>
          </p:nvPr>
        </p:nvSpPr>
        <p:spPr bwMode="auto">
          <a:xfrm>
            <a:off x="1007534" y="325439"/>
            <a:ext cx="10176933"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4" rIns="80129" bIns="40064" numCol="1" anchor="ctr" anchorCtr="0" compatLnSpc="1">
            <a:prstTxWarp prst="textNoShape">
              <a:avLst/>
            </a:prstTxWarp>
          </a:bodyPr>
          <a:lstStyle/>
          <a:p>
            <a:pPr lvl="0"/>
            <a:r>
              <a:rPr lang="zh-CN" altLang="en-US" dirty="0" smtClean="0"/>
              <a:t>单击此处编辑母版标题样式</a:t>
            </a:r>
          </a:p>
        </p:txBody>
      </p:sp>
      <p:sp>
        <p:nvSpPr>
          <p:cNvPr id="10248" name="Rectangle 68"/>
          <p:cNvSpPr>
            <a:spLocks noGrp="1" noChangeArrowheads="1"/>
          </p:cNvSpPr>
          <p:nvPr>
            <p:ph type="body" idx="1"/>
          </p:nvPr>
        </p:nvSpPr>
        <p:spPr bwMode="auto">
          <a:xfrm>
            <a:off x="1007534" y="1628776"/>
            <a:ext cx="1017693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42" tIns="40070" rIns="80142" bIns="4007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0249" name="Rectangle 15"/>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buFont typeface="Arial" pitchFamily="34" charset="0"/>
              <a:buNone/>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Medium</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buFont typeface="Arial" pitchFamily="34" charset="0"/>
              <a:buNone/>
            </a:pPr>
            <a:r>
              <a:rPr lang="en-US" altLang="zh-CN" sz="1100">
                <a:solidFill>
                  <a:srgbClr val="FFFFFF"/>
                </a:solidFill>
              </a:rPr>
              <a:t>FrutigerNext LT Regular</a:t>
            </a:r>
          </a:p>
          <a:p>
            <a:pPr marL="342900" indent="-342900" algn="r" eaLnBrk="0" hangingPunct="0">
              <a:lnSpc>
                <a:spcPct val="125000"/>
              </a:lnSpc>
              <a:spcBef>
                <a:spcPct val="20000"/>
              </a:spcBef>
              <a:buFont typeface="Arial" pitchFamily="34" charset="0"/>
              <a:buNone/>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buFont typeface="Arial" pitchFamily="34" charset="0"/>
              <a:buNone/>
            </a:pPr>
            <a:endParaRPr lang="en-US" altLang="zh-CN"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buFont typeface="Arial" pitchFamily="34" charset="0"/>
              <a:buNone/>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buFont typeface="Arial" pitchFamily="34" charset="0"/>
              <a:buNone/>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buFont typeface="Arial" pitchFamily="34" charset="0"/>
              <a:buNone/>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b="1">
                <a:solidFill>
                  <a:srgbClr val="FFFFFF"/>
                </a:solidFill>
                <a:latin typeface="Arial" pitchFamily="34" charset="0"/>
                <a:ea typeface="华文细黑" pitchFamily="2" charset="-122"/>
              </a:rPr>
              <a:t> </a:t>
            </a:r>
          </a:p>
        </p:txBody>
      </p:sp>
      <p:grpSp>
        <p:nvGrpSpPr>
          <p:cNvPr id="10250" name="Group 16"/>
          <p:cNvGrpSpPr>
            <a:grpSpLocks/>
          </p:cNvGrpSpPr>
          <p:nvPr/>
        </p:nvGrpSpPr>
        <p:grpSpPr bwMode="auto">
          <a:xfrm>
            <a:off x="12433301" y="3511550"/>
            <a:ext cx="1225551" cy="3224212"/>
            <a:chOff x="5839" y="2251"/>
            <a:chExt cx="579" cy="2031"/>
          </a:xfrm>
        </p:grpSpPr>
        <p:sp>
          <p:nvSpPr>
            <p:cNvPr id="10253" name="Rectangle 17"/>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0254" name="Group 18"/>
            <p:cNvGrpSpPr>
              <a:grpSpLocks/>
            </p:cNvGrpSpPr>
            <p:nvPr userDrawn="1"/>
          </p:nvGrpSpPr>
          <p:grpSpPr bwMode="auto">
            <a:xfrm>
              <a:off x="5893" y="2387"/>
              <a:ext cx="466" cy="115"/>
              <a:chOff x="5893" y="2387"/>
              <a:chExt cx="466" cy="115"/>
            </a:xfrm>
          </p:grpSpPr>
          <p:sp>
            <p:nvSpPr>
              <p:cNvPr id="10315" name="Rectangle 19"/>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Rectangle 20"/>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7" name="Rectangle 21"/>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8" name="Rectangle 22"/>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5" name="Group 23"/>
            <p:cNvGrpSpPr>
              <a:grpSpLocks/>
            </p:cNvGrpSpPr>
            <p:nvPr userDrawn="1"/>
          </p:nvGrpSpPr>
          <p:grpSpPr bwMode="auto">
            <a:xfrm>
              <a:off x="5893" y="2523"/>
              <a:ext cx="466" cy="115"/>
              <a:chOff x="5893" y="2523"/>
              <a:chExt cx="466" cy="115"/>
            </a:xfrm>
          </p:grpSpPr>
          <p:sp>
            <p:nvSpPr>
              <p:cNvPr id="10311" name="Rectangle 24"/>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2" name="Rectangle 25"/>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3" name="Rectangle 26"/>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Rectangle 27"/>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6" name="Group 28"/>
            <p:cNvGrpSpPr>
              <a:grpSpLocks/>
            </p:cNvGrpSpPr>
            <p:nvPr userDrawn="1"/>
          </p:nvGrpSpPr>
          <p:grpSpPr bwMode="auto">
            <a:xfrm>
              <a:off x="5893" y="2659"/>
              <a:ext cx="466" cy="115"/>
              <a:chOff x="5893" y="2659"/>
              <a:chExt cx="466" cy="115"/>
            </a:xfrm>
          </p:grpSpPr>
          <p:sp>
            <p:nvSpPr>
              <p:cNvPr id="10307" name="Rectangle 29"/>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Rectangle 30"/>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9" name="Rectangle 31"/>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Rectangle 32"/>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7" name="Group 33"/>
            <p:cNvGrpSpPr>
              <a:grpSpLocks/>
            </p:cNvGrpSpPr>
            <p:nvPr userDrawn="1"/>
          </p:nvGrpSpPr>
          <p:grpSpPr bwMode="auto">
            <a:xfrm>
              <a:off x="5893" y="2251"/>
              <a:ext cx="466" cy="119"/>
              <a:chOff x="5893" y="2251"/>
              <a:chExt cx="466" cy="119"/>
            </a:xfrm>
          </p:grpSpPr>
          <p:sp>
            <p:nvSpPr>
              <p:cNvPr id="10303" name="Rectangle 34"/>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Rectangle 35"/>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5" name="Rectangle 36"/>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6" name="Rectangle 37"/>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8" name="Group 38"/>
            <p:cNvGrpSpPr>
              <a:grpSpLocks/>
            </p:cNvGrpSpPr>
            <p:nvPr userDrawn="1"/>
          </p:nvGrpSpPr>
          <p:grpSpPr bwMode="auto">
            <a:xfrm>
              <a:off x="5893" y="2886"/>
              <a:ext cx="466" cy="115"/>
              <a:chOff x="5893" y="2886"/>
              <a:chExt cx="466" cy="115"/>
            </a:xfrm>
          </p:grpSpPr>
          <p:sp>
            <p:nvSpPr>
              <p:cNvPr id="10299" name="Rectangle 39"/>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0" name="Rectangle 40"/>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1" name="Rectangle 41"/>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Rectangle 42"/>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43"/>
            <p:cNvGrpSpPr>
              <a:grpSpLocks/>
            </p:cNvGrpSpPr>
            <p:nvPr userDrawn="1"/>
          </p:nvGrpSpPr>
          <p:grpSpPr bwMode="auto">
            <a:xfrm>
              <a:off x="5893" y="3022"/>
              <a:ext cx="466" cy="115"/>
              <a:chOff x="5893" y="3022"/>
              <a:chExt cx="466" cy="115"/>
            </a:xfrm>
          </p:grpSpPr>
          <p:sp>
            <p:nvSpPr>
              <p:cNvPr id="10295" name="Rectangle 44"/>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Rectangle 45"/>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7" name="Rectangle 46"/>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Rectangle 47"/>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0" name="Group 48"/>
            <p:cNvGrpSpPr>
              <a:grpSpLocks/>
            </p:cNvGrpSpPr>
            <p:nvPr userDrawn="1"/>
          </p:nvGrpSpPr>
          <p:grpSpPr bwMode="auto">
            <a:xfrm>
              <a:off x="5893" y="3158"/>
              <a:ext cx="466" cy="115"/>
              <a:chOff x="5893" y="3158"/>
              <a:chExt cx="466" cy="115"/>
            </a:xfrm>
          </p:grpSpPr>
          <p:sp>
            <p:nvSpPr>
              <p:cNvPr id="10291" name="Rectangle 49"/>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Rectangle 50"/>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3" name="Rectangle 51"/>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4" name="Rectangle 52"/>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53"/>
            <p:cNvGrpSpPr>
              <a:grpSpLocks/>
            </p:cNvGrpSpPr>
            <p:nvPr userDrawn="1"/>
          </p:nvGrpSpPr>
          <p:grpSpPr bwMode="auto">
            <a:xfrm>
              <a:off x="5893" y="3385"/>
              <a:ext cx="466" cy="115"/>
              <a:chOff x="5893" y="3385"/>
              <a:chExt cx="466" cy="115"/>
            </a:xfrm>
          </p:grpSpPr>
          <p:sp>
            <p:nvSpPr>
              <p:cNvPr id="10287" name="Rectangle 54"/>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8" name="Rectangle 55"/>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9" name="Rectangle 56"/>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Rectangle 57"/>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58"/>
            <p:cNvGrpSpPr>
              <a:grpSpLocks/>
            </p:cNvGrpSpPr>
            <p:nvPr userDrawn="1"/>
          </p:nvGrpSpPr>
          <p:grpSpPr bwMode="auto">
            <a:xfrm>
              <a:off x="5893" y="3521"/>
              <a:ext cx="466" cy="115"/>
              <a:chOff x="5893" y="3521"/>
              <a:chExt cx="466" cy="115"/>
            </a:xfrm>
          </p:grpSpPr>
          <p:sp>
            <p:nvSpPr>
              <p:cNvPr id="10283" name="Rectangle 59"/>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Rectangle 60"/>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5" name="Rectangle 61"/>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Rectangle 62"/>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63"/>
            <p:cNvGrpSpPr>
              <a:grpSpLocks/>
            </p:cNvGrpSpPr>
            <p:nvPr userDrawn="1"/>
          </p:nvGrpSpPr>
          <p:grpSpPr bwMode="auto">
            <a:xfrm>
              <a:off x="5893" y="3657"/>
              <a:ext cx="466" cy="115"/>
              <a:chOff x="5893" y="3657"/>
              <a:chExt cx="466" cy="115"/>
            </a:xfrm>
          </p:grpSpPr>
          <p:sp>
            <p:nvSpPr>
              <p:cNvPr id="10279" name="Rectangle 64"/>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65"/>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Rectangle 66"/>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Rectangle 67"/>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68"/>
            <p:cNvGrpSpPr>
              <a:grpSpLocks/>
            </p:cNvGrpSpPr>
            <p:nvPr userDrawn="1"/>
          </p:nvGrpSpPr>
          <p:grpSpPr bwMode="auto">
            <a:xfrm>
              <a:off x="5893" y="3884"/>
              <a:ext cx="466" cy="115"/>
              <a:chOff x="5893" y="3884"/>
              <a:chExt cx="466" cy="115"/>
            </a:xfrm>
          </p:grpSpPr>
          <p:sp>
            <p:nvSpPr>
              <p:cNvPr id="10275" name="Rectangle 69"/>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6" name="Rectangle 70"/>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7" name="Rectangle 71"/>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Rectangle 72"/>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73"/>
            <p:cNvGrpSpPr>
              <a:grpSpLocks/>
            </p:cNvGrpSpPr>
            <p:nvPr userDrawn="1"/>
          </p:nvGrpSpPr>
          <p:grpSpPr bwMode="auto">
            <a:xfrm>
              <a:off x="5893" y="4026"/>
              <a:ext cx="466" cy="115"/>
              <a:chOff x="5893" y="4026"/>
              <a:chExt cx="466" cy="115"/>
            </a:xfrm>
          </p:grpSpPr>
          <p:sp>
            <p:nvSpPr>
              <p:cNvPr id="10271" name="Rectangle 74"/>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Rectangle 75"/>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Rectangle 76"/>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Rectangle 77"/>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78"/>
            <p:cNvGrpSpPr>
              <a:grpSpLocks/>
            </p:cNvGrpSpPr>
            <p:nvPr userDrawn="1"/>
          </p:nvGrpSpPr>
          <p:grpSpPr bwMode="auto">
            <a:xfrm>
              <a:off x="5893" y="4167"/>
              <a:ext cx="466" cy="115"/>
              <a:chOff x="5893" y="4167"/>
              <a:chExt cx="466" cy="115"/>
            </a:xfrm>
          </p:grpSpPr>
          <p:sp>
            <p:nvSpPr>
              <p:cNvPr id="10267" name="Rectangle 79"/>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Rectangle 80"/>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Rectangle 81"/>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0" name="Rectangle 82"/>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251" name="Rectangle 83"/>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buFont typeface="Arial" pitchFamily="34" charset="0"/>
              <a:buNone/>
            </a:pPr>
            <a:r>
              <a:rPr lang="zh-CN" altLang="en-US" sz="1100">
                <a:solidFill>
                  <a:srgbClr val="FFFFFF"/>
                </a:solidFill>
              </a:rPr>
              <a:t>配色参考方案：</a:t>
            </a:r>
          </a:p>
          <a:p>
            <a:pPr eaLnBrk="0" hangingPunct="0">
              <a:lnSpc>
                <a:spcPct val="120000"/>
              </a:lnSpc>
              <a:spcBef>
                <a:spcPct val="20000"/>
              </a:spcBef>
              <a:buFont typeface="Arial" pitchFamily="34" charset="0"/>
              <a:buNone/>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0252" name="Rectangle 84"/>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buClr>
                <a:srgbClr val="777777"/>
              </a:buClr>
              <a:buSzPct val="60000"/>
              <a:buFont typeface="Wingdings" pitchFamily="2" charset="2"/>
              <a:buNone/>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9" name="Rectangle 21"/>
          <p:cNvSpPr>
            <a:spLocks noChangeArrowheads="1"/>
          </p:cNvSpPr>
          <p:nvPr userDrawn="1"/>
        </p:nvSpPr>
        <p:spPr bwMode="auto">
          <a:xfrm>
            <a:off x="5047622" y="6465937"/>
            <a:ext cx="1623667" cy="184666"/>
          </a:xfrm>
          <a:prstGeom prst="rect">
            <a:avLst/>
          </a:prstGeom>
          <a:noFill/>
          <a:ln w="9525" algn="ctr">
            <a:noFill/>
            <a:miter lim="800000"/>
            <a:headEnd/>
            <a:tailEnd/>
          </a:ln>
          <a:effectLst/>
        </p:spPr>
        <p:txBody>
          <a:bodyPr wrap="none" lIns="80082" tIns="0" rIns="80082" bIns="0">
            <a:spAutoFit/>
          </a:bodyPr>
          <a:lstStyle/>
          <a:p>
            <a:pPr defTabSz="801688" eaLnBrk="0" hangingPunct="0">
              <a:defRPr/>
            </a:pPr>
            <a:r>
              <a:rPr lang="en-US" altLang="zh-CN" sz="1200" baseline="0" dirty="0" smtClean="0">
                <a:solidFill>
                  <a:srgbClr val="000000"/>
                </a:solidFill>
                <a:latin typeface="+mn-lt"/>
                <a:ea typeface="+mn-ea"/>
              </a:rPr>
              <a:t>Huawei Confidential</a:t>
            </a:r>
            <a:endParaRPr lang="en-US" altLang="zh-CN" sz="1200" dirty="0">
              <a:latin typeface="+mn-lt"/>
              <a:ea typeface="+mn-ea"/>
            </a:endParaRPr>
          </a:p>
        </p:txBody>
      </p:sp>
      <p:sp>
        <p:nvSpPr>
          <p:cNvPr id="81" name="Rectangle 5"/>
          <p:cNvSpPr>
            <a:spLocks noChangeArrowheads="1"/>
          </p:cNvSpPr>
          <p:nvPr userDrawn="1"/>
        </p:nvSpPr>
        <p:spPr bwMode="auto">
          <a:xfrm>
            <a:off x="8461165" y="6489701"/>
            <a:ext cx="240453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0" hangingPunct="0">
              <a:lnSpc>
                <a:spcPct val="85000"/>
              </a:lnSpc>
            </a:pPr>
            <a:r>
              <a:rPr lang="de-DE" altLang="zh-CN" sz="1200" dirty="0" smtClean="0">
                <a:solidFill>
                  <a:srgbClr val="000000"/>
                </a:solidFill>
                <a:latin typeface="FrutigerNext LT Bold" pitchFamily="34" charset="0"/>
                <a:ea typeface="MS PGothic" pitchFamily="34" charset="-128"/>
              </a:rPr>
              <a:t> </a:t>
            </a:r>
            <a:fld id="{A4C34F22-587E-473D-9099-376F4F013A30}" type="slidenum">
              <a:rPr lang="de-DE" altLang="zh-CN" sz="1200">
                <a:solidFill>
                  <a:srgbClr val="000000"/>
                </a:solidFill>
                <a:latin typeface="FrutigerNext LT Bold" pitchFamily="34" charset="0"/>
                <a:ea typeface="MS PGothic" pitchFamily="34" charset="-128"/>
              </a:rPr>
              <a:pPr eaLnBrk="0" hangingPunct="0">
                <a:lnSpc>
                  <a:spcPct val="85000"/>
                </a:lnSpc>
              </a:pPr>
              <a:t>‹#›</a:t>
            </a:fld>
            <a:endParaRPr lang="en-GB" altLang="zh-CN" sz="1200" dirty="0">
              <a:solidFill>
                <a:srgbClr val="000000"/>
              </a:solidFill>
              <a:latin typeface="FrutigerNext LT Bold" pitchFamily="34" charset="0"/>
              <a:ea typeface="MS PGothic"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Arial" pitchFamily="34" charset="0"/>
          <a:ea typeface="黑体" pitchFamily="49" charset="-122"/>
          <a:cs typeface="Arial" pitchFamily="34" charset="0"/>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lnSpc>
          <a:spcPct val="140000"/>
        </a:lnSpc>
        <a:spcBef>
          <a:spcPct val="0"/>
        </a:spcBef>
        <a:spcAft>
          <a:spcPct val="0"/>
        </a:spcAft>
        <a:buClr>
          <a:srgbClr val="777777"/>
        </a:buClr>
        <a:buSzPct val="60000"/>
        <a:buFont typeface="Wingdings" pitchFamily="2" charset="2"/>
        <a:buChar char="l"/>
        <a:defRPr sz="2000">
          <a:solidFill>
            <a:schemeClr val="tx1"/>
          </a:solidFill>
          <a:latin typeface="+mn-lt"/>
          <a:ea typeface="黑体" pitchFamily="49" charset="-122"/>
          <a:cs typeface="+mn-cs"/>
        </a:defRPr>
      </a:lvl1pPr>
      <a:lvl2pPr marL="742950" indent="-285750" algn="l" rtl="0" eaLnBrk="0" fontAlgn="base" hangingPunct="0">
        <a:lnSpc>
          <a:spcPct val="140000"/>
        </a:lnSpc>
        <a:spcBef>
          <a:spcPct val="0"/>
        </a:spcBef>
        <a:spcAft>
          <a:spcPct val="0"/>
        </a:spcAft>
        <a:buSzPct val="50000"/>
        <a:buFont typeface="Wingdings" pitchFamily="2" charset="2"/>
        <a:buChar char="p"/>
        <a:defRPr>
          <a:solidFill>
            <a:schemeClr val="tx1"/>
          </a:solidFill>
          <a:latin typeface="+mn-lt"/>
          <a:ea typeface="+mn-ea"/>
          <a:cs typeface="+mn-cs"/>
        </a:defRPr>
      </a:lvl2pPr>
      <a:lvl3pPr marL="1143000" indent="-228600" algn="l" rtl="0" eaLnBrk="0" fontAlgn="base" hangingPunct="0">
        <a:lnSpc>
          <a:spcPct val="140000"/>
        </a:lnSpc>
        <a:spcBef>
          <a:spcPct val="0"/>
        </a:spcBef>
        <a:spcAft>
          <a:spcPct val="0"/>
        </a:spcAft>
        <a:buSzPct val="50000"/>
        <a:buFont typeface="Wingdings" pitchFamily="2" charset="2"/>
        <a:buChar char="n"/>
        <a:defRPr sz="1600">
          <a:solidFill>
            <a:schemeClr val="tx1"/>
          </a:solidFill>
          <a:latin typeface="+mn-lt"/>
          <a:ea typeface="+mn-ea"/>
          <a:cs typeface="+mn-cs"/>
        </a:defRPr>
      </a:lvl3pPr>
      <a:lvl4pPr marL="1600200" indent="-228600" algn="l" rtl="0" eaLnBrk="0" fontAlgn="base" hangingPunct="0">
        <a:lnSpc>
          <a:spcPct val="140000"/>
        </a:lnSpc>
        <a:spcBef>
          <a:spcPct val="0"/>
        </a:spcBef>
        <a:spcAft>
          <a:spcPct val="0"/>
        </a:spcAft>
        <a:buChar char="–"/>
        <a:defRPr sz="1400">
          <a:solidFill>
            <a:schemeClr val="tx1"/>
          </a:solidFill>
          <a:latin typeface="+mn-lt"/>
          <a:ea typeface="+mn-ea"/>
          <a:cs typeface="+mn-cs"/>
        </a:defRPr>
      </a:lvl4pPr>
      <a:lvl5pPr marL="2057400" indent="-228600" algn="l" rtl="0" eaLnBrk="0" fontAlgn="base" hangingPunct="0">
        <a:lnSpc>
          <a:spcPct val="140000"/>
        </a:lnSpc>
        <a:spcBef>
          <a:spcPct val="0"/>
        </a:spcBef>
        <a:spcAft>
          <a:spcPct val="0"/>
        </a:spcAft>
        <a:buFont typeface="Arial" pitchFamily="34" charset="0"/>
        <a:buChar char="~"/>
        <a:defRPr sz="12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6" descr="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0" y="5897564"/>
            <a:ext cx="12192000"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10"/>
          <p:cNvSpPr>
            <a:spLocks noChangeArrowheads="1"/>
          </p:cNvSpPr>
          <p:nvPr/>
        </p:nvSpPr>
        <p:spPr bwMode="auto">
          <a:xfrm>
            <a:off x="-2603500" y="692150"/>
            <a:ext cx="2459567" cy="550068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marL="342900" indent="-342900" algn="r" eaLnBrk="0" hangingPunct="0">
              <a:lnSpc>
                <a:spcPct val="125000"/>
              </a:lnSpc>
              <a:spcBef>
                <a:spcPct val="20000"/>
              </a:spcBef>
            </a:pPr>
            <a:r>
              <a:rPr lang="zh-CN" altLang="en-US" sz="1100">
                <a:solidFill>
                  <a:srgbClr val="FFFFFF"/>
                </a:solidFill>
              </a:rPr>
              <a:t>英文标题</a:t>
            </a:r>
            <a:r>
              <a:rPr lang="en-US" altLang="zh-CN" sz="1100">
                <a:solidFill>
                  <a:srgbClr val="FFFFFF"/>
                </a:solidFill>
              </a:rPr>
              <a:t>:32-35pt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Medium</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中文标题</a:t>
            </a:r>
            <a:r>
              <a:rPr lang="en-US" altLang="zh-CN" sz="1100">
                <a:solidFill>
                  <a:srgbClr val="FFFFFF"/>
                </a:solidFill>
              </a:rPr>
              <a:t>:30-32pt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 R153 G0 B0</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黑体</a:t>
            </a: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英文正文</a:t>
            </a:r>
            <a:r>
              <a:rPr lang="en-US" altLang="zh-CN" sz="1100">
                <a:solidFill>
                  <a:srgbClr val="FFFFFF"/>
                </a:solidFill>
              </a:rPr>
              <a:t>:20-22pt</a:t>
            </a:r>
          </a:p>
          <a:p>
            <a:pPr marL="342900" indent="-342900" algn="r" eaLnBrk="0" hangingPunct="0">
              <a:lnSpc>
                <a:spcPct val="125000"/>
              </a:lnSpc>
              <a:spcBef>
                <a:spcPct val="20000"/>
              </a:spcBef>
            </a:pPr>
            <a:r>
              <a:rPr lang="zh-CN" altLang="en-US" sz="1100">
                <a:solidFill>
                  <a:srgbClr val="FFFFFF"/>
                </a:solidFill>
              </a:rPr>
              <a:t>子目录 </a:t>
            </a:r>
            <a:r>
              <a:rPr lang="en-US" altLang="zh-CN" sz="1100">
                <a:solidFill>
                  <a:srgbClr val="FFFFFF"/>
                </a:solidFill>
              </a:rPr>
              <a:t>(2-5</a:t>
            </a:r>
            <a:r>
              <a:rPr lang="zh-CN" altLang="en-US" sz="1100">
                <a:solidFill>
                  <a:srgbClr val="FFFFFF"/>
                </a:solidFill>
              </a:rPr>
              <a:t>级</a:t>
            </a:r>
            <a:r>
              <a:rPr lang="en-US" altLang="zh-CN" sz="1100">
                <a:solidFill>
                  <a:srgbClr val="FFFFFF"/>
                </a:solidFill>
              </a:rPr>
              <a:t>) :18pt  </a:t>
            </a: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内部使用字体 </a:t>
            </a:r>
            <a:r>
              <a:rPr lang="en-US" altLang="zh-CN" sz="1100">
                <a:solidFill>
                  <a:srgbClr val="FFFFFF"/>
                </a:solidFill>
              </a:rPr>
              <a:t>:</a:t>
            </a:r>
          </a:p>
          <a:p>
            <a:pPr marL="342900" indent="-342900" algn="r" eaLnBrk="0" hangingPunct="0">
              <a:lnSpc>
                <a:spcPct val="125000"/>
              </a:lnSpc>
              <a:spcBef>
                <a:spcPct val="20000"/>
              </a:spcBef>
            </a:pPr>
            <a:r>
              <a:rPr lang="en-US" altLang="zh-CN" sz="1100">
                <a:solidFill>
                  <a:srgbClr val="FFFFFF"/>
                </a:solidFill>
              </a:rPr>
              <a:t>FrutigerNext LT Regular</a:t>
            </a:r>
          </a:p>
          <a:p>
            <a:pPr marL="342900" indent="-342900" algn="r" eaLnBrk="0" hangingPunct="0">
              <a:lnSpc>
                <a:spcPct val="125000"/>
              </a:lnSpc>
              <a:spcBef>
                <a:spcPct val="20000"/>
              </a:spcBef>
            </a:pPr>
            <a:r>
              <a:rPr lang="zh-CN" altLang="en-US" sz="1100">
                <a:solidFill>
                  <a:srgbClr val="FFFFFF"/>
                </a:solidFill>
              </a:rPr>
              <a:t>外部使用字体 </a:t>
            </a:r>
            <a:r>
              <a:rPr lang="en-US" altLang="zh-CN" sz="1100">
                <a:solidFill>
                  <a:srgbClr val="FFFFFF"/>
                </a:solidFill>
              </a:rPr>
              <a:t>: Arial</a:t>
            </a:r>
          </a:p>
          <a:p>
            <a:pPr marL="342900" indent="-342900" algn="r" eaLnBrk="0" hangingPunct="0">
              <a:lnSpc>
                <a:spcPct val="75000"/>
              </a:lnSpc>
              <a:spcBef>
                <a:spcPct val="20000"/>
              </a:spcBef>
            </a:pPr>
            <a:endParaRPr lang="en-US" altLang="zh-CN" sz="1100">
              <a:solidFill>
                <a:srgbClr val="FFFFFF"/>
              </a:solidFill>
            </a:endParaRPr>
          </a:p>
          <a:p>
            <a:pPr marL="342900" indent="-342900" algn="r" eaLnBrk="0" hangingPunct="0">
              <a:lnSpc>
                <a:spcPct val="125000"/>
              </a:lnSpc>
              <a:spcBef>
                <a:spcPct val="20000"/>
              </a:spcBef>
            </a:pPr>
            <a:r>
              <a:rPr lang="zh-CN" altLang="en-US" sz="1100">
                <a:solidFill>
                  <a:srgbClr val="FFFFFF"/>
                </a:solidFill>
              </a:rPr>
              <a:t>中文正文</a:t>
            </a:r>
            <a:r>
              <a:rPr lang="en-US" altLang="zh-CN" sz="1100">
                <a:solidFill>
                  <a:srgbClr val="FFFFFF"/>
                </a:solidFill>
              </a:rPr>
              <a:t>:18-20pt</a:t>
            </a:r>
          </a:p>
          <a:p>
            <a:pPr marL="342900" indent="-342900" algn="r" eaLnBrk="0" hangingPunct="0">
              <a:lnSpc>
                <a:spcPct val="125000"/>
              </a:lnSpc>
              <a:spcBef>
                <a:spcPct val="20000"/>
              </a:spcBef>
            </a:pPr>
            <a:r>
              <a:rPr lang="zh-CN" altLang="en-US" sz="1100">
                <a:solidFill>
                  <a:srgbClr val="FFFFFF"/>
                </a:solidFill>
              </a:rPr>
              <a:t>子目录</a:t>
            </a:r>
            <a:r>
              <a:rPr lang="en-US" altLang="zh-CN" sz="1100">
                <a:solidFill>
                  <a:srgbClr val="FFFFFF"/>
                </a:solidFill>
              </a:rPr>
              <a:t>(2-5</a:t>
            </a:r>
            <a:r>
              <a:rPr lang="zh-CN" altLang="en-US" sz="1100">
                <a:solidFill>
                  <a:srgbClr val="FFFFFF"/>
                </a:solidFill>
              </a:rPr>
              <a:t>级</a:t>
            </a:r>
            <a:r>
              <a:rPr lang="en-US" altLang="zh-CN" sz="1100">
                <a:solidFill>
                  <a:srgbClr val="FFFFFF"/>
                </a:solidFill>
              </a:rPr>
              <a:t>):18pt </a:t>
            </a:r>
            <a:endParaRPr lang="zh-CN" altLang="en-US" sz="1100">
              <a:solidFill>
                <a:srgbClr val="FFFFFF"/>
              </a:solidFill>
            </a:endParaRPr>
          </a:p>
          <a:p>
            <a:pPr marL="342900" indent="-342900" algn="r" eaLnBrk="0" hangingPunct="0">
              <a:lnSpc>
                <a:spcPct val="125000"/>
              </a:lnSpc>
              <a:spcBef>
                <a:spcPct val="20000"/>
              </a:spcBef>
            </a:pPr>
            <a:r>
              <a:rPr lang="zh-CN" altLang="en-US" sz="1100">
                <a:solidFill>
                  <a:srgbClr val="FFFFFF"/>
                </a:solidFill>
              </a:rPr>
              <a:t>颜色</a:t>
            </a:r>
            <a:r>
              <a:rPr lang="en-US" altLang="zh-CN" sz="1100">
                <a:solidFill>
                  <a:srgbClr val="FFFFFF"/>
                </a:solidFill>
              </a:rPr>
              <a:t>:</a:t>
            </a:r>
            <a:r>
              <a:rPr lang="zh-CN" altLang="en-US" sz="1100">
                <a:solidFill>
                  <a:srgbClr val="FFFFFF"/>
                </a:solidFill>
              </a:rPr>
              <a:t>黑色</a:t>
            </a:r>
          </a:p>
          <a:p>
            <a:pPr marL="342900" indent="-342900" algn="r" eaLnBrk="0" hangingPunct="0">
              <a:lnSpc>
                <a:spcPct val="125000"/>
              </a:lnSpc>
              <a:spcBef>
                <a:spcPct val="20000"/>
              </a:spcBef>
            </a:pPr>
            <a:r>
              <a:rPr lang="zh-CN" altLang="en-US" sz="1100">
                <a:solidFill>
                  <a:srgbClr val="FFFFFF"/>
                </a:solidFill>
              </a:rPr>
              <a:t>字体</a:t>
            </a:r>
            <a:r>
              <a:rPr lang="en-US" altLang="zh-CN" sz="1100">
                <a:solidFill>
                  <a:srgbClr val="FFFFFF"/>
                </a:solidFill>
              </a:rPr>
              <a:t>:</a:t>
            </a:r>
            <a:r>
              <a:rPr lang="zh-CN" altLang="en-US" sz="1100">
                <a:solidFill>
                  <a:srgbClr val="FFFFFF"/>
                </a:solidFill>
              </a:rPr>
              <a:t>细黑体</a:t>
            </a:r>
            <a:r>
              <a:rPr lang="zh-CN" altLang="en-US" sz="1100">
                <a:solidFill>
                  <a:srgbClr val="FFFFFF"/>
                </a:solidFill>
                <a:latin typeface="Arial" pitchFamily="34" charset="0"/>
              </a:rPr>
              <a:t> </a:t>
            </a:r>
          </a:p>
        </p:txBody>
      </p:sp>
      <p:grpSp>
        <p:nvGrpSpPr>
          <p:cNvPr id="11270" name="Group 11"/>
          <p:cNvGrpSpPr>
            <a:grpSpLocks/>
          </p:cNvGrpSpPr>
          <p:nvPr/>
        </p:nvGrpSpPr>
        <p:grpSpPr bwMode="auto">
          <a:xfrm>
            <a:off x="12433301" y="3511550"/>
            <a:ext cx="1225551" cy="3224212"/>
            <a:chOff x="5839" y="2251"/>
            <a:chExt cx="579" cy="2031"/>
          </a:xfrm>
        </p:grpSpPr>
        <p:sp>
          <p:nvSpPr>
            <p:cNvPr id="11273" name="Rectangle 12"/>
            <p:cNvSpPr>
              <a:spLocks noChangeArrowheads="1"/>
            </p:cNvSpPr>
            <p:nvPr userDrawn="1"/>
          </p:nvSpPr>
          <p:spPr bwMode="auto">
            <a:xfrm>
              <a:off x="5839" y="3143"/>
              <a:ext cx="579" cy="23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425" tIns="45712" rIns="91425" bIns="45712" anchor="ctr">
              <a:spAutoFit/>
            </a:bodyPr>
            <a:lstStyle/>
            <a:p>
              <a:endParaRPr lang="zh-CN" altLang="en-US"/>
            </a:p>
          </p:txBody>
        </p:sp>
        <p:grpSp>
          <p:nvGrpSpPr>
            <p:cNvPr id="11274" name="Group 13"/>
            <p:cNvGrpSpPr>
              <a:grpSpLocks/>
            </p:cNvGrpSpPr>
            <p:nvPr userDrawn="1"/>
          </p:nvGrpSpPr>
          <p:grpSpPr bwMode="auto">
            <a:xfrm>
              <a:off x="5893" y="2387"/>
              <a:ext cx="466" cy="115"/>
              <a:chOff x="5893" y="2387"/>
              <a:chExt cx="466" cy="115"/>
            </a:xfrm>
          </p:grpSpPr>
          <p:sp>
            <p:nvSpPr>
              <p:cNvPr id="11335" name="Rectangle 14"/>
              <p:cNvSpPr>
                <a:spLocks noChangeArrowheads="1"/>
              </p:cNvSpPr>
              <p:nvPr userDrawn="1"/>
            </p:nvSpPr>
            <p:spPr bwMode="auto">
              <a:xfrm flipV="1">
                <a:off x="6010" y="2387"/>
                <a:ext cx="116"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Rectangle 15"/>
              <p:cNvSpPr>
                <a:spLocks noChangeArrowheads="1"/>
              </p:cNvSpPr>
              <p:nvPr userDrawn="1"/>
            </p:nvSpPr>
            <p:spPr bwMode="auto">
              <a:xfrm flipV="1">
                <a:off x="6126" y="2387"/>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Rectangle 16"/>
              <p:cNvSpPr>
                <a:spLocks noChangeArrowheads="1"/>
              </p:cNvSpPr>
              <p:nvPr userDrawn="1"/>
            </p:nvSpPr>
            <p:spPr bwMode="auto">
              <a:xfrm flipV="1">
                <a:off x="6242" y="2387"/>
                <a:ext cx="117" cy="115"/>
              </a:xfrm>
              <a:prstGeom prst="rect">
                <a:avLst/>
              </a:prstGeom>
              <a:solidFill>
                <a:srgbClr val="99660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8" name="Rectangle 17"/>
              <p:cNvSpPr>
                <a:spLocks noChangeArrowheads="1"/>
              </p:cNvSpPr>
              <p:nvPr userDrawn="1"/>
            </p:nvSpPr>
            <p:spPr bwMode="auto">
              <a:xfrm flipV="1">
                <a:off x="5893" y="2387"/>
                <a:ext cx="117"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5" name="Group 18"/>
            <p:cNvGrpSpPr>
              <a:grpSpLocks/>
            </p:cNvGrpSpPr>
            <p:nvPr userDrawn="1"/>
          </p:nvGrpSpPr>
          <p:grpSpPr bwMode="auto">
            <a:xfrm>
              <a:off x="5893" y="2523"/>
              <a:ext cx="466" cy="115"/>
              <a:chOff x="5893" y="2523"/>
              <a:chExt cx="466" cy="115"/>
            </a:xfrm>
          </p:grpSpPr>
          <p:sp>
            <p:nvSpPr>
              <p:cNvPr id="11331" name="Rectangle 19"/>
              <p:cNvSpPr>
                <a:spLocks noChangeArrowheads="1"/>
              </p:cNvSpPr>
              <p:nvPr userDrawn="1"/>
            </p:nvSpPr>
            <p:spPr bwMode="auto">
              <a:xfrm flipV="1">
                <a:off x="6010" y="2523"/>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2" name="Rectangle 20"/>
              <p:cNvSpPr>
                <a:spLocks noChangeArrowheads="1"/>
              </p:cNvSpPr>
              <p:nvPr userDrawn="1"/>
            </p:nvSpPr>
            <p:spPr bwMode="auto">
              <a:xfrm flipV="1">
                <a:off x="6126" y="2523"/>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3" name="Rectangle 21"/>
              <p:cNvSpPr>
                <a:spLocks noChangeArrowheads="1"/>
              </p:cNvSpPr>
              <p:nvPr userDrawn="1"/>
            </p:nvSpPr>
            <p:spPr bwMode="auto">
              <a:xfrm flipV="1">
                <a:off x="6242" y="2523"/>
                <a:ext cx="117"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4" name="Rectangle 22"/>
              <p:cNvSpPr>
                <a:spLocks noChangeArrowheads="1"/>
              </p:cNvSpPr>
              <p:nvPr userDrawn="1"/>
            </p:nvSpPr>
            <p:spPr bwMode="auto">
              <a:xfrm flipV="1">
                <a:off x="5893" y="2523"/>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6" name="Group 23"/>
            <p:cNvGrpSpPr>
              <a:grpSpLocks/>
            </p:cNvGrpSpPr>
            <p:nvPr userDrawn="1"/>
          </p:nvGrpSpPr>
          <p:grpSpPr bwMode="auto">
            <a:xfrm>
              <a:off x="5893" y="2659"/>
              <a:ext cx="466" cy="115"/>
              <a:chOff x="5893" y="2659"/>
              <a:chExt cx="466" cy="115"/>
            </a:xfrm>
          </p:grpSpPr>
          <p:sp>
            <p:nvSpPr>
              <p:cNvPr id="11327" name="Rectangle 24"/>
              <p:cNvSpPr>
                <a:spLocks noChangeArrowheads="1"/>
              </p:cNvSpPr>
              <p:nvPr userDrawn="1"/>
            </p:nvSpPr>
            <p:spPr bwMode="auto">
              <a:xfrm flipV="1">
                <a:off x="6010" y="2659"/>
                <a:ext cx="116"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Rectangle 25"/>
              <p:cNvSpPr>
                <a:spLocks noChangeArrowheads="1"/>
              </p:cNvSpPr>
              <p:nvPr userDrawn="1"/>
            </p:nvSpPr>
            <p:spPr bwMode="auto">
              <a:xfrm flipV="1">
                <a:off x="6126" y="2659"/>
                <a:ext cx="116" cy="115"/>
              </a:xfrm>
              <a:prstGeom prst="rect">
                <a:avLst/>
              </a:prstGeom>
              <a:solidFill>
                <a:srgbClr val="00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9" name="Rectangle 26"/>
              <p:cNvSpPr>
                <a:spLocks noChangeArrowheads="1"/>
              </p:cNvSpPr>
              <p:nvPr userDrawn="1"/>
            </p:nvSpPr>
            <p:spPr bwMode="auto">
              <a:xfrm flipV="1">
                <a:off x="6242" y="2659"/>
                <a:ext cx="117"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0" name="Rectangle 27"/>
              <p:cNvSpPr>
                <a:spLocks noChangeArrowheads="1"/>
              </p:cNvSpPr>
              <p:nvPr userDrawn="1"/>
            </p:nvSpPr>
            <p:spPr bwMode="auto">
              <a:xfrm flipV="1">
                <a:off x="5893" y="2659"/>
                <a:ext cx="117"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7" name="Group 28"/>
            <p:cNvGrpSpPr>
              <a:grpSpLocks/>
            </p:cNvGrpSpPr>
            <p:nvPr userDrawn="1"/>
          </p:nvGrpSpPr>
          <p:grpSpPr bwMode="auto">
            <a:xfrm>
              <a:off x="5893" y="2251"/>
              <a:ext cx="466" cy="119"/>
              <a:chOff x="5893" y="2251"/>
              <a:chExt cx="466" cy="119"/>
            </a:xfrm>
          </p:grpSpPr>
          <p:sp>
            <p:nvSpPr>
              <p:cNvPr id="11323" name="Rectangle 29"/>
              <p:cNvSpPr>
                <a:spLocks noChangeArrowheads="1"/>
              </p:cNvSpPr>
              <p:nvPr userDrawn="1"/>
            </p:nvSpPr>
            <p:spPr bwMode="auto">
              <a:xfrm flipV="1">
                <a:off x="6126" y="2251"/>
                <a:ext cx="116" cy="119"/>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Rectangle 30"/>
              <p:cNvSpPr>
                <a:spLocks noChangeArrowheads="1"/>
              </p:cNvSpPr>
              <p:nvPr userDrawn="1"/>
            </p:nvSpPr>
            <p:spPr bwMode="auto">
              <a:xfrm flipV="1">
                <a:off x="6242" y="2251"/>
                <a:ext cx="117" cy="119"/>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Rectangle 31"/>
              <p:cNvSpPr>
                <a:spLocks noChangeArrowheads="1"/>
              </p:cNvSpPr>
              <p:nvPr userDrawn="1"/>
            </p:nvSpPr>
            <p:spPr bwMode="auto">
              <a:xfrm flipV="1">
                <a:off x="5893" y="2251"/>
                <a:ext cx="117" cy="119"/>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Rectangle 32"/>
              <p:cNvSpPr>
                <a:spLocks noChangeArrowheads="1"/>
              </p:cNvSpPr>
              <p:nvPr userDrawn="1"/>
            </p:nvSpPr>
            <p:spPr bwMode="auto">
              <a:xfrm flipV="1">
                <a:off x="6010" y="2251"/>
                <a:ext cx="116" cy="119"/>
              </a:xfrm>
              <a:prstGeom prst="rect">
                <a:avLst/>
              </a:prstGeom>
              <a:solidFill>
                <a:srgbClr val="66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8" name="Group 33"/>
            <p:cNvGrpSpPr>
              <a:grpSpLocks/>
            </p:cNvGrpSpPr>
            <p:nvPr userDrawn="1"/>
          </p:nvGrpSpPr>
          <p:grpSpPr bwMode="auto">
            <a:xfrm>
              <a:off x="5893" y="2886"/>
              <a:ext cx="466" cy="115"/>
              <a:chOff x="5893" y="2886"/>
              <a:chExt cx="466" cy="115"/>
            </a:xfrm>
          </p:grpSpPr>
          <p:sp>
            <p:nvSpPr>
              <p:cNvPr id="11319" name="Rectangle 34"/>
              <p:cNvSpPr>
                <a:spLocks noChangeArrowheads="1"/>
              </p:cNvSpPr>
              <p:nvPr userDrawn="1"/>
            </p:nvSpPr>
            <p:spPr bwMode="auto">
              <a:xfrm flipV="1">
                <a:off x="6010" y="2886"/>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Rectangle 35"/>
              <p:cNvSpPr>
                <a:spLocks noChangeArrowheads="1"/>
              </p:cNvSpPr>
              <p:nvPr userDrawn="1"/>
            </p:nvSpPr>
            <p:spPr bwMode="auto">
              <a:xfrm flipV="1">
                <a:off x="6126" y="2886"/>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Rectangle 36"/>
              <p:cNvSpPr>
                <a:spLocks noChangeArrowheads="1"/>
              </p:cNvSpPr>
              <p:nvPr userDrawn="1"/>
            </p:nvSpPr>
            <p:spPr bwMode="auto">
              <a:xfrm flipV="1">
                <a:off x="6242" y="2886"/>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Rectangle 37"/>
              <p:cNvSpPr>
                <a:spLocks noChangeArrowheads="1"/>
              </p:cNvSpPr>
              <p:nvPr userDrawn="1"/>
            </p:nvSpPr>
            <p:spPr bwMode="auto">
              <a:xfrm flipV="1">
                <a:off x="5893" y="2886"/>
                <a:ext cx="117" cy="115"/>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79" name="Group 38"/>
            <p:cNvGrpSpPr>
              <a:grpSpLocks/>
            </p:cNvGrpSpPr>
            <p:nvPr userDrawn="1"/>
          </p:nvGrpSpPr>
          <p:grpSpPr bwMode="auto">
            <a:xfrm>
              <a:off x="5893" y="3022"/>
              <a:ext cx="466" cy="115"/>
              <a:chOff x="5893" y="3022"/>
              <a:chExt cx="466" cy="115"/>
            </a:xfrm>
          </p:grpSpPr>
          <p:sp>
            <p:nvSpPr>
              <p:cNvPr id="11315" name="Rectangle 39"/>
              <p:cNvSpPr>
                <a:spLocks noChangeArrowheads="1"/>
              </p:cNvSpPr>
              <p:nvPr userDrawn="1"/>
            </p:nvSpPr>
            <p:spPr bwMode="auto">
              <a:xfrm flipV="1">
                <a:off x="6010" y="3022"/>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Rectangle 40"/>
              <p:cNvSpPr>
                <a:spLocks noChangeArrowheads="1"/>
              </p:cNvSpPr>
              <p:nvPr userDrawn="1"/>
            </p:nvSpPr>
            <p:spPr bwMode="auto">
              <a:xfrm flipV="1">
                <a:off x="6126" y="3022"/>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7" name="Rectangle 41"/>
              <p:cNvSpPr>
                <a:spLocks noChangeArrowheads="1"/>
              </p:cNvSpPr>
              <p:nvPr userDrawn="1"/>
            </p:nvSpPr>
            <p:spPr bwMode="auto">
              <a:xfrm flipV="1">
                <a:off x="6242" y="3022"/>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Rectangle 42"/>
              <p:cNvSpPr>
                <a:spLocks noChangeArrowheads="1"/>
              </p:cNvSpPr>
              <p:nvPr userDrawn="1"/>
            </p:nvSpPr>
            <p:spPr bwMode="auto">
              <a:xfrm flipV="1">
                <a:off x="5893" y="3022"/>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0" name="Group 43"/>
            <p:cNvGrpSpPr>
              <a:grpSpLocks/>
            </p:cNvGrpSpPr>
            <p:nvPr userDrawn="1"/>
          </p:nvGrpSpPr>
          <p:grpSpPr bwMode="auto">
            <a:xfrm>
              <a:off x="5893" y="3158"/>
              <a:ext cx="466" cy="115"/>
              <a:chOff x="5893" y="3158"/>
              <a:chExt cx="466" cy="115"/>
            </a:xfrm>
          </p:grpSpPr>
          <p:sp>
            <p:nvSpPr>
              <p:cNvPr id="11311" name="Rectangle 44"/>
              <p:cNvSpPr>
                <a:spLocks noChangeArrowheads="1"/>
              </p:cNvSpPr>
              <p:nvPr userDrawn="1"/>
            </p:nvSpPr>
            <p:spPr bwMode="auto">
              <a:xfrm flipV="1">
                <a:off x="6010" y="3158"/>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2" name="Rectangle 45"/>
              <p:cNvSpPr>
                <a:spLocks noChangeArrowheads="1"/>
              </p:cNvSpPr>
              <p:nvPr userDrawn="1"/>
            </p:nvSpPr>
            <p:spPr bwMode="auto">
              <a:xfrm flipV="1">
                <a:off x="6126" y="3158"/>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Rectangle 46"/>
              <p:cNvSpPr>
                <a:spLocks noChangeArrowheads="1"/>
              </p:cNvSpPr>
              <p:nvPr userDrawn="1"/>
            </p:nvSpPr>
            <p:spPr bwMode="auto">
              <a:xfrm flipV="1">
                <a:off x="6242" y="3158"/>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Rectangle 47"/>
              <p:cNvSpPr>
                <a:spLocks noChangeArrowheads="1"/>
              </p:cNvSpPr>
              <p:nvPr userDrawn="1"/>
            </p:nvSpPr>
            <p:spPr bwMode="auto">
              <a:xfrm flipV="1">
                <a:off x="5893" y="3158"/>
                <a:ext cx="117" cy="115"/>
              </a:xfrm>
              <a:prstGeom prst="rect">
                <a:avLst/>
              </a:prstGeom>
              <a:solidFill>
                <a:srgbClr val="99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1" name="Group 48"/>
            <p:cNvGrpSpPr>
              <a:grpSpLocks/>
            </p:cNvGrpSpPr>
            <p:nvPr userDrawn="1"/>
          </p:nvGrpSpPr>
          <p:grpSpPr bwMode="auto">
            <a:xfrm>
              <a:off x="5893" y="3385"/>
              <a:ext cx="466" cy="115"/>
              <a:chOff x="5893" y="3385"/>
              <a:chExt cx="466" cy="115"/>
            </a:xfrm>
          </p:grpSpPr>
          <p:sp>
            <p:nvSpPr>
              <p:cNvPr id="11307" name="Rectangle 49"/>
              <p:cNvSpPr>
                <a:spLocks noChangeArrowheads="1"/>
              </p:cNvSpPr>
              <p:nvPr userDrawn="1"/>
            </p:nvSpPr>
            <p:spPr bwMode="auto">
              <a:xfrm flipV="1">
                <a:off x="6010" y="3385"/>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Rectangle 50"/>
              <p:cNvSpPr>
                <a:spLocks noChangeArrowheads="1"/>
              </p:cNvSpPr>
              <p:nvPr userDrawn="1"/>
            </p:nvSpPr>
            <p:spPr bwMode="auto">
              <a:xfrm flipV="1">
                <a:off x="6126" y="3385"/>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9" name="Rectangle 51"/>
              <p:cNvSpPr>
                <a:spLocks noChangeArrowheads="1"/>
              </p:cNvSpPr>
              <p:nvPr userDrawn="1"/>
            </p:nvSpPr>
            <p:spPr bwMode="auto">
              <a:xfrm flipV="1">
                <a:off x="6242" y="3385"/>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0" name="Rectangle 52"/>
              <p:cNvSpPr>
                <a:spLocks noChangeArrowheads="1"/>
              </p:cNvSpPr>
              <p:nvPr userDrawn="1"/>
            </p:nvSpPr>
            <p:spPr bwMode="auto">
              <a:xfrm flipV="1">
                <a:off x="5893" y="3385"/>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2" name="Group 53"/>
            <p:cNvGrpSpPr>
              <a:grpSpLocks/>
            </p:cNvGrpSpPr>
            <p:nvPr userDrawn="1"/>
          </p:nvGrpSpPr>
          <p:grpSpPr bwMode="auto">
            <a:xfrm>
              <a:off x="5893" y="3521"/>
              <a:ext cx="466" cy="115"/>
              <a:chOff x="5893" y="3521"/>
              <a:chExt cx="466" cy="115"/>
            </a:xfrm>
          </p:grpSpPr>
          <p:sp>
            <p:nvSpPr>
              <p:cNvPr id="11303" name="Rectangle 54"/>
              <p:cNvSpPr>
                <a:spLocks noChangeArrowheads="1"/>
              </p:cNvSpPr>
              <p:nvPr userDrawn="1"/>
            </p:nvSpPr>
            <p:spPr bwMode="auto">
              <a:xfrm flipV="1">
                <a:off x="6010" y="3521"/>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4" name="Rectangle 55"/>
              <p:cNvSpPr>
                <a:spLocks noChangeArrowheads="1"/>
              </p:cNvSpPr>
              <p:nvPr userDrawn="1"/>
            </p:nvSpPr>
            <p:spPr bwMode="auto">
              <a:xfrm flipV="1">
                <a:off x="6126" y="3521"/>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Rectangle 56"/>
              <p:cNvSpPr>
                <a:spLocks noChangeArrowheads="1"/>
              </p:cNvSpPr>
              <p:nvPr userDrawn="1"/>
            </p:nvSpPr>
            <p:spPr bwMode="auto">
              <a:xfrm flipV="1">
                <a:off x="6242" y="3521"/>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Rectangle 57"/>
              <p:cNvSpPr>
                <a:spLocks noChangeArrowheads="1"/>
              </p:cNvSpPr>
              <p:nvPr userDrawn="1"/>
            </p:nvSpPr>
            <p:spPr bwMode="auto">
              <a:xfrm flipV="1">
                <a:off x="5893" y="3521"/>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3" name="Group 58"/>
            <p:cNvGrpSpPr>
              <a:grpSpLocks/>
            </p:cNvGrpSpPr>
            <p:nvPr userDrawn="1"/>
          </p:nvGrpSpPr>
          <p:grpSpPr bwMode="auto">
            <a:xfrm>
              <a:off x="5893" y="3657"/>
              <a:ext cx="466" cy="115"/>
              <a:chOff x="5893" y="3657"/>
              <a:chExt cx="466" cy="115"/>
            </a:xfrm>
          </p:grpSpPr>
          <p:sp>
            <p:nvSpPr>
              <p:cNvPr id="11299" name="Rectangle 59"/>
              <p:cNvSpPr>
                <a:spLocks noChangeArrowheads="1"/>
              </p:cNvSpPr>
              <p:nvPr userDrawn="1"/>
            </p:nvSpPr>
            <p:spPr bwMode="auto">
              <a:xfrm flipV="1">
                <a:off x="6010" y="3657"/>
                <a:ext cx="116" cy="115"/>
              </a:xfrm>
              <a:prstGeom prst="rect">
                <a:avLst/>
              </a:prstGeom>
              <a:solidFill>
                <a:srgbClr val="0099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Rectangle 60"/>
              <p:cNvSpPr>
                <a:spLocks noChangeArrowheads="1"/>
              </p:cNvSpPr>
              <p:nvPr userDrawn="1"/>
            </p:nvSpPr>
            <p:spPr bwMode="auto">
              <a:xfrm flipV="1">
                <a:off x="6126" y="3657"/>
                <a:ext cx="116" cy="115"/>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1" name="Rectangle 61"/>
              <p:cNvSpPr>
                <a:spLocks noChangeArrowheads="1"/>
              </p:cNvSpPr>
              <p:nvPr userDrawn="1"/>
            </p:nvSpPr>
            <p:spPr bwMode="auto">
              <a:xfrm flipV="1">
                <a:off x="6242" y="3657"/>
                <a:ext cx="117" cy="115"/>
              </a:xfrm>
              <a:prstGeom prst="rect">
                <a:avLst/>
              </a:prstGeom>
              <a:solidFill>
                <a:srgbClr val="99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2" name="Rectangle 62"/>
              <p:cNvSpPr>
                <a:spLocks noChangeArrowheads="1"/>
              </p:cNvSpPr>
              <p:nvPr userDrawn="1"/>
            </p:nvSpPr>
            <p:spPr bwMode="auto">
              <a:xfrm flipV="1">
                <a:off x="5893" y="3657"/>
                <a:ext cx="117" cy="11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4" name="Group 63"/>
            <p:cNvGrpSpPr>
              <a:grpSpLocks/>
            </p:cNvGrpSpPr>
            <p:nvPr userDrawn="1"/>
          </p:nvGrpSpPr>
          <p:grpSpPr bwMode="auto">
            <a:xfrm>
              <a:off x="5893" y="3884"/>
              <a:ext cx="466" cy="115"/>
              <a:chOff x="5893" y="3884"/>
              <a:chExt cx="466" cy="115"/>
            </a:xfrm>
          </p:grpSpPr>
          <p:sp>
            <p:nvSpPr>
              <p:cNvPr id="11295" name="Rectangle 64"/>
              <p:cNvSpPr>
                <a:spLocks noChangeArrowheads="1"/>
              </p:cNvSpPr>
              <p:nvPr userDrawn="1"/>
            </p:nvSpPr>
            <p:spPr bwMode="auto">
              <a:xfrm flipV="1">
                <a:off x="6010" y="3884"/>
                <a:ext cx="116" cy="115"/>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6" name="Rectangle 65"/>
              <p:cNvSpPr>
                <a:spLocks noChangeArrowheads="1"/>
              </p:cNvSpPr>
              <p:nvPr userDrawn="1"/>
            </p:nvSpPr>
            <p:spPr bwMode="auto">
              <a:xfrm flipV="1">
                <a:off x="6126" y="3884"/>
                <a:ext cx="116" cy="11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Rectangle 66"/>
              <p:cNvSpPr>
                <a:spLocks noChangeArrowheads="1"/>
              </p:cNvSpPr>
              <p:nvPr userDrawn="1"/>
            </p:nvSpPr>
            <p:spPr bwMode="auto">
              <a:xfrm flipV="1">
                <a:off x="6242" y="3884"/>
                <a:ext cx="117" cy="115"/>
              </a:xfrm>
              <a:prstGeom prst="rect">
                <a:avLst/>
              </a:prstGeom>
              <a:solidFill>
                <a:srgbClr val="FFCC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Rectangle 67"/>
              <p:cNvSpPr>
                <a:spLocks noChangeArrowheads="1"/>
              </p:cNvSpPr>
              <p:nvPr userDrawn="1"/>
            </p:nvSpPr>
            <p:spPr bwMode="auto">
              <a:xfrm flipV="1">
                <a:off x="5893" y="3884"/>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5" name="Group 68"/>
            <p:cNvGrpSpPr>
              <a:grpSpLocks/>
            </p:cNvGrpSpPr>
            <p:nvPr userDrawn="1"/>
          </p:nvGrpSpPr>
          <p:grpSpPr bwMode="auto">
            <a:xfrm>
              <a:off x="5893" y="4026"/>
              <a:ext cx="466" cy="115"/>
              <a:chOff x="5893" y="4026"/>
              <a:chExt cx="466" cy="115"/>
            </a:xfrm>
          </p:grpSpPr>
          <p:sp>
            <p:nvSpPr>
              <p:cNvPr id="11291" name="Rectangle 69"/>
              <p:cNvSpPr>
                <a:spLocks noChangeArrowheads="1"/>
              </p:cNvSpPr>
              <p:nvPr userDrawn="1"/>
            </p:nvSpPr>
            <p:spPr bwMode="auto">
              <a:xfrm flipV="1">
                <a:off x="6010" y="4026"/>
                <a:ext cx="116" cy="115"/>
              </a:xfrm>
              <a:prstGeom prst="rect">
                <a:avLst/>
              </a:prstGeom>
              <a:solidFill>
                <a:srgbClr val="00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2" name="Rectangle 70"/>
              <p:cNvSpPr>
                <a:spLocks noChangeArrowheads="1"/>
              </p:cNvSpPr>
              <p:nvPr userDrawn="1"/>
            </p:nvSpPr>
            <p:spPr bwMode="auto">
              <a:xfrm flipV="1">
                <a:off x="6126" y="4026"/>
                <a:ext cx="116" cy="11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3" name="Rectangle 71"/>
              <p:cNvSpPr>
                <a:spLocks noChangeArrowheads="1"/>
              </p:cNvSpPr>
              <p:nvPr userDrawn="1"/>
            </p:nvSpPr>
            <p:spPr bwMode="auto">
              <a:xfrm flipV="1">
                <a:off x="6242" y="4026"/>
                <a:ext cx="117" cy="115"/>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Rectangle 72"/>
              <p:cNvSpPr>
                <a:spLocks noChangeArrowheads="1"/>
              </p:cNvSpPr>
              <p:nvPr userDrawn="1"/>
            </p:nvSpPr>
            <p:spPr bwMode="auto">
              <a:xfrm flipV="1">
                <a:off x="5893" y="4026"/>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286" name="Group 73"/>
            <p:cNvGrpSpPr>
              <a:grpSpLocks/>
            </p:cNvGrpSpPr>
            <p:nvPr userDrawn="1"/>
          </p:nvGrpSpPr>
          <p:grpSpPr bwMode="auto">
            <a:xfrm>
              <a:off x="5893" y="4167"/>
              <a:ext cx="466" cy="115"/>
              <a:chOff x="5893" y="4167"/>
              <a:chExt cx="466" cy="115"/>
            </a:xfrm>
          </p:grpSpPr>
          <p:sp>
            <p:nvSpPr>
              <p:cNvPr id="11287" name="Rectangle 74"/>
              <p:cNvSpPr>
                <a:spLocks noChangeArrowheads="1"/>
              </p:cNvSpPr>
              <p:nvPr userDrawn="1"/>
            </p:nvSpPr>
            <p:spPr bwMode="auto">
              <a:xfrm flipV="1">
                <a:off x="6010" y="4167"/>
                <a:ext cx="116" cy="11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Rectangle 75"/>
              <p:cNvSpPr>
                <a:spLocks noChangeArrowheads="1"/>
              </p:cNvSpPr>
              <p:nvPr userDrawn="1"/>
            </p:nvSpPr>
            <p:spPr bwMode="auto">
              <a:xfrm flipV="1">
                <a:off x="6126" y="4167"/>
                <a:ext cx="116" cy="11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Rectangle 76"/>
              <p:cNvSpPr>
                <a:spLocks noChangeArrowheads="1"/>
              </p:cNvSpPr>
              <p:nvPr userDrawn="1"/>
            </p:nvSpPr>
            <p:spPr bwMode="auto">
              <a:xfrm flipV="1">
                <a:off x="6242" y="4167"/>
                <a:ext cx="117" cy="11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0" name="Rectangle 77"/>
              <p:cNvSpPr>
                <a:spLocks noChangeArrowheads="1"/>
              </p:cNvSpPr>
              <p:nvPr userDrawn="1"/>
            </p:nvSpPr>
            <p:spPr bwMode="auto">
              <a:xfrm flipV="1">
                <a:off x="5893" y="4167"/>
                <a:ext cx="117" cy="115"/>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1" name="Rectangle 78"/>
          <p:cNvSpPr>
            <a:spLocks noChangeArrowheads="1"/>
          </p:cNvSpPr>
          <p:nvPr/>
        </p:nvSpPr>
        <p:spPr bwMode="auto">
          <a:xfrm>
            <a:off x="12335934" y="1341438"/>
            <a:ext cx="1589617" cy="1333559"/>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eaLnBrk="0" hangingPunct="0">
              <a:lnSpc>
                <a:spcPct val="120000"/>
              </a:lnSpc>
              <a:spcBef>
                <a:spcPct val="20000"/>
              </a:spcBef>
            </a:pPr>
            <a:r>
              <a:rPr lang="zh-CN" altLang="en-US" sz="1100">
                <a:solidFill>
                  <a:srgbClr val="FFFFFF"/>
                </a:solidFill>
              </a:rPr>
              <a:t>配色参考方案：</a:t>
            </a:r>
          </a:p>
          <a:p>
            <a:pPr eaLnBrk="0" hangingPunct="0">
              <a:lnSpc>
                <a:spcPct val="120000"/>
              </a:lnSpc>
              <a:spcBef>
                <a:spcPct val="20000"/>
              </a:spcBef>
            </a:pPr>
            <a:r>
              <a:rPr lang="zh-CN" altLang="en-US" sz="1100">
                <a:solidFill>
                  <a:srgbClr val="FFFFFF"/>
                </a:solidFill>
              </a:rPr>
              <a:t>建议同一页面内不超过四种颜色，以下是</a:t>
            </a:r>
            <a:r>
              <a:rPr lang="en-US" altLang="zh-CN" sz="1100">
                <a:solidFill>
                  <a:srgbClr val="FFFFFF"/>
                </a:solidFill>
              </a:rPr>
              <a:t>13</a:t>
            </a:r>
            <a:r>
              <a:rPr lang="zh-CN" altLang="en-US" sz="1100">
                <a:solidFill>
                  <a:srgbClr val="FFFFFF"/>
                </a:solidFill>
              </a:rPr>
              <a:t>组配色方案，同一页面内只选择一组使用。（仅供参考）</a:t>
            </a:r>
          </a:p>
        </p:txBody>
      </p:sp>
      <p:sp>
        <p:nvSpPr>
          <p:cNvPr id="11272" name="Rectangle 79"/>
          <p:cNvSpPr>
            <a:spLocks noChangeArrowheads="1"/>
          </p:cNvSpPr>
          <p:nvPr/>
        </p:nvSpPr>
        <p:spPr bwMode="auto">
          <a:xfrm>
            <a:off x="12335934" y="7938"/>
            <a:ext cx="1494367" cy="487174"/>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124" tIns="40063" rIns="80124" bIns="40063">
            <a:spAutoFit/>
          </a:bodyPr>
          <a:lstStyle/>
          <a:p>
            <a:pPr>
              <a:lnSpc>
                <a:spcPct val="120000"/>
              </a:lnSpc>
              <a:spcBef>
                <a:spcPct val="20000"/>
              </a:spcBef>
            </a:pPr>
            <a:r>
              <a:rPr lang="zh-CN" altLang="en-US" sz="1100">
                <a:solidFill>
                  <a:srgbClr val="FFFFFF"/>
                </a:solidFill>
              </a:rPr>
              <a:t>客户或者合作伙伴的标志放在右上角</a:t>
            </a:r>
            <a:r>
              <a:rPr lang="en-US" altLang="zh-CN" sz="1100">
                <a:solidFill>
                  <a:srgbClr val="FFFFFF"/>
                </a:solidFill>
              </a:rPr>
              <a:t>.</a:t>
            </a:r>
            <a:endParaRPr lang="zh-CN" altLang="en-US" sz="1100">
              <a:solidFill>
                <a:srgbClr val="FFFFFF"/>
              </a:solidFill>
            </a:endParaRPr>
          </a:p>
        </p:txBody>
      </p:sp>
      <p:sp>
        <p:nvSpPr>
          <p:cNvPr id="75" name="TextBox 74"/>
          <p:cNvSpPr txBox="1"/>
          <p:nvPr/>
        </p:nvSpPr>
        <p:spPr>
          <a:xfrm>
            <a:off x="1007534" y="4508501"/>
            <a:ext cx="10176933" cy="1246495"/>
          </a:xfrm>
          <a:prstGeom prst="rect">
            <a:avLst/>
          </a:prstGeom>
          <a:noFill/>
        </p:spPr>
        <p:txBody>
          <a:bodyPr wrap="square" rtlCol="0">
            <a:spAutoFit/>
          </a:bodyPr>
          <a:lstStyle/>
          <a:p>
            <a:pPr algn="just">
              <a:lnSpc>
                <a:spcPct val="100000"/>
              </a:lnSpc>
            </a:pPr>
            <a:r>
              <a:rPr lang="en-US" altLang="zh-CN" sz="1250" b="1" kern="1200" dirty="0" smtClean="0">
                <a:solidFill>
                  <a:schemeClr val="tx1"/>
                </a:solidFill>
                <a:effectLst/>
                <a:latin typeface="FrutigerNext LT Regular" pitchFamily="34" charset="0"/>
                <a:ea typeface="宋体" charset="-122"/>
                <a:cs typeface="+mn-cs"/>
              </a:rPr>
              <a:t>Copyright©2011 Huawei Technologies Co., Ltd. All Rights Reserved.</a:t>
            </a:r>
            <a:endParaRPr lang="zh-CN" altLang="zh-CN" sz="1250" kern="1200" dirty="0" smtClean="0">
              <a:solidFill>
                <a:schemeClr val="tx1"/>
              </a:solidFill>
              <a:effectLst/>
              <a:latin typeface="FrutigerNext LT Regular" pitchFamily="34" charset="0"/>
              <a:ea typeface="宋体" charset="-122"/>
              <a:cs typeface="+mn-cs"/>
            </a:endParaRPr>
          </a:p>
          <a:p>
            <a:pPr algn="just">
              <a:lnSpc>
                <a:spcPct val="100000"/>
              </a:lnSpc>
            </a:pPr>
            <a:r>
              <a:rPr lang="en-US" altLang="zh-CN" sz="1250" kern="1200" dirty="0" smtClean="0">
                <a:solidFill>
                  <a:schemeClr val="tx1"/>
                </a:solidFill>
                <a:effectLst/>
                <a:latin typeface="FrutigerNext LT Regular" pitchFamily="34" charset="0"/>
                <a:ea typeface="宋体" charset="-122"/>
                <a:cs typeface="+mn-cs"/>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1250" kern="1200" dirty="0">
              <a:solidFill>
                <a:schemeClr val="tx1"/>
              </a:solidFill>
              <a:effectLst/>
              <a:latin typeface="FrutigerNext LT Regular" pitchFamily="34" charset="0"/>
              <a:ea typeface="宋体" charset="-122"/>
              <a:cs typeface="+mn-cs"/>
            </a:endParaRPr>
          </a:p>
        </p:txBody>
      </p:sp>
      <p:sp>
        <p:nvSpPr>
          <p:cNvPr id="78" name="Text Box 7"/>
          <p:cNvSpPr txBox="1">
            <a:spLocks noChangeArrowheads="1"/>
          </p:cNvSpPr>
          <p:nvPr/>
        </p:nvSpPr>
        <p:spPr bwMode="auto">
          <a:xfrm>
            <a:off x="4742159" y="2668589"/>
            <a:ext cx="2707682" cy="761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pitchFamily="2" charset="-122"/>
              </a:defRPr>
            </a:lvl1pPr>
            <a:lvl2pPr marL="742950" indent="-285750" defTabSz="835025" eaLnBrk="0" hangingPunct="0">
              <a:defRPr>
                <a:solidFill>
                  <a:schemeClr val="tx1"/>
                </a:solidFill>
                <a:latin typeface="Calibri" pitchFamily="34" charset="0"/>
                <a:ea typeface="宋体" pitchFamily="2" charset="-122"/>
              </a:defRPr>
            </a:lvl2pPr>
            <a:lvl3pPr marL="1143000" indent="-228600" defTabSz="835025" eaLnBrk="0" hangingPunct="0">
              <a:defRPr>
                <a:solidFill>
                  <a:schemeClr val="tx1"/>
                </a:solidFill>
                <a:latin typeface="Calibri" pitchFamily="34" charset="0"/>
                <a:ea typeface="宋体" pitchFamily="2" charset="-122"/>
              </a:defRPr>
            </a:lvl3pPr>
            <a:lvl4pPr marL="1600200" indent="-228600" defTabSz="835025" eaLnBrk="0" hangingPunct="0">
              <a:defRPr>
                <a:solidFill>
                  <a:schemeClr val="tx1"/>
                </a:solidFill>
                <a:latin typeface="Calibri" pitchFamily="34" charset="0"/>
                <a:ea typeface="宋体" pitchFamily="2" charset="-122"/>
              </a:defRPr>
            </a:lvl4pPr>
            <a:lvl5pPr marL="2057400" indent="-228600" defTabSz="835025" eaLnBrk="0" hangingPunct="0">
              <a:defRPr>
                <a:solidFill>
                  <a:schemeClr val="tx1"/>
                </a:solidFill>
                <a:latin typeface="Calibri" pitchFamily="34" charset="0"/>
                <a:ea typeface="宋体" pitchFamily="2"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pitchFamily="2" charset="-122"/>
              </a:defRPr>
            </a:lvl9pPr>
          </a:lstStyle>
          <a:p>
            <a:pPr algn="ctr">
              <a:defRPr/>
            </a:pPr>
            <a:r>
              <a:rPr lang="en-US" altLang="zh-CN" sz="4400" dirty="0" smtClean="0">
                <a:solidFill>
                  <a:srgbClr val="990000"/>
                </a:solidFill>
                <a:latin typeface="+mn-lt"/>
                <a:ea typeface="MS PGothic" pitchFamily="34" charset="-128"/>
              </a:rPr>
              <a:t>Thank you</a:t>
            </a:r>
          </a:p>
        </p:txBody>
      </p:sp>
      <p:sp>
        <p:nvSpPr>
          <p:cNvPr id="79" name="Text Box 8"/>
          <p:cNvSpPr txBox="1">
            <a:spLocks noChangeArrowheads="1"/>
          </p:cNvSpPr>
          <p:nvPr/>
        </p:nvSpPr>
        <p:spPr bwMode="auto">
          <a:xfrm>
            <a:off x="4844750" y="3429000"/>
            <a:ext cx="2502498" cy="484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83448" tIns="41724" rIns="83448" bIns="41724">
            <a:spAutoFit/>
          </a:bodyPr>
          <a:lstStyle>
            <a:lvl1pPr defTabSz="835025" eaLnBrk="0" hangingPunct="0">
              <a:defRPr>
                <a:solidFill>
                  <a:schemeClr val="tx1"/>
                </a:solidFill>
                <a:latin typeface="Calibri" pitchFamily="34" charset="0"/>
                <a:ea typeface="宋体" charset="-122"/>
              </a:defRPr>
            </a:lvl1pPr>
            <a:lvl2pPr marL="742950" indent="-285750" defTabSz="835025" eaLnBrk="0" hangingPunct="0">
              <a:defRPr>
                <a:solidFill>
                  <a:schemeClr val="tx1"/>
                </a:solidFill>
                <a:latin typeface="Calibri" pitchFamily="34" charset="0"/>
                <a:ea typeface="宋体" charset="-122"/>
              </a:defRPr>
            </a:lvl2pPr>
            <a:lvl3pPr marL="1143000" indent="-228600" defTabSz="835025" eaLnBrk="0" hangingPunct="0">
              <a:defRPr>
                <a:solidFill>
                  <a:schemeClr val="tx1"/>
                </a:solidFill>
                <a:latin typeface="Calibri" pitchFamily="34" charset="0"/>
                <a:ea typeface="宋体" charset="-122"/>
              </a:defRPr>
            </a:lvl3pPr>
            <a:lvl4pPr marL="1600200" indent="-228600" defTabSz="835025" eaLnBrk="0" hangingPunct="0">
              <a:defRPr>
                <a:solidFill>
                  <a:schemeClr val="tx1"/>
                </a:solidFill>
                <a:latin typeface="Calibri" pitchFamily="34" charset="0"/>
                <a:ea typeface="宋体" charset="-122"/>
              </a:defRPr>
            </a:lvl4pPr>
            <a:lvl5pPr marL="2057400" indent="-228600" defTabSz="835025" eaLnBrk="0" hangingPunct="0">
              <a:defRPr>
                <a:solidFill>
                  <a:schemeClr val="tx1"/>
                </a:solidFill>
                <a:latin typeface="Calibri" pitchFamily="34" charset="0"/>
                <a:ea typeface="宋体" charset="-122"/>
              </a:defRPr>
            </a:lvl5pPr>
            <a:lvl6pPr marL="2514600" indent="-228600" defTabSz="835025" eaLnBrk="0" fontAlgn="base" hangingPunct="0">
              <a:spcBef>
                <a:spcPct val="0"/>
              </a:spcBef>
              <a:spcAft>
                <a:spcPct val="0"/>
              </a:spcAft>
              <a:defRPr>
                <a:solidFill>
                  <a:schemeClr val="tx1"/>
                </a:solidFill>
                <a:latin typeface="Calibri" pitchFamily="34" charset="0"/>
                <a:ea typeface="宋体" charset="-122"/>
              </a:defRPr>
            </a:lvl6pPr>
            <a:lvl7pPr marL="2971800" indent="-228600" defTabSz="835025" eaLnBrk="0" fontAlgn="base" hangingPunct="0">
              <a:spcBef>
                <a:spcPct val="0"/>
              </a:spcBef>
              <a:spcAft>
                <a:spcPct val="0"/>
              </a:spcAft>
              <a:defRPr>
                <a:solidFill>
                  <a:schemeClr val="tx1"/>
                </a:solidFill>
                <a:latin typeface="Calibri" pitchFamily="34" charset="0"/>
                <a:ea typeface="宋体" charset="-122"/>
              </a:defRPr>
            </a:lvl7pPr>
            <a:lvl8pPr marL="3429000" indent="-228600" defTabSz="835025" eaLnBrk="0" fontAlgn="base" hangingPunct="0">
              <a:spcBef>
                <a:spcPct val="0"/>
              </a:spcBef>
              <a:spcAft>
                <a:spcPct val="0"/>
              </a:spcAft>
              <a:defRPr>
                <a:solidFill>
                  <a:schemeClr val="tx1"/>
                </a:solidFill>
                <a:latin typeface="Calibri" pitchFamily="34" charset="0"/>
                <a:ea typeface="宋体" charset="-122"/>
              </a:defRPr>
            </a:lvl8pPr>
            <a:lvl9pPr marL="3886200" indent="-228600" defTabSz="835025" eaLnBrk="0" fontAlgn="base" hangingPunct="0">
              <a:spcBef>
                <a:spcPct val="0"/>
              </a:spcBef>
              <a:spcAft>
                <a:spcPct val="0"/>
              </a:spcAft>
              <a:defRPr>
                <a:solidFill>
                  <a:schemeClr val="tx1"/>
                </a:solidFill>
                <a:latin typeface="Calibri" pitchFamily="34" charset="0"/>
                <a:ea typeface="宋体" charset="-122"/>
              </a:defRPr>
            </a:lvl9pPr>
          </a:lstStyle>
          <a:p>
            <a:pPr algn="ctr"/>
            <a:r>
              <a:rPr lang="en-US" altLang="zh-CN" sz="2600" dirty="0">
                <a:solidFill>
                  <a:srgbClr val="666666"/>
                </a:solidFill>
                <a:latin typeface="+mn-lt"/>
                <a:ea typeface="ＭＳ Ｐゴシック" pitchFamily="34" charset="-128"/>
              </a:rPr>
              <a:t>www.huawei.com</a:t>
            </a:r>
            <a:endParaRPr lang="en-US" altLang="zh-CN" sz="2600" dirty="0">
              <a:solidFill>
                <a:srgbClr val="990000"/>
              </a:solidFill>
              <a:latin typeface="+mn-lt"/>
              <a:ea typeface="ＭＳ Ｐゴシック" pitchFamily="34" charset="-128"/>
            </a:endParaRPr>
          </a:p>
        </p:txBody>
      </p:sp>
    </p:spTree>
  </p:cSld>
  <p:clrMap bg1="lt1" tx1="dk1" bg2="lt2" tx2="dk2" accent1="accent1" accent2="accent2" accent3="accent3" accent4="accent4" accent5="accent5" accent6="accent6" hlink="hlink" folHlink="folHlink"/>
  <p:transition advClick="0" advTm="8000">
    <p:fade thruBlk="1"/>
  </p:transition>
  <p:timing>
    <p:tnLst>
      <p:par>
        <p:cTn id="1" dur="indefinite" restart="never" nodeType="tmRoot"/>
      </p:par>
    </p:tnLst>
  </p:timing>
  <p:txStyles>
    <p:titleStyle>
      <a:lvl1pPr algn="l" rtl="0" eaLnBrk="0" fontAlgn="base" hangingPunct="0">
        <a:spcBef>
          <a:spcPct val="0"/>
        </a:spcBef>
        <a:spcAft>
          <a:spcPct val="0"/>
        </a:spcAft>
        <a:defRPr sz="3200" b="1">
          <a:solidFill>
            <a:srgbClr val="990000"/>
          </a:solidFill>
          <a:latin typeface="+mj-lt"/>
          <a:ea typeface="+mj-ea"/>
          <a:cs typeface="+mj-cs"/>
        </a:defRPr>
      </a:lvl1pPr>
      <a:lvl2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2pPr>
      <a:lvl3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3pPr>
      <a:lvl4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4pPr>
      <a:lvl5pPr algn="l" rtl="0" eaLnBrk="0" fontAlgn="base" hangingPunct="0">
        <a:spcBef>
          <a:spcPct val="0"/>
        </a:spcBef>
        <a:spcAft>
          <a:spcPct val="0"/>
        </a:spcAft>
        <a:defRPr sz="3200" b="1">
          <a:solidFill>
            <a:srgbClr val="990000"/>
          </a:solidFill>
          <a:latin typeface="FrutigerNext LT Medium" pitchFamily="34" charset="0"/>
          <a:ea typeface="华文细黑" pitchFamily="2"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p:titleStyle>
    <p:bodyStyle>
      <a:lvl1pPr marL="342900" indent="-342900" algn="l" rtl="0" eaLnBrk="0" fontAlgn="base" hangingPunct="0">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Font typeface="FrutigerNext LT Medium" pitchFamily="34" charset="0"/>
        <a:buChar char="»"/>
        <a:defRPr>
          <a:solidFill>
            <a:schemeClr val="tx1"/>
          </a:solidFill>
          <a:latin typeface="+mn-lt"/>
          <a:ea typeface="+mn-ea"/>
          <a:cs typeface="+mn-cs"/>
        </a:defRPr>
      </a:lvl3pPr>
      <a:lvl4pPr marL="1600200" indent="-228600" algn="l" rtl="0" eaLnBrk="0" fontAlgn="base" hangingPunct="0">
        <a:spcBef>
          <a:spcPct val="20000"/>
        </a:spcBef>
        <a:spcAft>
          <a:spcPct val="0"/>
        </a:spcAft>
        <a:buChar char="–"/>
        <a:defRPr sz="16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16002001"/>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52" r:id="rId12"/>
  </p:sldLayoutIdLst>
  <p:transition>
    <p:fade thruBlk="1"/>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39.emf"/><Relationship Id="rId21" Type="http://schemas.openxmlformats.org/officeDocument/2006/relationships/image" Target="../media/image34.emf"/><Relationship Id="rId42" Type="http://schemas.openxmlformats.org/officeDocument/2006/relationships/image" Target="../media/image55.emf"/><Relationship Id="rId47" Type="http://schemas.openxmlformats.org/officeDocument/2006/relationships/image" Target="../media/image60.emf"/><Relationship Id="rId63" Type="http://schemas.openxmlformats.org/officeDocument/2006/relationships/image" Target="../media/image76.emf"/><Relationship Id="rId68" Type="http://schemas.openxmlformats.org/officeDocument/2006/relationships/image" Target="../media/image81.emf"/><Relationship Id="rId16" Type="http://schemas.openxmlformats.org/officeDocument/2006/relationships/image" Target="../media/image29.emf"/><Relationship Id="rId11" Type="http://schemas.openxmlformats.org/officeDocument/2006/relationships/image" Target="../media/image24.emf"/><Relationship Id="rId32" Type="http://schemas.openxmlformats.org/officeDocument/2006/relationships/image" Target="../media/image45.emf"/><Relationship Id="rId37" Type="http://schemas.openxmlformats.org/officeDocument/2006/relationships/image" Target="../media/image50.emf"/><Relationship Id="rId53" Type="http://schemas.openxmlformats.org/officeDocument/2006/relationships/image" Target="../media/image66.emf"/><Relationship Id="rId58" Type="http://schemas.openxmlformats.org/officeDocument/2006/relationships/image" Target="../media/image71.emf"/><Relationship Id="rId74" Type="http://schemas.openxmlformats.org/officeDocument/2006/relationships/image" Target="../media/image87.emf"/><Relationship Id="rId79" Type="http://schemas.openxmlformats.org/officeDocument/2006/relationships/image" Target="../media/image92.emf"/><Relationship Id="rId5" Type="http://schemas.openxmlformats.org/officeDocument/2006/relationships/image" Target="../media/image18.emf"/><Relationship Id="rId61" Type="http://schemas.openxmlformats.org/officeDocument/2006/relationships/image" Target="../media/image74.emf"/><Relationship Id="rId82" Type="http://schemas.openxmlformats.org/officeDocument/2006/relationships/image" Target="../media/image95.emf"/><Relationship Id="rId19" Type="http://schemas.openxmlformats.org/officeDocument/2006/relationships/image" Target="../media/image32.emf"/><Relationship Id="rId14" Type="http://schemas.openxmlformats.org/officeDocument/2006/relationships/image" Target="../media/image27.emf"/><Relationship Id="rId22" Type="http://schemas.openxmlformats.org/officeDocument/2006/relationships/image" Target="../media/image35.emf"/><Relationship Id="rId27" Type="http://schemas.openxmlformats.org/officeDocument/2006/relationships/image" Target="../media/image40.emf"/><Relationship Id="rId30" Type="http://schemas.openxmlformats.org/officeDocument/2006/relationships/image" Target="../media/image43.emf"/><Relationship Id="rId35" Type="http://schemas.openxmlformats.org/officeDocument/2006/relationships/image" Target="../media/image48.emf"/><Relationship Id="rId43" Type="http://schemas.openxmlformats.org/officeDocument/2006/relationships/image" Target="../media/image56.emf"/><Relationship Id="rId48" Type="http://schemas.openxmlformats.org/officeDocument/2006/relationships/image" Target="../media/image61.emf"/><Relationship Id="rId56" Type="http://schemas.openxmlformats.org/officeDocument/2006/relationships/image" Target="../media/image69.emf"/><Relationship Id="rId64" Type="http://schemas.openxmlformats.org/officeDocument/2006/relationships/image" Target="../media/image77.emf"/><Relationship Id="rId69" Type="http://schemas.openxmlformats.org/officeDocument/2006/relationships/image" Target="../media/image82.emf"/><Relationship Id="rId77" Type="http://schemas.openxmlformats.org/officeDocument/2006/relationships/image" Target="../media/image90.emf"/><Relationship Id="rId8" Type="http://schemas.openxmlformats.org/officeDocument/2006/relationships/image" Target="../media/image21.emf"/><Relationship Id="rId51" Type="http://schemas.openxmlformats.org/officeDocument/2006/relationships/image" Target="../media/image64.emf"/><Relationship Id="rId72" Type="http://schemas.openxmlformats.org/officeDocument/2006/relationships/image" Target="../media/image85.emf"/><Relationship Id="rId80" Type="http://schemas.openxmlformats.org/officeDocument/2006/relationships/image" Target="../media/image93.emf"/><Relationship Id="rId3" Type="http://schemas.openxmlformats.org/officeDocument/2006/relationships/image" Target="../media/image16.emf"/><Relationship Id="rId12" Type="http://schemas.openxmlformats.org/officeDocument/2006/relationships/image" Target="../media/image25.emf"/><Relationship Id="rId17" Type="http://schemas.openxmlformats.org/officeDocument/2006/relationships/image" Target="../media/image30.emf"/><Relationship Id="rId25" Type="http://schemas.openxmlformats.org/officeDocument/2006/relationships/image" Target="../media/image38.emf"/><Relationship Id="rId33" Type="http://schemas.openxmlformats.org/officeDocument/2006/relationships/image" Target="../media/image46.emf"/><Relationship Id="rId38" Type="http://schemas.openxmlformats.org/officeDocument/2006/relationships/image" Target="../media/image51.emf"/><Relationship Id="rId46" Type="http://schemas.openxmlformats.org/officeDocument/2006/relationships/image" Target="../media/image59.emf"/><Relationship Id="rId59" Type="http://schemas.openxmlformats.org/officeDocument/2006/relationships/image" Target="../media/image72.emf"/><Relationship Id="rId67" Type="http://schemas.openxmlformats.org/officeDocument/2006/relationships/image" Target="../media/image80.emf"/><Relationship Id="rId20" Type="http://schemas.openxmlformats.org/officeDocument/2006/relationships/image" Target="../media/image33.emf"/><Relationship Id="rId41" Type="http://schemas.openxmlformats.org/officeDocument/2006/relationships/image" Target="../media/image54.emf"/><Relationship Id="rId54" Type="http://schemas.openxmlformats.org/officeDocument/2006/relationships/image" Target="../media/image67.emf"/><Relationship Id="rId62" Type="http://schemas.openxmlformats.org/officeDocument/2006/relationships/image" Target="../media/image75.emf"/><Relationship Id="rId70" Type="http://schemas.openxmlformats.org/officeDocument/2006/relationships/image" Target="../media/image83.emf"/><Relationship Id="rId75" Type="http://schemas.openxmlformats.org/officeDocument/2006/relationships/image" Target="../media/image88.emf"/><Relationship Id="rId1" Type="http://schemas.openxmlformats.org/officeDocument/2006/relationships/slideLayout" Target="../slideLayouts/slideLayout16.xml"/><Relationship Id="rId6" Type="http://schemas.openxmlformats.org/officeDocument/2006/relationships/image" Target="../media/image19.emf"/><Relationship Id="rId15" Type="http://schemas.openxmlformats.org/officeDocument/2006/relationships/image" Target="../media/image28.emf"/><Relationship Id="rId23" Type="http://schemas.openxmlformats.org/officeDocument/2006/relationships/image" Target="../media/image36.emf"/><Relationship Id="rId28" Type="http://schemas.openxmlformats.org/officeDocument/2006/relationships/image" Target="../media/image41.emf"/><Relationship Id="rId36" Type="http://schemas.openxmlformats.org/officeDocument/2006/relationships/image" Target="../media/image49.emf"/><Relationship Id="rId49" Type="http://schemas.openxmlformats.org/officeDocument/2006/relationships/image" Target="../media/image62.emf"/><Relationship Id="rId57" Type="http://schemas.openxmlformats.org/officeDocument/2006/relationships/image" Target="../media/image70.emf"/><Relationship Id="rId10" Type="http://schemas.openxmlformats.org/officeDocument/2006/relationships/image" Target="../media/image23.emf"/><Relationship Id="rId31" Type="http://schemas.openxmlformats.org/officeDocument/2006/relationships/image" Target="../media/image44.emf"/><Relationship Id="rId44" Type="http://schemas.openxmlformats.org/officeDocument/2006/relationships/image" Target="../media/image57.emf"/><Relationship Id="rId52" Type="http://schemas.openxmlformats.org/officeDocument/2006/relationships/image" Target="../media/image65.emf"/><Relationship Id="rId60" Type="http://schemas.openxmlformats.org/officeDocument/2006/relationships/image" Target="../media/image73.emf"/><Relationship Id="rId65" Type="http://schemas.openxmlformats.org/officeDocument/2006/relationships/image" Target="../media/image78.emf"/><Relationship Id="rId73" Type="http://schemas.openxmlformats.org/officeDocument/2006/relationships/image" Target="../media/image86.emf"/><Relationship Id="rId78" Type="http://schemas.openxmlformats.org/officeDocument/2006/relationships/image" Target="../media/image91.emf"/><Relationship Id="rId81" Type="http://schemas.openxmlformats.org/officeDocument/2006/relationships/image" Target="../media/image94.emf"/><Relationship Id="rId4" Type="http://schemas.openxmlformats.org/officeDocument/2006/relationships/image" Target="../media/image17.emf"/><Relationship Id="rId9" Type="http://schemas.openxmlformats.org/officeDocument/2006/relationships/image" Target="../media/image22.emf"/><Relationship Id="rId13" Type="http://schemas.openxmlformats.org/officeDocument/2006/relationships/image" Target="../media/image26.emf"/><Relationship Id="rId18" Type="http://schemas.openxmlformats.org/officeDocument/2006/relationships/image" Target="../media/image31.emf"/><Relationship Id="rId39" Type="http://schemas.openxmlformats.org/officeDocument/2006/relationships/image" Target="../media/image52.emf"/><Relationship Id="rId34" Type="http://schemas.openxmlformats.org/officeDocument/2006/relationships/image" Target="../media/image47.emf"/><Relationship Id="rId50" Type="http://schemas.openxmlformats.org/officeDocument/2006/relationships/image" Target="../media/image63.emf"/><Relationship Id="rId55" Type="http://schemas.openxmlformats.org/officeDocument/2006/relationships/image" Target="../media/image68.emf"/><Relationship Id="rId76" Type="http://schemas.openxmlformats.org/officeDocument/2006/relationships/image" Target="../media/image89.emf"/><Relationship Id="rId7" Type="http://schemas.openxmlformats.org/officeDocument/2006/relationships/image" Target="../media/image20.emf"/><Relationship Id="rId71" Type="http://schemas.openxmlformats.org/officeDocument/2006/relationships/image" Target="../media/image84.emf"/><Relationship Id="rId2" Type="http://schemas.openxmlformats.org/officeDocument/2006/relationships/image" Target="../media/image15.jpg"/><Relationship Id="rId29" Type="http://schemas.openxmlformats.org/officeDocument/2006/relationships/image" Target="../media/image42.emf"/><Relationship Id="rId24" Type="http://schemas.openxmlformats.org/officeDocument/2006/relationships/image" Target="../media/image37.emf"/><Relationship Id="rId40" Type="http://schemas.openxmlformats.org/officeDocument/2006/relationships/image" Target="../media/image53.emf"/><Relationship Id="rId45" Type="http://schemas.openxmlformats.org/officeDocument/2006/relationships/image" Target="../media/image58.emf"/><Relationship Id="rId66" Type="http://schemas.openxmlformats.org/officeDocument/2006/relationships/image" Target="../media/image79.emf"/></Relationships>
</file>

<file path=ppt/slides/_rels/slide2.xml.rels><?xml version="1.0" encoding="UTF-8" standalone="yes"?>
<Relationships xmlns="http://schemas.openxmlformats.org/package/2006/relationships"><Relationship Id="rId8" Type="http://schemas.openxmlformats.org/officeDocument/2006/relationships/image" Target="../media/image100.emf"/><Relationship Id="rId13" Type="http://schemas.openxmlformats.org/officeDocument/2006/relationships/image" Target="../media/image105.emf"/><Relationship Id="rId3" Type="http://schemas.openxmlformats.org/officeDocument/2006/relationships/image" Target="../media/image55.emf"/><Relationship Id="rId7" Type="http://schemas.openxmlformats.org/officeDocument/2006/relationships/image" Target="../media/image99.emf"/><Relationship Id="rId12" Type="http://schemas.openxmlformats.org/officeDocument/2006/relationships/image" Target="../media/image104.emf"/><Relationship Id="rId2" Type="http://schemas.openxmlformats.org/officeDocument/2006/relationships/image" Target="../media/image15.jpg"/><Relationship Id="rId16" Type="http://schemas.openxmlformats.org/officeDocument/2006/relationships/image" Target="../media/image108.png"/><Relationship Id="rId1" Type="http://schemas.openxmlformats.org/officeDocument/2006/relationships/slideLayout" Target="../slideLayouts/slideLayout16.xml"/><Relationship Id="rId6" Type="http://schemas.openxmlformats.org/officeDocument/2006/relationships/image" Target="../media/image98.emf"/><Relationship Id="rId11" Type="http://schemas.openxmlformats.org/officeDocument/2006/relationships/image" Target="../media/image103.emf"/><Relationship Id="rId5" Type="http://schemas.openxmlformats.org/officeDocument/2006/relationships/image" Target="../media/image97.emf"/><Relationship Id="rId15" Type="http://schemas.openxmlformats.org/officeDocument/2006/relationships/image" Target="../media/image107.emf"/><Relationship Id="rId10" Type="http://schemas.openxmlformats.org/officeDocument/2006/relationships/image" Target="../media/image102.emf"/><Relationship Id="rId4" Type="http://schemas.openxmlformats.org/officeDocument/2006/relationships/image" Target="../media/image96.emf"/><Relationship Id="rId9" Type="http://schemas.openxmlformats.org/officeDocument/2006/relationships/image" Target="../media/image101.emf"/><Relationship Id="rId14" Type="http://schemas.openxmlformats.org/officeDocument/2006/relationships/image" Target="../media/image106.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21605" y="44624"/>
            <a:ext cx="792088" cy="667022"/>
          </a:xfrm>
          <a:prstGeom prst="rect">
            <a:avLst/>
          </a:prstGeom>
        </p:spPr>
      </p:pic>
      <p:sp>
        <p:nvSpPr>
          <p:cNvPr id="3" name="文本框 2"/>
          <p:cNvSpPr txBox="1"/>
          <p:nvPr/>
        </p:nvSpPr>
        <p:spPr>
          <a:xfrm>
            <a:off x="94483" y="86565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上行光收</a:t>
            </a:r>
            <a:endParaRPr lang="zh-CN" altLang="en-US" sz="9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899523" y="876263"/>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上行光发</a:t>
            </a:r>
            <a:endParaRPr lang="zh-CN" altLang="en-US" sz="9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1707239" y="86565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下行光发</a:t>
            </a:r>
            <a:endParaRPr lang="zh-CN" altLang="en-US" sz="900" b="1"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2533802" y="876263"/>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下行光收</a:t>
            </a:r>
            <a:endParaRPr lang="zh-CN" altLang="en-US" sz="900" b="1"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3490126" y="865659"/>
            <a:ext cx="32893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RF</a:t>
            </a:r>
            <a:endParaRPr lang="zh-CN" altLang="en-US" sz="900"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4220195" y="871740"/>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分配器</a:t>
            </a:r>
            <a:endParaRPr lang="zh-CN" altLang="en-US" sz="900"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4910632" y="879886"/>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单向放大器</a:t>
            </a:r>
            <a:endParaRPr lang="zh-CN" altLang="en-US" sz="900" b="1"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5791172" y="881441"/>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光放大器</a:t>
            </a:r>
            <a:endParaRPr lang="zh-CN" altLang="en-US" sz="90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6635815" y="861869"/>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混频器</a:t>
            </a:r>
          </a:p>
        </p:txBody>
      </p:sp>
      <p:sp>
        <p:nvSpPr>
          <p:cNvPr id="28" name="文本框 27"/>
          <p:cNvSpPr txBox="1"/>
          <p:nvPr/>
        </p:nvSpPr>
        <p:spPr>
          <a:xfrm>
            <a:off x="7328920" y="863680"/>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双向放大器</a:t>
            </a:r>
            <a:endParaRPr lang="zh-CN" altLang="en-US" sz="900" b="1" dirty="0">
              <a:latin typeface="微软雅黑" panose="020B0503020204020204" pitchFamily="34" charset="-122"/>
              <a:ea typeface="微软雅黑" panose="020B0503020204020204" pitchFamily="34" charset="-122"/>
            </a:endParaRPr>
          </a:p>
        </p:txBody>
      </p:sp>
      <p:sp>
        <p:nvSpPr>
          <p:cNvPr id="29" name="文本框 28"/>
          <p:cNvSpPr txBox="1"/>
          <p:nvPr/>
        </p:nvSpPr>
        <p:spPr>
          <a:xfrm>
            <a:off x="8198053" y="860146"/>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通用光机</a:t>
            </a:r>
            <a:endParaRPr lang="zh-CN" altLang="en-US" sz="900" b="1"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9059634" y="852909"/>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混合器</a:t>
            </a:r>
            <a:endParaRPr lang="zh-CN" altLang="en-US" sz="900" b="1"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9897405" y="852909"/>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分支器</a:t>
            </a:r>
            <a:endParaRPr lang="zh-CN" altLang="en-US" sz="900"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10735054" y="852909"/>
            <a:ext cx="55015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EQAM</a:t>
            </a:r>
            <a:endParaRPr lang="zh-CN" altLang="en-US" sz="900" b="1"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11567380" y="852909"/>
            <a:ext cx="45717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CMC</a:t>
            </a:r>
            <a:endParaRPr lang="zh-CN" altLang="en-US" sz="900" b="1" dirty="0">
              <a:latin typeface="微软雅黑" panose="020B0503020204020204" pitchFamily="34" charset="-122"/>
              <a:ea typeface="微软雅黑" panose="020B0503020204020204" pitchFamily="34" charset="-122"/>
            </a:endParaRPr>
          </a:p>
        </p:txBody>
      </p:sp>
      <p:pic>
        <p:nvPicPr>
          <p:cNvPr id="34" name="图片 33"/>
          <p:cNvPicPr>
            <a:picLocks noChangeAspect="1"/>
          </p:cNvPicPr>
          <p:nvPr/>
        </p:nvPicPr>
        <p:blipFill>
          <a:blip r:embed="rId4" cstate="print"/>
          <a:stretch>
            <a:fillRect/>
          </a:stretch>
        </p:blipFill>
        <p:spPr>
          <a:xfrm>
            <a:off x="813693" y="44624"/>
            <a:ext cx="817992" cy="688835"/>
          </a:xfrm>
          <a:prstGeom prst="rect">
            <a:avLst/>
          </a:prstGeom>
        </p:spPr>
      </p:pic>
      <p:pic>
        <p:nvPicPr>
          <p:cNvPr id="35" name="图片 34"/>
          <p:cNvPicPr>
            <a:picLocks noChangeAspect="1"/>
          </p:cNvPicPr>
          <p:nvPr/>
        </p:nvPicPr>
        <p:blipFill>
          <a:blip r:embed="rId5" cstate="print"/>
          <a:stretch>
            <a:fillRect/>
          </a:stretch>
        </p:blipFill>
        <p:spPr>
          <a:xfrm>
            <a:off x="1631685" y="30220"/>
            <a:ext cx="809192" cy="681425"/>
          </a:xfrm>
          <a:prstGeom prst="rect">
            <a:avLst/>
          </a:prstGeom>
        </p:spPr>
      </p:pic>
      <p:pic>
        <p:nvPicPr>
          <p:cNvPr id="36" name="图片 35"/>
          <p:cNvPicPr>
            <a:picLocks noChangeAspect="1"/>
          </p:cNvPicPr>
          <p:nvPr/>
        </p:nvPicPr>
        <p:blipFill>
          <a:blip r:embed="rId6" cstate="print"/>
          <a:stretch>
            <a:fillRect/>
          </a:stretch>
        </p:blipFill>
        <p:spPr>
          <a:xfrm>
            <a:off x="2452372" y="30219"/>
            <a:ext cx="809192" cy="681425"/>
          </a:xfrm>
          <a:prstGeom prst="rect">
            <a:avLst/>
          </a:prstGeom>
        </p:spPr>
      </p:pic>
      <p:pic>
        <p:nvPicPr>
          <p:cNvPr id="37" name="图片 36"/>
          <p:cNvPicPr>
            <a:picLocks noChangeAspect="1"/>
          </p:cNvPicPr>
          <p:nvPr/>
        </p:nvPicPr>
        <p:blipFill>
          <a:blip r:embed="rId7" cstate="print"/>
          <a:stretch>
            <a:fillRect/>
          </a:stretch>
        </p:blipFill>
        <p:spPr>
          <a:xfrm>
            <a:off x="3257033" y="44624"/>
            <a:ext cx="795122" cy="669576"/>
          </a:xfrm>
          <a:prstGeom prst="rect">
            <a:avLst/>
          </a:prstGeom>
        </p:spPr>
      </p:pic>
      <p:pic>
        <p:nvPicPr>
          <p:cNvPr id="38" name="图片 37"/>
          <p:cNvPicPr>
            <a:picLocks noChangeAspect="1"/>
          </p:cNvPicPr>
          <p:nvPr/>
        </p:nvPicPr>
        <p:blipFill>
          <a:blip r:embed="rId8" cstate="print"/>
          <a:stretch>
            <a:fillRect/>
          </a:stretch>
        </p:blipFill>
        <p:spPr>
          <a:xfrm>
            <a:off x="4081739" y="31366"/>
            <a:ext cx="807829" cy="680277"/>
          </a:xfrm>
          <a:prstGeom prst="rect">
            <a:avLst/>
          </a:prstGeom>
        </p:spPr>
      </p:pic>
      <p:pic>
        <p:nvPicPr>
          <p:cNvPr id="39" name="图片 38"/>
          <p:cNvPicPr>
            <a:picLocks noChangeAspect="1"/>
          </p:cNvPicPr>
          <p:nvPr/>
        </p:nvPicPr>
        <p:blipFill>
          <a:blip r:embed="rId9" cstate="print"/>
          <a:stretch>
            <a:fillRect/>
          </a:stretch>
        </p:blipFill>
        <p:spPr>
          <a:xfrm>
            <a:off x="4886911" y="30219"/>
            <a:ext cx="809191" cy="681424"/>
          </a:xfrm>
          <a:prstGeom prst="rect">
            <a:avLst/>
          </a:prstGeom>
        </p:spPr>
      </p:pic>
      <p:pic>
        <p:nvPicPr>
          <p:cNvPr id="40" name="图片 39"/>
          <p:cNvPicPr>
            <a:picLocks noChangeAspect="1"/>
          </p:cNvPicPr>
          <p:nvPr/>
        </p:nvPicPr>
        <p:blipFill>
          <a:blip r:embed="rId10" cstate="print"/>
          <a:stretch>
            <a:fillRect/>
          </a:stretch>
        </p:blipFill>
        <p:spPr>
          <a:xfrm>
            <a:off x="5709743" y="31367"/>
            <a:ext cx="807828" cy="680276"/>
          </a:xfrm>
          <a:prstGeom prst="rect">
            <a:avLst/>
          </a:prstGeom>
        </p:spPr>
      </p:pic>
      <p:pic>
        <p:nvPicPr>
          <p:cNvPr id="41" name="图片 40"/>
          <p:cNvPicPr>
            <a:picLocks noChangeAspect="1"/>
          </p:cNvPicPr>
          <p:nvPr/>
        </p:nvPicPr>
        <p:blipFill>
          <a:blip r:embed="rId11" cstate="print"/>
          <a:stretch>
            <a:fillRect/>
          </a:stretch>
        </p:blipFill>
        <p:spPr>
          <a:xfrm>
            <a:off x="6504405" y="30219"/>
            <a:ext cx="809191" cy="681424"/>
          </a:xfrm>
          <a:prstGeom prst="rect">
            <a:avLst/>
          </a:prstGeom>
        </p:spPr>
      </p:pic>
      <p:pic>
        <p:nvPicPr>
          <p:cNvPr id="42" name="图片 41"/>
          <p:cNvPicPr>
            <a:picLocks noChangeAspect="1"/>
          </p:cNvPicPr>
          <p:nvPr/>
        </p:nvPicPr>
        <p:blipFill>
          <a:blip r:embed="rId12" cstate="print"/>
          <a:stretch>
            <a:fillRect/>
          </a:stretch>
        </p:blipFill>
        <p:spPr>
          <a:xfrm>
            <a:off x="7312233" y="44624"/>
            <a:ext cx="795122" cy="669576"/>
          </a:xfrm>
          <a:prstGeom prst="rect">
            <a:avLst/>
          </a:prstGeom>
        </p:spPr>
      </p:pic>
      <p:pic>
        <p:nvPicPr>
          <p:cNvPr id="43" name="图片 42"/>
          <p:cNvPicPr>
            <a:picLocks noChangeAspect="1"/>
          </p:cNvPicPr>
          <p:nvPr/>
        </p:nvPicPr>
        <p:blipFill>
          <a:blip r:embed="rId13" cstate="print"/>
          <a:stretch>
            <a:fillRect/>
          </a:stretch>
        </p:blipFill>
        <p:spPr>
          <a:xfrm>
            <a:off x="8112224" y="44623"/>
            <a:ext cx="817991" cy="688835"/>
          </a:xfrm>
          <a:prstGeom prst="rect">
            <a:avLst/>
          </a:prstGeom>
        </p:spPr>
      </p:pic>
      <p:pic>
        <p:nvPicPr>
          <p:cNvPr id="44" name="图片 43"/>
          <p:cNvPicPr>
            <a:picLocks noChangeAspect="1"/>
          </p:cNvPicPr>
          <p:nvPr/>
        </p:nvPicPr>
        <p:blipFill>
          <a:blip r:embed="rId14" cstate="print"/>
          <a:stretch>
            <a:fillRect/>
          </a:stretch>
        </p:blipFill>
        <p:spPr>
          <a:xfrm>
            <a:off x="8932071" y="55830"/>
            <a:ext cx="786043" cy="661931"/>
          </a:xfrm>
          <a:prstGeom prst="rect">
            <a:avLst/>
          </a:prstGeom>
        </p:spPr>
      </p:pic>
      <p:pic>
        <p:nvPicPr>
          <p:cNvPr id="45" name="图片 44"/>
          <p:cNvPicPr>
            <a:picLocks noChangeAspect="1"/>
          </p:cNvPicPr>
          <p:nvPr/>
        </p:nvPicPr>
        <p:blipFill>
          <a:blip r:embed="rId15" cstate="print"/>
          <a:stretch>
            <a:fillRect/>
          </a:stretch>
        </p:blipFill>
        <p:spPr>
          <a:xfrm>
            <a:off x="9750427" y="44622"/>
            <a:ext cx="815408" cy="647527"/>
          </a:xfrm>
          <a:prstGeom prst="rect">
            <a:avLst/>
          </a:prstGeom>
        </p:spPr>
      </p:pic>
      <p:pic>
        <p:nvPicPr>
          <p:cNvPr id="46" name="图片 45"/>
          <p:cNvPicPr>
            <a:picLocks noChangeAspect="1"/>
          </p:cNvPicPr>
          <p:nvPr/>
        </p:nvPicPr>
        <p:blipFill>
          <a:blip r:embed="rId16" cstate="print"/>
          <a:stretch>
            <a:fillRect/>
          </a:stretch>
        </p:blipFill>
        <p:spPr>
          <a:xfrm>
            <a:off x="10560915" y="28185"/>
            <a:ext cx="841810" cy="663964"/>
          </a:xfrm>
          <a:prstGeom prst="rect">
            <a:avLst/>
          </a:prstGeom>
        </p:spPr>
      </p:pic>
      <p:pic>
        <p:nvPicPr>
          <p:cNvPr id="47" name="图片 46"/>
          <p:cNvPicPr>
            <a:picLocks noChangeAspect="1"/>
          </p:cNvPicPr>
          <p:nvPr/>
        </p:nvPicPr>
        <p:blipFill>
          <a:blip r:embed="rId17" cstate="print"/>
          <a:stretch>
            <a:fillRect/>
          </a:stretch>
        </p:blipFill>
        <p:spPr>
          <a:xfrm>
            <a:off x="11417796" y="700"/>
            <a:ext cx="698601" cy="735370"/>
          </a:xfrm>
          <a:prstGeom prst="rect">
            <a:avLst/>
          </a:prstGeom>
        </p:spPr>
      </p:pic>
      <p:pic>
        <p:nvPicPr>
          <p:cNvPr id="48" name="图片 47"/>
          <p:cNvPicPr>
            <a:picLocks noChangeAspect="1"/>
          </p:cNvPicPr>
          <p:nvPr/>
        </p:nvPicPr>
        <p:blipFill>
          <a:blip r:embed="rId18" cstate="print"/>
          <a:stretch>
            <a:fillRect/>
          </a:stretch>
        </p:blipFill>
        <p:spPr>
          <a:xfrm>
            <a:off x="-1" y="1189599"/>
            <a:ext cx="813693" cy="685215"/>
          </a:xfrm>
          <a:prstGeom prst="rect">
            <a:avLst/>
          </a:prstGeom>
        </p:spPr>
      </p:pic>
      <p:sp>
        <p:nvSpPr>
          <p:cNvPr id="49" name="文本框 48"/>
          <p:cNvSpPr txBox="1"/>
          <p:nvPr/>
        </p:nvSpPr>
        <p:spPr>
          <a:xfrm>
            <a:off x="132266" y="1988840"/>
            <a:ext cx="51809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WDM</a:t>
            </a:r>
            <a:endParaRPr lang="zh-CN" altLang="en-US" sz="900" b="1" dirty="0">
              <a:latin typeface="微软雅黑" panose="020B0503020204020204" pitchFamily="34" charset="-122"/>
              <a:ea typeface="微软雅黑" panose="020B0503020204020204" pitchFamily="34" charset="-122"/>
            </a:endParaRPr>
          </a:p>
        </p:txBody>
      </p:sp>
      <p:pic>
        <p:nvPicPr>
          <p:cNvPr id="50" name="图片 49"/>
          <p:cNvPicPr>
            <a:picLocks noChangeAspect="1"/>
          </p:cNvPicPr>
          <p:nvPr/>
        </p:nvPicPr>
        <p:blipFill>
          <a:blip r:embed="rId19"/>
          <a:stretch>
            <a:fillRect/>
          </a:stretch>
        </p:blipFill>
        <p:spPr>
          <a:xfrm>
            <a:off x="802890" y="1178692"/>
            <a:ext cx="839596" cy="707028"/>
          </a:xfrm>
          <a:prstGeom prst="rect">
            <a:avLst/>
          </a:prstGeom>
        </p:spPr>
      </p:pic>
      <p:sp>
        <p:nvSpPr>
          <p:cNvPr id="51" name="文本框 50"/>
          <p:cNvSpPr txBox="1"/>
          <p:nvPr/>
        </p:nvSpPr>
        <p:spPr>
          <a:xfrm>
            <a:off x="1005321" y="1996068"/>
            <a:ext cx="43473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ODF</a:t>
            </a:r>
            <a:endParaRPr lang="zh-CN" altLang="en-US" sz="900" b="1" dirty="0">
              <a:latin typeface="微软雅黑" panose="020B0503020204020204" pitchFamily="34" charset="-122"/>
              <a:ea typeface="微软雅黑" panose="020B0503020204020204" pitchFamily="34" charset="-122"/>
            </a:endParaRPr>
          </a:p>
        </p:txBody>
      </p:sp>
      <p:pic>
        <p:nvPicPr>
          <p:cNvPr id="52" name="图片 51"/>
          <p:cNvPicPr>
            <a:picLocks noChangeAspect="1"/>
          </p:cNvPicPr>
          <p:nvPr/>
        </p:nvPicPr>
        <p:blipFill>
          <a:blip r:embed="rId20" cstate="print"/>
          <a:stretch>
            <a:fillRect/>
          </a:stretch>
        </p:blipFill>
        <p:spPr>
          <a:xfrm>
            <a:off x="1642485" y="1156453"/>
            <a:ext cx="798391" cy="772214"/>
          </a:xfrm>
          <a:prstGeom prst="rect">
            <a:avLst/>
          </a:prstGeom>
        </p:spPr>
      </p:pic>
      <p:pic>
        <p:nvPicPr>
          <p:cNvPr id="53" name="图片 52"/>
          <p:cNvPicPr>
            <a:picLocks noChangeAspect="1"/>
          </p:cNvPicPr>
          <p:nvPr/>
        </p:nvPicPr>
        <p:blipFill>
          <a:blip r:embed="rId21" cstate="print"/>
          <a:stretch>
            <a:fillRect/>
          </a:stretch>
        </p:blipFill>
        <p:spPr>
          <a:xfrm>
            <a:off x="2452372" y="1476406"/>
            <a:ext cx="763308" cy="125023"/>
          </a:xfrm>
          <a:prstGeom prst="rect">
            <a:avLst/>
          </a:prstGeom>
        </p:spPr>
      </p:pic>
      <p:pic>
        <p:nvPicPr>
          <p:cNvPr id="54" name="图片 53"/>
          <p:cNvPicPr>
            <a:picLocks noChangeAspect="1"/>
          </p:cNvPicPr>
          <p:nvPr/>
        </p:nvPicPr>
        <p:blipFill>
          <a:blip r:embed="rId22" cstate="print"/>
          <a:stretch>
            <a:fillRect/>
          </a:stretch>
        </p:blipFill>
        <p:spPr>
          <a:xfrm>
            <a:off x="3259252" y="1287279"/>
            <a:ext cx="792903" cy="528602"/>
          </a:xfrm>
          <a:prstGeom prst="rect">
            <a:avLst/>
          </a:prstGeom>
        </p:spPr>
      </p:pic>
      <p:pic>
        <p:nvPicPr>
          <p:cNvPr id="55" name="图片 54"/>
          <p:cNvPicPr>
            <a:picLocks noChangeAspect="1"/>
          </p:cNvPicPr>
          <p:nvPr/>
        </p:nvPicPr>
        <p:blipFill>
          <a:blip r:embed="rId23" cstate="print"/>
          <a:stretch>
            <a:fillRect/>
          </a:stretch>
        </p:blipFill>
        <p:spPr>
          <a:xfrm>
            <a:off x="4220195" y="1156453"/>
            <a:ext cx="503694" cy="741550"/>
          </a:xfrm>
          <a:prstGeom prst="rect">
            <a:avLst/>
          </a:prstGeom>
        </p:spPr>
      </p:pic>
      <p:sp>
        <p:nvSpPr>
          <p:cNvPr id="56" name="文本框 55"/>
          <p:cNvSpPr txBox="1"/>
          <p:nvPr/>
        </p:nvSpPr>
        <p:spPr>
          <a:xfrm>
            <a:off x="1764946" y="1992772"/>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分光器</a:t>
            </a:r>
          </a:p>
        </p:txBody>
      </p:sp>
      <p:sp>
        <p:nvSpPr>
          <p:cNvPr id="57" name="文本框 56"/>
          <p:cNvSpPr txBox="1"/>
          <p:nvPr/>
        </p:nvSpPr>
        <p:spPr>
          <a:xfrm>
            <a:off x="2595898" y="1992783"/>
            <a:ext cx="449162"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ONT</a:t>
            </a:r>
            <a:endParaRPr lang="zh-CN" altLang="en-US" sz="900" b="1" dirty="0">
              <a:latin typeface="微软雅黑" panose="020B0503020204020204" pitchFamily="34" charset="-122"/>
              <a:ea typeface="微软雅黑" panose="020B0503020204020204" pitchFamily="34" charset="-122"/>
            </a:endParaRPr>
          </a:p>
        </p:txBody>
      </p:sp>
      <p:sp>
        <p:nvSpPr>
          <p:cNvPr id="58" name="文本框 57"/>
          <p:cNvSpPr txBox="1"/>
          <p:nvPr/>
        </p:nvSpPr>
        <p:spPr>
          <a:xfrm>
            <a:off x="3417127" y="1996068"/>
            <a:ext cx="48442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MDU</a:t>
            </a:r>
            <a:endParaRPr lang="zh-CN" altLang="en-US" sz="900" b="1" dirty="0">
              <a:latin typeface="微软雅黑" panose="020B0503020204020204" pitchFamily="34" charset="-122"/>
              <a:ea typeface="微软雅黑" panose="020B0503020204020204" pitchFamily="34" charset="-122"/>
            </a:endParaRPr>
          </a:p>
        </p:txBody>
      </p:sp>
      <p:sp>
        <p:nvSpPr>
          <p:cNvPr id="59" name="文本框 58"/>
          <p:cNvSpPr txBox="1"/>
          <p:nvPr/>
        </p:nvSpPr>
        <p:spPr>
          <a:xfrm>
            <a:off x="4251662" y="1996068"/>
            <a:ext cx="41389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OLT</a:t>
            </a:r>
            <a:endParaRPr lang="zh-CN" altLang="en-US" sz="900" b="1" dirty="0">
              <a:latin typeface="微软雅黑" panose="020B0503020204020204" pitchFamily="34" charset="-122"/>
              <a:ea typeface="微软雅黑" panose="020B0503020204020204" pitchFamily="34" charset="-122"/>
            </a:endParaRPr>
          </a:p>
        </p:txBody>
      </p:sp>
      <p:pic>
        <p:nvPicPr>
          <p:cNvPr id="60" name="图片 59"/>
          <p:cNvPicPr>
            <a:picLocks noChangeAspect="1"/>
          </p:cNvPicPr>
          <p:nvPr/>
        </p:nvPicPr>
        <p:blipFill>
          <a:blip r:embed="rId24" cstate="print"/>
          <a:stretch>
            <a:fillRect/>
          </a:stretch>
        </p:blipFill>
        <p:spPr>
          <a:xfrm>
            <a:off x="4939990" y="1164778"/>
            <a:ext cx="703029" cy="740031"/>
          </a:xfrm>
          <a:prstGeom prst="rect">
            <a:avLst/>
          </a:prstGeom>
        </p:spPr>
      </p:pic>
      <p:sp>
        <p:nvSpPr>
          <p:cNvPr id="61" name="文本框 60"/>
          <p:cNvSpPr txBox="1"/>
          <p:nvPr/>
        </p:nvSpPr>
        <p:spPr>
          <a:xfrm>
            <a:off x="4840899" y="1976882"/>
            <a:ext cx="90120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Access node</a:t>
            </a:r>
            <a:endParaRPr lang="zh-CN" altLang="en-US" sz="900" b="1" dirty="0">
              <a:latin typeface="微软雅黑" panose="020B0503020204020204" pitchFamily="34" charset="-122"/>
              <a:ea typeface="微软雅黑" panose="020B0503020204020204" pitchFamily="34" charset="-122"/>
            </a:endParaRPr>
          </a:p>
        </p:txBody>
      </p:sp>
      <p:grpSp>
        <p:nvGrpSpPr>
          <p:cNvPr id="62" name="组合 61"/>
          <p:cNvGrpSpPr/>
          <p:nvPr/>
        </p:nvGrpSpPr>
        <p:grpSpPr>
          <a:xfrm>
            <a:off x="6509722" y="1220420"/>
            <a:ext cx="791114" cy="646207"/>
            <a:chOff x="1499544" y="5132388"/>
            <a:chExt cx="641350" cy="523875"/>
          </a:xfrm>
        </p:grpSpPr>
        <p:sp>
          <p:nvSpPr>
            <p:cNvPr id="63" name="Freeform 132"/>
            <p:cNvSpPr>
              <a:spLocks/>
            </p:cNvSpPr>
            <p:nvPr/>
          </p:nvSpPr>
          <p:spPr bwMode="auto">
            <a:xfrm>
              <a:off x="1499544" y="5132388"/>
              <a:ext cx="641350" cy="523875"/>
            </a:xfrm>
            <a:custGeom>
              <a:avLst/>
              <a:gdLst/>
              <a:ahLst/>
              <a:cxnLst>
                <a:cxn ang="0">
                  <a:pos x="202" y="147"/>
                </a:cxn>
                <a:cxn ang="0">
                  <a:pos x="185" y="165"/>
                </a:cxn>
                <a:cxn ang="0">
                  <a:pos x="17" y="165"/>
                </a:cxn>
                <a:cxn ang="0">
                  <a:pos x="0" y="147"/>
                </a:cxn>
                <a:cxn ang="0">
                  <a:pos x="0" y="18"/>
                </a:cxn>
                <a:cxn ang="0">
                  <a:pos x="17" y="0"/>
                </a:cxn>
                <a:cxn ang="0">
                  <a:pos x="185" y="0"/>
                </a:cxn>
                <a:cxn ang="0">
                  <a:pos x="202" y="18"/>
                </a:cxn>
                <a:cxn ang="0">
                  <a:pos x="202" y="147"/>
                </a:cxn>
              </a:cxnLst>
              <a:rect l="0" t="0" r="r" b="b"/>
              <a:pathLst>
                <a:path w="202" h="165">
                  <a:moveTo>
                    <a:pt x="202" y="147"/>
                  </a:moveTo>
                  <a:cubicBezTo>
                    <a:pt x="202" y="157"/>
                    <a:pt x="194" y="165"/>
                    <a:pt x="185" y="165"/>
                  </a:cubicBezTo>
                  <a:cubicBezTo>
                    <a:pt x="17" y="165"/>
                    <a:pt x="17" y="165"/>
                    <a:pt x="17" y="165"/>
                  </a:cubicBezTo>
                  <a:cubicBezTo>
                    <a:pt x="8" y="165"/>
                    <a:pt x="0" y="157"/>
                    <a:pt x="0" y="147"/>
                  </a:cubicBezTo>
                  <a:cubicBezTo>
                    <a:pt x="0" y="18"/>
                    <a:pt x="0" y="18"/>
                    <a:pt x="0" y="18"/>
                  </a:cubicBezTo>
                  <a:cubicBezTo>
                    <a:pt x="0" y="8"/>
                    <a:pt x="8" y="0"/>
                    <a:pt x="17" y="0"/>
                  </a:cubicBezTo>
                  <a:cubicBezTo>
                    <a:pt x="185" y="0"/>
                    <a:pt x="185" y="0"/>
                    <a:pt x="185" y="0"/>
                  </a:cubicBezTo>
                  <a:cubicBezTo>
                    <a:pt x="194" y="0"/>
                    <a:pt x="202" y="8"/>
                    <a:pt x="202" y="18"/>
                  </a:cubicBezTo>
                  <a:lnTo>
                    <a:pt x="202" y="147"/>
                  </a:lnTo>
                  <a:close/>
                </a:path>
              </a:pathLst>
            </a:custGeom>
            <a:solidFill>
              <a:srgbClr val="F49E26"/>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133"/>
            <p:cNvSpPr>
              <a:spLocks noEditPoints="1"/>
            </p:cNvSpPr>
            <p:nvPr/>
          </p:nvSpPr>
          <p:spPr bwMode="auto">
            <a:xfrm>
              <a:off x="1559869" y="5160963"/>
              <a:ext cx="520700" cy="454025"/>
            </a:xfrm>
            <a:custGeom>
              <a:avLst/>
              <a:gdLst/>
              <a:ahLst/>
              <a:cxnLst>
                <a:cxn ang="0">
                  <a:pos x="102" y="107"/>
                </a:cxn>
                <a:cxn ang="0">
                  <a:pos x="51" y="45"/>
                </a:cxn>
                <a:cxn ang="0">
                  <a:pos x="47" y="37"/>
                </a:cxn>
                <a:cxn ang="0">
                  <a:pos x="56" y="43"/>
                </a:cxn>
                <a:cxn ang="0">
                  <a:pos x="100" y="47"/>
                </a:cxn>
                <a:cxn ang="0">
                  <a:pos x="113" y="44"/>
                </a:cxn>
                <a:cxn ang="0">
                  <a:pos x="103" y="32"/>
                </a:cxn>
                <a:cxn ang="0">
                  <a:pos x="137" y="89"/>
                </a:cxn>
                <a:cxn ang="0">
                  <a:pos x="133" y="93"/>
                </a:cxn>
                <a:cxn ang="0">
                  <a:pos x="128" y="84"/>
                </a:cxn>
                <a:cxn ang="0">
                  <a:pos x="126" y="80"/>
                </a:cxn>
                <a:cxn ang="0">
                  <a:pos x="128" y="72"/>
                </a:cxn>
                <a:cxn ang="0">
                  <a:pos x="123" y="75"/>
                </a:cxn>
                <a:cxn ang="0">
                  <a:pos x="120" y="58"/>
                </a:cxn>
                <a:cxn ang="0">
                  <a:pos x="113" y="56"/>
                </a:cxn>
                <a:cxn ang="0">
                  <a:pos x="111" y="51"/>
                </a:cxn>
                <a:cxn ang="0">
                  <a:pos x="108" y="143"/>
                </a:cxn>
                <a:cxn ang="0">
                  <a:pos x="104" y="129"/>
                </a:cxn>
                <a:cxn ang="0">
                  <a:pos x="118" y="132"/>
                </a:cxn>
                <a:cxn ang="0">
                  <a:pos x="55" y="130"/>
                </a:cxn>
                <a:cxn ang="0">
                  <a:pos x="55" y="136"/>
                </a:cxn>
                <a:cxn ang="0">
                  <a:pos x="64" y="136"/>
                </a:cxn>
                <a:cxn ang="0">
                  <a:pos x="69" y="136"/>
                </a:cxn>
                <a:cxn ang="0">
                  <a:pos x="73" y="130"/>
                </a:cxn>
                <a:cxn ang="0">
                  <a:pos x="74" y="135"/>
                </a:cxn>
                <a:cxn ang="0">
                  <a:pos x="89" y="130"/>
                </a:cxn>
                <a:cxn ang="0">
                  <a:pos x="94" y="135"/>
                </a:cxn>
                <a:cxn ang="0">
                  <a:pos x="99" y="135"/>
                </a:cxn>
                <a:cxn ang="0">
                  <a:pos x="20" y="87"/>
                </a:cxn>
                <a:cxn ang="0">
                  <a:pos x="31" y="89"/>
                </a:cxn>
                <a:cxn ang="0">
                  <a:pos x="23" y="101"/>
                </a:cxn>
                <a:cxn ang="0">
                  <a:pos x="32" y="78"/>
                </a:cxn>
                <a:cxn ang="0">
                  <a:pos x="39" y="75"/>
                </a:cxn>
                <a:cxn ang="0">
                  <a:pos x="42" y="71"/>
                </a:cxn>
                <a:cxn ang="0">
                  <a:pos x="40" y="63"/>
                </a:cxn>
                <a:cxn ang="0">
                  <a:pos x="44" y="66"/>
                </a:cxn>
                <a:cxn ang="0">
                  <a:pos x="47" y="49"/>
                </a:cxn>
                <a:cxn ang="0">
                  <a:pos x="59" y="90"/>
                </a:cxn>
                <a:cxn ang="0">
                  <a:pos x="79" y="73"/>
                </a:cxn>
                <a:cxn ang="0">
                  <a:pos x="83" y="82"/>
                </a:cxn>
                <a:cxn ang="0">
                  <a:pos x="69" y="35"/>
                </a:cxn>
                <a:cxn ang="0">
                  <a:pos x="89" y="0"/>
                </a:cxn>
                <a:cxn ang="0">
                  <a:pos x="69" y="35"/>
                </a:cxn>
                <a:cxn ang="0">
                  <a:pos x="10" y="109"/>
                </a:cxn>
                <a:cxn ang="0">
                  <a:pos x="30" y="143"/>
                </a:cxn>
                <a:cxn ang="0">
                  <a:pos x="124" y="126"/>
                </a:cxn>
                <a:cxn ang="0">
                  <a:pos x="164" y="126"/>
                </a:cxn>
              </a:cxnLst>
              <a:rect l="0" t="0" r="r" b="b"/>
              <a:pathLst>
                <a:path w="164" h="143">
                  <a:moveTo>
                    <a:pt x="83" y="114"/>
                  </a:moveTo>
                  <a:cubicBezTo>
                    <a:pt x="83" y="109"/>
                    <a:pt x="85" y="102"/>
                    <a:pt x="91" y="101"/>
                  </a:cubicBezTo>
                  <a:cubicBezTo>
                    <a:pt x="96" y="101"/>
                    <a:pt x="100" y="103"/>
                    <a:pt x="102" y="107"/>
                  </a:cubicBezTo>
                  <a:cubicBezTo>
                    <a:pt x="97" y="104"/>
                    <a:pt x="86" y="106"/>
                    <a:pt x="83" y="114"/>
                  </a:cubicBezTo>
                  <a:moveTo>
                    <a:pt x="54" y="47"/>
                  </a:moveTo>
                  <a:cubicBezTo>
                    <a:pt x="53" y="46"/>
                    <a:pt x="52" y="45"/>
                    <a:pt x="51" y="45"/>
                  </a:cubicBezTo>
                  <a:cubicBezTo>
                    <a:pt x="50" y="44"/>
                    <a:pt x="50" y="44"/>
                    <a:pt x="51" y="42"/>
                  </a:cubicBezTo>
                  <a:cubicBezTo>
                    <a:pt x="52" y="40"/>
                    <a:pt x="52" y="40"/>
                    <a:pt x="51" y="40"/>
                  </a:cubicBezTo>
                  <a:cubicBezTo>
                    <a:pt x="50" y="39"/>
                    <a:pt x="49" y="38"/>
                    <a:pt x="47" y="37"/>
                  </a:cubicBezTo>
                  <a:cubicBezTo>
                    <a:pt x="49" y="37"/>
                    <a:pt x="59" y="32"/>
                    <a:pt x="60" y="33"/>
                  </a:cubicBezTo>
                  <a:cubicBezTo>
                    <a:pt x="61" y="38"/>
                    <a:pt x="62" y="42"/>
                    <a:pt x="63" y="47"/>
                  </a:cubicBezTo>
                  <a:cubicBezTo>
                    <a:pt x="61" y="46"/>
                    <a:pt x="59" y="44"/>
                    <a:pt x="56" y="43"/>
                  </a:cubicBezTo>
                  <a:cubicBezTo>
                    <a:pt x="56" y="44"/>
                    <a:pt x="55" y="45"/>
                    <a:pt x="54" y="47"/>
                  </a:cubicBezTo>
                  <a:moveTo>
                    <a:pt x="103" y="32"/>
                  </a:moveTo>
                  <a:cubicBezTo>
                    <a:pt x="102" y="37"/>
                    <a:pt x="101" y="42"/>
                    <a:pt x="100" y="47"/>
                  </a:cubicBezTo>
                  <a:cubicBezTo>
                    <a:pt x="101" y="46"/>
                    <a:pt x="106" y="42"/>
                    <a:pt x="106" y="43"/>
                  </a:cubicBezTo>
                  <a:cubicBezTo>
                    <a:pt x="107" y="43"/>
                    <a:pt x="108" y="47"/>
                    <a:pt x="108" y="46"/>
                  </a:cubicBezTo>
                  <a:cubicBezTo>
                    <a:pt x="110" y="46"/>
                    <a:pt x="111" y="45"/>
                    <a:pt x="113" y="44"/>
                  </a:cubicBezTo>
                  <a:cubicBezTo>
                    <a:pt x="112" y="43"/>
                    <a:pt x="111" y="41"/>
                    <a:pt x="111" y="40"/>
                  </a:cubicBezTo>
                  <a:cubicBezTo>
                    <a:pt x="112" y="39"/>
                    <a:pt x="114" y="38"/>
                    <a:pt x="115" y="37"/>
                  </a:cubicBezTo>
                  <a:cubicBezTo>
                    <a:pt x="111" y="36"/>
                    <a:pt x="107" y="34"/>
                    <a:pt x="103" y="32"/>
                  </a:cubicBezTo>
                  <a:moveTo>
                    <a:pt x="139" y="101"/>
                  </a:moveTo>
                  <a:cubicBezTo>
                    <a:pt x="140" y="96"/>
                    <a:pt x="142" y="91"/>
                    <a:pt x="143" y="86"/>
                  </a:cubicBezTo>
                  <a:cubicBezTo>
                    <a:pt x="141" y="88"/>
                    <a:pt x="137" y="91"/>
                    <a:pt x="137" y="89"/>
                  </a:cubicBezTo>
                  <a:cubicBezTo>
                    <a:pt x="136" y="88"/>
                    <a:pt x="136" y="86"/>
                    <a:pt x="135" y="87"/>
                  </a:cubicBezTo>
                  <a:cubicBezTo>
                    <a:pt x="133" y="88"/>
                    <a:pt x="132" y="88"/>
                    <a:pt x="131" y="89"/>
                  </a:cubicBezTo>
                  <a:cubicBezTo>
                    <a:pt x="131" y="90"/>
                    <a:pt x="132" y="92"/>
                    <a:pt x="133" y="93"/>
                  </a:cubicBezTo>
                  <a:cubicBezTo>
                    <a:pt x="131" y="94"/>
                    <a:pt x="129" y="95"/>
                    <a:pt x="127" y="96"/>
                  </a:cubicBezTo>
                  <a:cubicBezTo>
                    <a:pt x="131" y="98"/>
                    <a:pt x="135" y="99"/>
                    <a:pt x="139" y="101"/>
                  </a:cubicBezTo>
                  <a:moveTo>
                    <a:pt x="128" y="84"/>
                  </a:moveTo>
                  <a:cubicBezTo>
                    <a:pt x="130" y="84"/>
                    <a:pt x="131" y="83"/>
                    <a:pt x="133" y="82"/>
                  </a:cubicBezTo>
                  <a:cubicBezTo>
                    <a:pt x="132" y="80"/>
                    <a:pt x="131" y="79"/>
                    <a:pt x="130" y="77"/>
                  </a:cubicBezTo>
                  <a:cubicBezTo>
                    <a:pt x="130" y="77"/>
                    <a:pt x="126" y="79"/>
                    <a:pt x="126" y="80"/>
                  </a:cubicBezTo>
                  <a:cubicBezTo>
                    <a:pt x="127" y="81"/>
                    <a:pt x="127" y="83"/>
                    <a:pt x="128" y="84"/>
                  </a:cubicBezTo>
                  <a:moveTo>
                    <a:pt x="123" y="75"/>
                  </a:moveTo>
                  <a:cubicBezTo>
                    <a:pt x="125" y="74"/>
                    <a:pt x="126" y="73"/>
                    <a:pt x="128" y="72"/>
                  </a:cubicBezTo>
                  <a:cubicBezTo>
                    <a:pt x="127" y="71"/>
                    <a:pt x="126" y="69"/>
                    <a:pt x="125" y="68"/>
                  </a:cubicBezTo>
                  <a:cubicBezTo>
                    <a:pt x="125" y="67"/>
                    <a:pt x="121" y="70"/>
                    <a:pt x="121" y="70"/>
                  </a:cubicBezTo>
                  <a:cubicBezTo>
                    <a:pt x="122" y="72"/>
                    <a:pt x="122" y="73"/>
                    <a:pt x="123" y="75"/>
                  </a:cubicBezTo>
                  <a:moveTo>
                    <a:pt x="118" y="65"/>
                  </a:moveTo>
                  <a:cubicBezTo>
                    <a:pt x="120" y="65"/>
                    <a:pt x="121" y="64"/>
                    <a:pt x="123" y="63"/>
                  </a:cubicBezTo>
                  <a:cubicBezTo>
                    <a:pt x="122" y="61"/>
                    <a:pt x="121" y="60"/>
                    <a:pt x="120" y="58"/>
                  </a:cubicBezTo>
                  <a:cubicBezTo>
                    <a:pt x="120" y="58"/>
                    <a:pt x="116" y="60"/>
                    <a:pt x="116" y="61"/>
                  </a:cubicBezTo>
                  <a:cubicBezTo>
                    <a:pt x="117" y="62"/>
                    <a:pt x="117" y="64"/>
                    <a:pt x="118" y="65"/>
                  </a:cubicBezTo>
                  <a:moveTo>
                    <a:pt x="113" y="56"/>
                  </a:moveTo>
                  <a:cubicBezTo>
                    <a:pt x="115" y="55"/>
                    <a:pt x="116" y="54"/>
                    <a:pt x="118" y="53"/>
                  </a:cubicBezTo>
                  <a:cubicBezTo>
                    <a:pt x="117" y="52"/>
                    <a:pt x="116" y="50"/>
                    <a:pt x="115" y="49"/>
                  </a:cubicBezTo>
                  <a:cubicBezTo>
                    <a:pt x="115" y="48"/>
                    <a:pt x="111" y="51"/>
                    <a:pt x="111" y="51"/>
                  </a:cubicBezTo>
                  <a:cubicBezTo>
                    <a:pt x="112" y="53"/>
                    <a:pt x="112" y="54"/>
                    <a:pt x="113" y="56"/>
                  </a:cubicBezTo>
                  <a:moveTo>
                    <a:pt x="118" y="132"/>
                  </a:moveTo>
                  <a:cubicBezTo>
                    <a:pt x="114" y="136"/>
                    <a:pt x="111" y="139"/>
                    <a:pt x="108" y="143"/>
                  </a:cubicBezTo>
                  <a:cubicBezTo>
                    <a:pt x="108" y="142"/>
                    <a:pt x="108" y="135"/>
                    <a:pt x="108" y="135"/>
                  </a:cubicBezTo>
                  <a:cubicBezTo>
                    <a:pt x="107" y="135"/>
                    <a:pt x="104" y="135"/>
                    <a:pt x="104" y="135"/>
                  </a:cubicBezTo>
                  <a:cubicBezTo>
                    <a:pt x="104" y="133"/>
                    <a:pt x="104" y="131"/>
                    <a:pt x="104" y="129"/>
                  </a:cubicBezTo>
                  <a:cubicBezTo>
                    <a:pt x="105" y="129"/>
                    <a:pt x="106" y="129"/>
                    <a:pt x="108" y="129"/>
                  </a:cubicBezTo>
                  <a:cubicBezTo>
                    <a:pt x="108" y="127"/>
                    <a:pt x="108" y="125"/>
                    <a:pt x="108" y="123"/>
                  </a:cubicBezTo>
                  <a:cubicBezTo>
                    <a:pt x="111" y="126"/>
                    <a:pt x="114" y="129"/>
                    <a:pt x="118" y="132"/>
                  </a:cubicBezTo>
                  <a:moveTo>
                    <a:pt x="45" y="134"/>
                  </a:moveTo>
                  <a:cubicBezTo>
                    <a:pt x="48" y="130"/>
                    <a:pt x="51" y="127"/>
                    <a:pt x="54" y="123"/>
                  </a:cubicBezTo>
                  <a:cubicBezTo>
                    <a:pt x="54" y="124"/>
                    <a:pt x="54" y="130"/>
                    <a:pt x="55" y="130"/>
                  </a:cubicBezTo>
                  <a:cubicBezTo>
                    <a:pt x="56" y="130"/>
                    <a:pt x="58" y="130"/>
                    <a:pt x="58" y="131"/>
                  </a:cubicBezTo>
                  <a:cubicBezTo>
                    <a:pt x="58" y="132"/>
                    <a:pt x="58" y="134"/>
                    <a:pt x="58" y="136"/>
                  </a:cubicBezTo>
                  <a:cubicBezTo>
                    <a:pt x="57" y="136"/>
                    <a:pt x="56" y="136"/>
                    <a:pt x="55" y="136"/>
                  </a:cubicBezTo>
                  <a:cubicBezTo>
                    <a:pt x="55" y="138"/>
                    <a:pt x="55" y="140"/>
                    <a:pt x="55" y="143"/>
                  </a:cubicBezTo>
                  <a:cubicBezTo>
                    <a:pt x="52" y="140"/>
                    <a:pt x="48" y="137"/>
                    <a:pt x="45" y="134"/>
                  </a:cubicBezTo>
                  <a:moveTo>
                    <a:pt x="64" y="136"/>
                  </a:moveTo>
                  <a:cubicBezTo>
                    <a:pt x="64" y="134"/>
                    <a:pt x="63" y="132"/>
                    <a:pt x="63" y="130"/>
                  </a:cubicBezTo>
                  <a:cubicBezTo>
                    <a:pt x="64" y="130"/>
                    <a:pt x="68" y="129"/>
                    <a:pt x="69" y="130"/>
                  </a:cubicBezTo>
                  <a:cubicBezTo>
                    <a:pt x="69" y="131"/>
                    <a:pt x="69" y="134"/>
                    <a:pt x="69" y="136"/>
                  </a:cubicBezTo>
                  <a:cubicBezTo>
                    <a:pt x="67" y="136"/>
                    <a:pt x="65" y="136"/>
                    <a:pt x="64" y="136"/>
                  </a:cubicBezTo>
                  <a:moveTo>
                    <a:pt x="74" y="135"/>
                  </a:moveTo>
                  <a:cubicBezTo>
                    <a:pt x="74" y="134"/>
                    <a:pt x="73" y="132"/>
                    <a:pt x="73" y="130"/>
                  </a:cubicBezTo>
                  <a:cubicBezTo>
                    <a:pt x="74" y="130"/>
                    <a:pt x="78" y="129"/>
                    <a:pt x="79" y="130"/>
                  </a:cubicBezTo>
                  <a:cubicBezTo>
                    <a:pt x="79" y="130"/>
                    <a:pt x="79" y="134"/>
                    <a:pt x="79" y="135"/>
                  </a:cubicBezTo>
                  <a:cubicBezTo>
                    <a:pt x="77" y="135"/>
                    <a:pt x="75" y="135"/>
                    <a:pt x="74" y="135"/>
                  </a:cubicBezTo>
                  <a:moveTo>
                    <a:pt x="84" y="135"/>
                  </a:moveTo>
                  <a:cubicBezTo>
                    <a:pt x="84" y="133"/>
                    <a:pt x="84" y="131"/>
                    <a:pt x="84" y="130"/>
                  </a:cubicBezTo>
                  <a:cubicBezTo>
                    <a:pt x="84" y="130"/>
                    <a:pt x="88" y="129"/>
                    <a:pt x="89" y="130"/>
                  </a:cubicBezTo>
                  <a:cubicBezTo>
                    <a:pt x="89" y="130"/>
                    <a:pt x="89" y="134"/>
                    <a:pt x="89" y="135"/>
                  </a:cubicBezTo>
                  <a:cubicBezTo>
                    <a:pt x="87" y="135"/>
                    <a:pt x="85" y="135"/>
                    <a:pt x="84" y="135"/>
                  </a:cubicBezTo>
                  <a:moveTo>
                    <a:pt x="94" y="135"/>
                  </a:moveTo>
                  <a:cubicBezTo>
                    <a:pt x="94" y="133"/>
                    <a:pt x="94" y="131"/>
                    <a:pt x="94" y="129"/>
                  </a:cubicBezTo>
                  <a:cubicBezTo>
                    <a:pt x="95" y="129"/>
                    <a:pt x="98" y="129"/>
                    <a:pt x="99" y="129"/>
                  </a:cubicBezTo>
                  <a:cubicBezTo>
                    <a:pt x="99" y="130"/>
                    <a:pt x="99" y="134"/>
                    <a:pt x="99" y="135"/>
                  </a:cubicBezTo>
                  <a:cubicBezTo>
                    <a:pt x="97" y="135"/>
                    <a:pt x="95" y="135"/>
                    <a:pt x="94" y="135"/>
                  </a:cubicBezTo>
                  <a:moveTo>
                    <a:pt x="23" y="101"/>
                  </a:moveTo>
                  <a:cubicBezTo>
                    <a:pt x="22" y="96"/>
                    <a:pt x="21" y="92"/>
                    <a:pt x="20" y="87"/>
                  </a:cubicBezTo>
                  <a:cubicBezTo>
                    <a:pt x="22" y="88"/>
                    <a:pt x="24" y="89"/>
                    <a:pt x="26" y="91"/>
                  </a:cubicBezTo>
                  <a:cubicBezTo>
                    <a:pt x="26" y="89"/>
                    <a:pt x="27" y="88"/>
                    <a:pt x="28" y="87"/>
                  </a:cubicBezTo>
                  <a:cubicBezTo>
                    <a:pt x="29" y="88"/>
                    <a:pt x="30" y="88"/>
                    <a:pt x="31" y="89"/>
                  </a:cubicBezTo>
                  <a:cubicBezTo>
                    <a:pt x="32" y="90"/>
                    <a:pt x="32" y="90"/>
                    <a:pt x="31" y="92"/>
                  </a:cubicBezTo>
                  <a:cubicBezTo>
                    <a:pt x="29" y="94"/>
                    <a:pt x="34" y="96"/>
                    <a:pt x="36" y="97"/>
                  </a:cubicBezTo>
                  <a:cubicBezTo>
                    <a:pt x="31" y="98"/>
                    <a:pt x="27" y="100"/>
                    <a:pt x="23" y="101"/>
                  </a:cubicBezTo>
                  <a:moveTo>
                    <a:pt x="34" y="85"/>
                  </a:moveTo>
                  <a:cubicBezTo>
                    <a:pt x="33" y="84"/>
                    <a:pt x="32" y="83"/>
                    <a:pt x="30" y="82"/>
                  </a:cubicBezTo>
                  <a:cubicBezTo>
                    <a:pt x="30" y="82"/>
                    <a:pt x="32" y="78"/>
                    <a:pt x="32" y="78"/>
                  </a:cubicBezTo>
                  <a:cubicBezTo>
                    <a:pt x="34" y="78"/>
                    <a:pt x="35" y="79"/>
                    <a:pt x="37" y="80"/>
                  </a:cubicBezTo>
                  <a:cubicBezTo>
                    <a:pt x="37" y="80"/>
                    <a:pt x="35" y="84"/>
                    <a:pt x="34" y="85"/>
                  </a:cubicBezTo>
                  <a:moveTo>
                    <a:pt x="39" y="75"/>
                  </a:moveTo>
                  <a:cubicBezTo>
                    <a:pt x="38" y="75"/>
                    <a:pt x="37" y="74"/>
                    <a:pt x="35" y="73"/>
                  </a:cubicBezTo>
                  <a:cubicBezTo>
                    <a:pt x="35" y="73"/>
                    <a:pt x="37" y="69"/>
                    <a:pt x="37" y="68"/>
                  </a:cubicBezTo>
                  <a:cubicBezTo>
                    <a:pt x="39" y="69"/>
                    <a:pt x="40" y="70"/>
                    <a:pt x="42" y="71"/>
                  </a:cubicBezTo>
                  <a:cubicBezTo>
                    <a:pt x="42" y="71"/>
                    <a:pt x="40" y="75"/>
                    <a:pt x="39" y="75"/>
                  </a:cubicBezTo>
                  <a:moveTo>
                    <a:pt x="44" y="66"/>
                  </a:moveTo>
                  <a:cubicBezTo>
                    <a:pt x="43" y="65"/>
                    <a:pt x="41" y="64"/>
                    <a:pt x="40" y="63"/>
                  </a:cubicBezTo>
                  <a:cubicBezTo>
                    <a:pt x="40" y="63"/>
                    <a:pt x="42" y="59"/>
                    <a:pt x="43" y="58"/>
                  </a:cubicBezTo>
                  <a:cubicBezTo>
                    <a:pt x="44" y="59"/>
                    <a:pt x="45" y="60"/>
                    <a:pt x="47" y="61"/>
                  </a:cubicBezTo>
                  <a:cubicBezTo>
                    <a:pt x="47" y="61"/>
                    <a:pt x="45" y="65"/>
                    <a:pt x="44" y="66"/>
                  </a:cubicBezTo>
                  <a:moveTo>
                    <a:pt x="49" y="56"/>
                  </a:moveTo>
                  <a:cubicBezTo>
                    <a:pt x="48" y="55"/>
                    <a:pt x="46" y="55"/>
                    <a:pt x="45" y="54"/>
                  </a:cubicBezTo>
                  <a:cubicBezTo>
                    <a:pt x="45" y="54"/>
                    <a:pt x="47" y="49"/>
                    <a:pt x="47" y="49"/>
                  </a:cubicBezTo>
                  <a:cubicBezTo>
                    <a:pt x="49" y="50"/>
                    <a:pt x="50" y="51"/>
                    <a:pt x="52" y="52"/>
                  </a:cubicBezTo>
                  <a:cubicBezTo>
                    <a:pt x="52" y="52"/>
                    <a:pt x="50" y="56"/>
                    <a:pt x="49" y="56"/>
                  </a:cubicBezTo>
                  <a:moveTo>
                    <a:pt x="59" y="90"/>
                  </a:moveTo>
                  <a:cubicBezTo>
                    <a:pt x="58" y="79"/>
                    <a:pt x="62" y="67"/>
                    <a:pt x="74" y="62"/>
                  </a:cubicBezTo>
                  <a:cubicBezTo>
                    <a:pt x="85" y="58"/>
                    <a:pt x="95" y="67"/>
                    <a:pt x="100" y="74"/>
                  </a:cubicBezTo>
                  <a:cubicBezTo>
                    <a:pt x="93" y="72"/>
                    <a:pt x="86" y="70"/>
                    <a:pt x="79" y="73"/>
                  </a:cubicBezTo>
                  <a:cubicBezTo>
                    <a:pt x="70" y="75"/>
                    <a:pt x="63" y="81"/>
                    <a:pt x="59" y="90"/>
                  </a:cubicBezTo>
                  <a:moveTo>
                    <a:pt x="73" y="100"/>
                  </a:moveTo>
                  <a:cubicBezTo>
                    <a:pt x="72" y="93"/>
                    <a:pt x="75" y="85"/>
                    <a:pt x="83" y="82"/>
                  </a:cubicBezTo>
                  <a:cubicBezTo>
                    <a:pt x="90" y="79"/>
                    <a:pt x="96" y="85"/>
                    <a:pt x="100" y="90"/>
                  </a:cubicBezTo>
                  <a:cubicBezTo>
                    <a:pt x="90" y="86"/>
                    <a:pt x="79" y="89"/>
                    <a:pt x="73" y="100"/>
                  </a:cubicBezTo>
                  <a:moveTo>
                    <a:pt x="69" y="35"/>
                  </a:moveTo>
                  <a:cubicBezTo>
                    <a:pt x="59" y="18"/>
                    <a:pt x="59" y="18"/>
                    <a:pt x="59" y="18"/>
                  </a:cubicBezTo>
                  <a:cubicBezTo>
                    <a:pt x="69" y="0"/>
                    <a:pt x="69" y="0"/>
                    <a:pt x="69" y="0"/>
                  </a:cubicBezTo>
                  <a:cubicBezTo>
                    <a:pt x="89" y="0"/>
                    <a:pt x="89" y="0"/>
                    <a:pt x="89" y="0"/>
                  </a:cubicBezTo>
                  <a:cubicBezTo>
                    <a:pt x="99" y="18"/>
                    <a:pt x="99" y="18"/>
                    <a:pt x="99" y="18"/>
                  </a:cubicBezTo>
                  <a:cubicBezTo>
                    <a:pt x="89" y="35"/>
                    <a:pt x="89" y="35"/>
                    <a:pt x="89" y="35"/>
                  </a:cubicBezTo>
                  <a:lnTo>
                    <a:pt x="69" y="35"/>
                  </a:lnTo>
                  <a:close/>
                  <a:moveTo>
                    <a:pt x="10" y="143"/>
                  </a:moveTo>
                  <a:cubicBezTo>
                    <a:pt x="0" y="126"/>
                    <a:pt x="0" y="126"/>
                    <a:pt x="0" y="126"/>
                  </a:cubicBezTo>
                  <a:cubicBezTo>
                    <a:pt x="10" y="109"/>
                    <a:pt x="10" y="109"/>
                    <a:pt x="10" y="109"/>
                  </a:cubicBezTo>
                  <a:cubicBezTo>
                    <a:pt x="30" y="109"/>
                    <a:pt x="30" y="109"/>
                    <a:pt x="30" y="109"/>
                  </a:cubicBezTo>
                  <a:cubicBezTo>
                    <a:pt x="40" y="126"/>
                    <a:pt x="40" y="126"/>
                    <a:pt x="40" y="126"/>
                  </a:cubicBezTo>
                  <a:cubicBezTo>
                    <a:pt x="30" y="143"/>
                    <a:pt x="30" y="143"/>
                    <a:pt x="30" y="143"/>
                  </a:cubicBezTo>
                  <a:lnTo>
                    <a:pt x="10" y="143"/>
                  </a:lnTo>
                  <a:close/>
                  <a:moveTo>
                    <a:pt x="134" y="143"/>
                  </a:moveTo>
                  <a:cubicBezTo>
                    <a:pt x="124" y="126"/>
                    <a:pt x="124" y="126"/>
                    <a:pt x="124" y="126"/>
                  </a:cubicBezTo>
                  <a:cubicBezTo>
                    <a:pt x="134" y="109"/>
                    <a:pt x="134" y="109"/>
                    <a:pt x="134" y="109"/>
                  </a:cubicBezTo>
                  <a:cubicBezTo>
                    <a:pt x="154" y="109"/>
                    <a:pt x="154" y="109"/>
                    <a:pt x="154" y="109"/>
                  </a:cubicBezTo>
                  <a:cubicBezTo>
                    <a:pt x="164" y="126"/>
                    <a:pt x="164" y="126"/>
                    <a:pt x="164" y="126"/>
                  </a:cubicBezTo>
                  <a:cubicBezTo>
                    <a:pt x="154" y="143"/>
                    <a:pt x="154" y="143"/>
                    <a:pt x="154" y="143"/>
                  </a:cubicBezTo>
                  <a:lnTo>
                    <a:pt x="134" y="14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p:cNvGrpSpPr/>
          <p:nvPr/>
        </p:nvGrpSpPr>
        <p:grpSpPr>
          <a:xfrm>
            <a:off x="7332334" y="1178692"/>
            <a:ext cx="758333" cy="684946"/>
            <a:chOff x="3649019" y="5170488"/>
            <a:chExt cx="541338" cy="488950"/>
          </a:xfrm>
        </p:grpSpPr>
        <p:sp>
          <p:nvSpPr>
            <p:cNvPr id="66" name="Freeform 85"/>
            <p:cNvSpPr>
              <a:spLocks/>
            </p:cNvSpPr>
            <p:nvPr/>
          </p:nvSpPr>
          <p:spPr bwMode="auto">
            <a:xfrm>
              <a:off x="3649019" y="5329238"/>
              <a:ext cx="541338" cy="330200"/>
            </a:xfrm>
            <a:custGeom>
              <a:avLst/>
              <a:gdLst/>
              <a:ahLst/>
              <a:cxnLst>
                <a:cxn ang="0">
                  <a:pos x="170" y="0"/>
                </a:cxn>
                <a:cxn ang="0">
                  <a:pos x="85" y="25"/>
                </a:cxn>
                <a:cxn ang="0">
                  <a:pos x="1" y="0"/>
                </a:cxn>
                <a:cxn ang="0">
                  <a:pos x="1" y="68"/>
                </a:cxn>
                <a:cxn ang="0">
                  <a:pos x="0" y="69"/>
                </a:cxn>
                <a:cxn ang="0">
                  <a:pos x="85" y="104"/>
                </a:cxn>
                <a:cxn ang="0">
                  <a:pos x="170" y="69"/>
                </a:cxn>
                <a:cxn ang="0">
                  <a:pos x="170" y="68"/>
                </a:cxn>
                <a:cxn ang="0">
                  <a:pos x="170" y="0"/>
                </a:cxn>
              </a:cxnLst>
              <a:rect l="0" t="0" r="r" b="b"/>
              <a:pathLst>
                <a:path w="170" h="104">
                  <a:moveTo>
                    <a:pt x="170" y="0"/>
                  </a:moveTo>
                  <a:cubicBezTo>
                    <a:pt x="155" y="16"/>
                    <a:pt x="119" y="25"/>
                    <a:pt x="85" y="25"/>
                  </a:cubicBezTo>
                  <a:cubicBezTo>
                    <a:pt x="51" y="25"/>
                    <a:pt x="16" y="16"/>
                    <a:pt x="1" y="0"/>
                  </a:cubicBezTo>
                  <a:cubicBezTo>
                    <a:pt x="1" y="68"/>
                    <a:pt x="1" y="68"/>
                    <a:pt x="1" y="68"/>
                  </a:cubicBezTo>
                  <a:cubicBezTo>
                    <a:pt x="0" y="69"/>
                    <a:pt x="0" y="69"/>
                    <a:pt x="0" y="69"/>
                  </a:cubicBezTo>
                  <a:cubicBezTo>
                    <a:pt x="0" y="84"/>
                    <a:pt x="38" y="104"/>
                    <a:pt x="85" y="104"/>
                  </a:cubicBezTo>
                  <a:cubicBezTo>
                    <a:pt x="132" y="104"/>
                    <a:pt x="170" y="84"/>
                    <a:pt x="170" y="69"/>
                  </a:cubicBezTo>
                  <a:cubicBezTo>
                    <a:pt x="170" y="68"/>
                    <a:pt x="170" y="68"/>
                    <a:pt x="170" y="68"/>
                  </a:cubicBezTo>
                  <a:lnTo>
                    <a:pt x="170" y="0"/>
                  </a:ln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86"/>
            <p:cNvSpPr>
              <a:spLocks/>
            </p:cNvSpPr>
            <p:nvPr/>
          </p:nvSpPr>
          <p:spPr bwMode="auto">
            <a:xfrm>
              <a:off x="3652194" y="5281613"/>
              <a:ext cx="538163" cy="127000"/>
            </a:xfrm>
            <a:custGeom>
              <a:avLst/>
              <a:gdLst/>
              <a:ahLst/>
              <a:cxnLst>
                <a:cxn ang="0">
                  <a:pos x="84" y="40"/>
                </a:cxn>
                <a:cxn ang="0">
                  <a:pos x="169" y="15"/>
                </a:cxn>
                <a:cxn ang="0">
                  <a:pos x="169" y="0"/>
                </a:cxn>
                <a:cxn ang="0">
                  <a:pos x="0" y="0"/>
                </a:cxn>
                <a:cxn ang="0">
                  <a:pos x="0" y="15"/>
                </a:cxn>
                <a:cxn ang="0">
                  <a:pos x="84" y="40"/>
                </a:cxn>
              </a:cxnLst>
              <a:rect l="0" t="0" r="r" b="b"/>
              <a:pathLst>
                <a:path w="169" h="40">
                  <a:moveTo>
                    <a:pt x="84" y="40"/>
                  </a:moveTo>
                  <a:cubicBezTo>
                    <a:pt x="118" y="40"/>
                    <a:pt x="154" y="31"/>
                    <a:pt x="169" y="15"/>
                  </a:cubicBezTo>
                  <a:cubicBezTo>
                    <a:pt x="169" y="0"/>
                    <a:pt x="169" y="0"/>
                    <a:pt x="169" y="0"/>
                  </a:cubicBezTo>
                  <a:cubicBezTo>
                    <a:pt x="0" y="0"/>
                    <a:pt x="0" y="0"/>
                    <a:pt x="0" y="0"/>
                  </a:cubicBezTo>
                  <a:cubicBezTo>
                    <a:pt x="0" y="15"/>
                    <a:pt x="0" y="15"/>
                    <a:pt x="0" y="15"/>
                  </a:cubicBezTo>
                  <a:cubicBezTo>
                    <a:pt x="15" y="31"/>
                    <a:pt x="50" y="40"/>
                    <a:pt x="84" y="4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8" name="Oval 87"/>
            <p:cNvSpPr>
              <a:spLocks noChangeArrowheads="1"/>
            </p:cNvSpPr>
            <p:nvPr/>
          </p:nvSpPr>
          <p:spPr bwMode="auto">
            <a:xfrm>
              <a:off x="3649019" y="5170488"/>
              <a:ext cx="541338" cy="222250"/>
            </a:xfrm>
            <a:prstGeom prst="ellipse">
              <a:avLst/>
            </a:pr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88"/>
            <p:cNvSpPr>
              <a:spLocks noEditPoints="1"/>
            </p:cNvSpPr>
            <p:nvPr/>
          </p:nvSpPr>
          <p:spPr bwMode="auto">
            <a:xfrm>
              <a:off x="3785544" y="5211763"/>
              <a:ext cx="255588" cy="120650"/>
            </a:xfrm>
            <a:custGeom>
              <a:avLst/>
              <a:gdLst/>
              <a:ahLst/>
              <a:cxnLst>
                <a:cxn ang="0">
                  <a:pos x="0" y="0"/>
                </a:cxn>
                <a:cxn ang="0">
                  <a:pos x="161" y="0"/>
                </a:cxn>
                <a:cxn ang="0">
                  <a:pos x="97" y="38"/>
                </a:cxn>
                <a:cxn ang="0">
                  <a:pos x="161" y="76"/>
                </a:cxn>
                <a:cxn ang="0">
                  <a:pos x="0" y="74"/>
                </a:cxn>
                <a:cxn ang="0">
                  <a:pos x="69" y="38"/>
                </a:cxn>
                <a:cxn ang="0">
                  <a:pos x="0" y="0"/>
                </a:cxn>
                <a:cxn ang="0">
                  <a:pos x="42" y="64"/>
                </a:cxn>
                <a:cxn ang="0">
                  <a:pos x="121" y="66"/>
                </a:cxn>
                <a:cxn ang="0">
                  <a:pos x="83" y="44"/>
                </a:cxn>
                <a:cxn ang="0">
                  <a:pos x="42" y="64"/>
                </a:cxn>
                <a:cxn ang="0">
                  <a:pos x="42" y="10"/>
                </a:cxn>
                <a:cxn ang="0">
                  <a:pos x="121" y="10"/>
                </a:cxn>
                <a:cxn ang="0">
                  <a:pos x="83" y="30"/>
                </a:cxn>
                <a:cxn ang="0">
                  <a:pos x="42" y="10"/>
                </a:cxn>
              </a:cxnLst>
              <a:rect l="0" t="0" r="r" b="b"/>
              <a:pathLst>
                <a:path w="161" h="76">
                  <a:moveTo>
                    <a:pt x="0" y="0"/>
                  </a:moveTo>
                  <a:lnTo>
                    <a:pt x="161" y="0"/>
                  </a:lnTo>
                  <a:lnTo>
                    <a:pt x="97" y="38"/>
                  </a:lnTo>
                  <a:lnTo>
                    <a:pt x="161" y="76"/>
                  </a:lnTo>
                  <a:lnTo>
                    <a:pt x="0" y="74"/>
                  </a:lnTo>
                  <a:lnTo>
                    <a:pt x="69" y="38"/>
                  </a:lnTo>
                  <a:lnTo>
                    <a:pt x="0" y="0"/>
                  </a:lnTo>
                  <a:close/>
                  <a:moveTo>
                    <a:pt x="42" y="64"/>
                  </a:moveTo>
                  <a:lnTo>
                    <a:pt x="121" y="66"/>
                  </a:lnTo>
                  <a:lnTo>
                    <a:pt x="83" y="44"/>
                  </a:lnTo>
                  <a:lnTo>
                    <a:pt x="42" y="64"/>
                  </a:lnTo>
                  <a:close/>
                  <a:moveTo>
                    <a:pt x="42" y="10"/>
                  </a:moveTo>
                  <a:lnTo>
                    <a:pt x="121" y="10"/>
                  </a:lnTo>
                  <a:lnTo>
                    <a:pt x="83" y="30"/>
                  </a:lnTo>
                  <a:lnTo>
                    <a:pt x="42" y="1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89"/>
            <p:cNvSpPr>
              <a:spLocks/>
            </p:cNvSpPr>
            <p:nvPr/>
          </p:nvSpPr>
          <p:spPr bwMode="auto">
            <a:xfrm>
              <a:off x="3753794" y="5418138"/>
              <a:ext cx="141288" cy="193675"/>
            </a:xfrm>
            <a:custGeom>
              <a:avLst/>
              <a:gdLst/>
              <a:ahLst/>
              <a:cxnLst>
                <a:cxn ang="0">
                  <a:pos x="44" y="58"/>
                </a:cxn>
                <a:cxn ang="0">
                  <a:pos x="37" y="60"/>
                </a:cxn>
                <a:cxn ang="0">
                  <a:pos x="30" y="61"/>
                </a:cxn>
                <a:cxn ang="0">
                  <a:pos x="17" y="59"/>
                </a:cxn>
                <a:cxn ang="0">
                  <a:pos x="8" y="52"/>
                </a:cxn>
                <a:cxn ang="0">
                  <a:pos x="2" y="43"/>
                </a:cxn>
                <a:cxn ang="0">
                  <a:pos x="0" y="30"/>
                </a:cxn>
                <a:cxn ang="0">
                  <a:pos x="2" y="18"/>
                </a:cxn>
                <a:cxn ang="0">
                  <a:pos x="8" y="9"/>
                </a:cxn>
                <a:cxn ang="0">
                  <a:pos x="18" y="2"/>
                </a:cxn>
                <a:cxn ang="0">
                  <a:pos x="30" y="0"/>
                </a:cxn>
                <a:cxn ang="0">
                  <a:pos x="37" y="0"/>
                </a:cxn>
                <a:cxn ang="0">
                  <a:pos x="44" y="2"/>
                </a:cxn>
                <a:cxn ang="0">
                  <a:pos x="43" y="8"/>
                </a:cxn>
                <a:cxn ang="0">
                  <a:pos x="37" y="7"/>
                </a:cxn>
                <a:cxn ang="0">
                  <a:pos x="30" y="6"/>
                </a:cxn>
                <a:cxn ang="0">
                  <a:pos x="21" y="8"/>
                </a:cxn>
                <a:cxn ang="0">
                  <a:pos x="13" y="13"/>
                </a:cxn>
                <a:cxn ang="0">
                  <a:pos x="9" y="21"/>
                </a:cxn>
                <a:cxn ang="0">
                  <a:pos x="7" y="30"/>
                </a:cxn>
                <a:cxn ang="0">
                  <a:pos x="9" y="40"/>
                </a:cxn>
                <a:cxn ang="0">
                  <a:pos x="13" y="48"/>
                </a:cxn>
                <a:cxn ang="0">
                  <a:pos x="20" y="53"/>
                </a:cxn>
                <a:cxn ang="0">
                  <a:pos x="30" y="55"/>
                </a:cxn>
                <a:cxn ang="0">
                  <a:pos x="37" y="54"/>
                </a:cxn>
                <a:cxn ang="0">
                  <a:pos x="44" y="52"/>
                </a:cxn>
                <a:cxn ang="0">
                  <a:pos x="44" y="58"/>
                </a:cxn>
              </a:cxnLst>
              <a:rect l="0" t="0" r="r" b="b"/>
              <a:pathLst>
                <a:path w="44" h="61">
                  <a:moveTo>
                    <a:pt x="44" y="58"/>
                  </a:moveTo>
                  <a:cubicBezTo>
                    <a:pt x="42" y="59"/>
                    <a:pt x="40" y="60"/>
                    <a:pt x="37" y="60"/>
                  </a:cubicBezTo>
                  <a:cubicBezTo>
                    <a:pt x="35" y="61"/>
                    <a:pt x="32" y="61"/>
                    <a:pt x="30" y="61"/>
                  </a:cubicBezTo>
                  <a:cubicBezTo>
                    <a:pt x="25" y="61"/>
                    <a:pt x="21" y="60"/>
                    <a:pt x="17" y="59"/>
                  </a:cubicBezTo>
                  <a:cubicBezTo>
                    <a:pt x="14" y="57"/>
                    <a:pt x="11" y="55"/>
                    <a:pt x="8" y="52"/>
                  </a:cubicBezTo>
                  <a:cubicBezTo>
                    <a:pt x="5" y="50"/>
                    <a:pt x="3" y="47"/>
                    <a:pt x="2" y="43"/>
                  </a:cubicBezTo>
                  <a:cubicBezTo>
                    <a:pt x="0" y="39"/>
                    <a:pt x="0" y="35"/>
                    <a:pt x="0" y="30"/>
                  </a:cubicBezTo>
                  <a:cubicBezTo>
                    <a:pt x="0" y="26"/>
                    <a:pt x="1" y="22"/>
                    <a:pt x="2" y="18"/>
                  </a:cubicBezTo>
                  <a:cubicBezTo>
                    <a:pt x="3" y="14"/>
                    <a:pt x="6" y="11"/>
                    <a:pt x="8" y="9"/>
                  </a:cubicBezTo>
                  <a:cubicBezTo>
                    <a:pt x="11" y="6"/>
                    <a:pt x="14" y="4"/>
                    <a:pt x="18" y="2"/>
                  </a:cubicBezTo>
                  <a:cubicBezTo>
                    <a:pt x="22" y="1"/>
                    <a:pt x="26" y="0"/>
                    <a:pt x="30" y="0"/>
                  </a:cubicBezTo>
                  <a:cubicBezTo>
                    <a:pt x="32" y="0"/>
                    <a:pt x="35" y="0"/>
                    <a:pt x="37" y="0"/>
                  </a:cubicBezTo>
                  <a:cubicBezTo>
                    <a:pt x="40" y="1"/>
                    <a:pt x="42" y="1"/>
                    <a:pt x="44" y="2"/>
                  </a:cubicBezTo>
                  <a:cubicBezTo>
                    <a:pt x="43" y="8"/>
                    <a:pt x="43" y="8"/>
                    <a:pt x="43" y="8"/>
                  </a:cubicBezTo>
                  <a:cubicBezTo>
                    <a:pt x="42" y="8"/>
                    <a:pt x="39" y="7"/>
                    <a:pt x="37" y="7"/>
                  </a:cubicBezTo>
                  <a:cubicBezTo>
                    <a:pt x="35" y="6"/>
                    <a:pt x="33" y="6"/>
                    <a:pt x="30" y="6"/>
                  </a:cubicBezTo>
                  <a:cubicBezTo>
                    <a:pt x="27" y="6"/>
                    <a:pt x="24" y="7"/>
                    <a:pt x="21" y="8"/>
                  </a:cubicBezTo>
                  <a:cubicBezTo>
                    <a:pt x="18" y="9"/>
                    <a:pt x="15" y="11"/>
                    <a:pt x="13" y="13"/>
                  </a:cubicBezTo>
                  <a:cubicBezTo>
                    <a:pt x="11" y="15"/>
                    <a:pt x="10" y="18"/>
                    <a:pt x="9" y="21"/>
                  </a:cubicBezTo>
                  <a:cubicBezTo>
                    <a:pt x="8" y="24"/>
                    <a:pt x="7" y="27"/>
                    <a:pt x="7" y="30"/>
                  </a:cubicBezTo>
                  <a:cubicBezTo>
                    <a:pt x="7" y="34"/>
                    <a:pt x="8" y="37"/>
                    <a:pt x="9" y="40"/>
                  </a:cubicBezTo>
                  <a:cubicBezTo>
                    <a:pt x="10" y="43"/>
                    <a:pt x="11" y="46"/>
                    <a:pt x="13" y="48"/>
                  </a:cubicBezTo>
                  <a:cubicBezTo>
                    <a:pt x="15" y="50"/>
                    <a:pt x="18" y="52"/>
                    <a:pt x="20" y="53"/>
                  </a:cubicBezTo>
                  <a:cubicBezTo>
                    <a:pt x="23" y="54"/>
                    <a:pt x="27" y="55"/>
                    <a:pt x="30" y="55"/>
                  </a:cubicBezTo>
                  <a:cubicBezTo>
                    <a:pt x="33" y="55"/>
                    <a:pt x="35" y="55"/>
                    <a:pt x="37" y="54"/>
                  </a:cubicBezTo>
                  <a:cubicBezTo>
                    <a:pt x="39" y="54"/>
                    <a:pt x="42" y="53"/>
                    <a:pt x="44" y="52"/>
                  </a:cubicBezTo>
                  <a:lnTo>
                    <a:pt x="44" y="5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90"/>
            <p:cNvSpPr>
              <a:spLocks/>
            </p:cNvSpPr>
            <p:nvPr/>
          </p:nvSpPr>
          <p:spPr bwMode="auto">
            <a:xfrm>
              <a:off x="3907781" y="5421313"/>
              <a:ext cx="165100" cy="187325"/>
            </a:xfrm>
            <a:custGeom>
              <a:avLst/>
              <a:gdLst/>
              <a:ahLst/>
              <a:cxnLst>
                <a:cxn ang="0">
                  <a:pos x="86" y="118"/>
                </a:cxn>
                <a:cxn ang="0">
                  <a:pos x="52" y="64"/>
                </a:cxn>
                <a:cxn ang="0">
                  <a:pos x="16" y="118"/>
                </a:cxn>
                <a:cxn ang="0">
                  <a:pos x="0" y="118"/>
                </a:cxn>
                <a:cxn ang="0">
                  <a:pos x="44" y="56"/>
                </a:cxn>
                <a:cxn ang="0">
                  <a:pos x="4" y="0"/>
                </a:cxn>
                <a:cxn ang="0">
                  <a:pos x="20" y="0"/>
                </a:cxn>
                <a:cxn ang="0">
                  <a:pos x="52" y="46"/>
                </a:cxn>
                <a:cxn ang="0">
                  <a:pos x="84" y="0"/>
                </a:cxn>
                <a:cxn ang="0">
                  <a:pos x="100" y="0"/>
                </a:cxn>
                <a:cxn ang="0">
                  <a:pos x="60" y="56"/>
                </a:cxn>
                <a:cxn ang="0">
                  <a:pos x="104" y="118"/>
                </a:cxn>
                <a:cxn ang="0">
                  <a:pos x="86" y="118"/>
                </a:cxn>
              </a:cxnLst>
              <a:rect l="0" t="0" r="r" b="b"/>
              <a:pathLst>
                <a:path w="104" h="118">
                  <a:moveTo>
                    <a:pt x="86" y="118"/>
                  </a:moveTo>
                  <a:lnTo>
                    <a:pt x="52" y="64"/>
                  </a:lnTo>
                  <a:lnTo>
                    <a:pt x="16" y="118"/>
                  </a:lnTo>
                  <a:lnTo>
                    <a:pt x="0" y="118"/>
                  </a:lnTo>
                  <a:lnTo>
                    <a:pt x="44" y="56"/>
                  </a:lnTo>
                  <a:lnTo>
                    <a:pt x="4" y="0"/>
                  </a:lnTo>
                  <a:lnTo>
                    <a:pt x="20" y="0"/>
                  </a:lnTo>
                  <a:lnTo>
                    <a:pt x="52" y="46"/>
                  </a:lnTo>
                  <a:lnTo>
                    <a:pt x="84" y="0"/>
                  </a:lnTo>
                  <a:lnTo>
                    <a:pt x="100" y="0"/>
                  </a:lnTo>
                  <a:lnTo>
                    <a:pt x="60" y="56"/>
                  </a:lnTo>
                  <a:lnTo>
                    <a:pt x="104" y="118"/>
                  </a:lnTo>
                  <a:lnTo>
                    <a:pt x="86" y="11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72" name="组合 71"/>
          <p:cNvGrpSpPr/>
          <p:nvPr/>
        </p:nvGrpSpPr>
        <p:grpSpPr>
          <a:xfrm>
            <a:off x="5709743" y="1181898"/>
            <a:ext cx="769720" cy="685215"/>
            <a:chOff x="2609206" y="5132388"/>
            <a:chExt cx="646113" cy="523875"/>
          </a:xfrm>
        </p:grpSpPr>
        <p:sp>
          <p:nvSpPr>
            <p:cNvPr id="73" name="Freeform 136"/>
            <p:cNvSpPr>
              <a:spLocks/>
            </p:cNvSpPr>
            <p:nvPr/>
          </p:nvSpPr>
          <p:spPr bwMode="auto">
            <a:xfrm>
              <a:off x="2609206" y="5132388"/>
              <a:ext cx="646113" cy="523875"/>
            </a:xfrm>
            <a:custGeom>
              <a:avLst/>
              <a:gdLst/>
              <a:ahLst/>
              <a:cxnLst>
                <a:cxn ang="0">
                  <a:pos x="203" y="147"/>
                </a:cxn>
                <a:cxn ang="0">
                  <a:pos x="185" y="165"/>
                </a:cxn>
                <a:cxn ang="0">
                  <a:pos x="18" y="165"/>
                </a:cxn>
                <a:cxn ang="0">
                  <a:pos x="0" y="147"/>
                </a:cxn>
                <a:cxn ang="0">
                  <a:pos x="0" y="18"/>
                </a:cxn>
                <a:cxn ang="0">
                  <a:pos x="18" y="0"/>
                </a:cxn>
                <a:cxn ang="0">
                  <a:pos x="185" y="0"/>
                </a:cxn>
                <a:cxn ang="0">
                  <a:pos x="203" y="18"/>
                </a:cxn>
                <a:cxn ang="0">
                  <a:pos x="203" y="147"/>
                </a:cxn>
              </a:cxnLst>
              <a:rect l="0" t="0" r="r" b="b"/>
              <a:pathLst>
                <a:path w="203" h="165">
                  <a:moveTo>
                    <a:pt x="203" y="147"/>
                  </a:moveTo>
                  <a:cubicBezTo>
                    <a:pt x="203" y="157"/>
                    <a:pt x="195" y="165"/>
                    <a:pt x="185" y="165"/>
                  </a:cubicBezTo>
                  <a:cubicBezTo>
                    <a:pt x="18" y="165"/>
                    <a:pt x="18" y="165"/>
                    <a:pt x="18" y="165"/>
                  </a:cubicBezTo>
                  <a:cubicBezTo>
                    <a:pt x="8" y="165"/>
                    <a:pt x="0" y="157"/>
                    <a:pt x="0" y="147"/>
                  </a:cubicBezTo>
                  <a:cubicBezTo>
                    <a:pt x="0" y="18"/>
                    <a:pt x="0" y="18"/>
                    <a:pt x="0" y="18"/>
                  </a:cubicBezTo>
                  <a:cubicBezTo>
                    <a:pt x="0" y="8"/>
                    <a:pt x="8" y="0"/>
                    <a:pt x="18" y="0"/>
                  </a:cubicBezTo>
                  <a:cubicBezTo>
                    <a:pt x="185" y="0"/>
                    <a:pt x="185" y="0"/>
                    <a:pt x="185" y="0"/>
                  </a:cubicBezTo>
                  <a:cubicBezTo>
                    <a:pt x="195" y="0"/>
                    <a:pt x="203" y="8"/>
                    <a:pt x="203" y="18"/>
                  </a:cubicBezTo>
                  <a:lnTo>
                    <a:pt x="203" y="147"/>
                  </a:lnTo>
                  <a:close/>
                </a:path>
              </a:pathLst>
            </a:custGeom>
            <a:solidFill>
              <a:srgbClr val="F49E26"/>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137"/>
            <p:cNvSpPr>
              <a:spLocks noEditPoints="1"/>
            </p:cNvSpPr>
            <p:nvPr/>
          </p:nvSpPr>
          <p:spPr bwMode="auto">
            <a:xfrm>
              <a:off x="2679056" y="5167313"/>
              <a:ext cx="531813" cy="466725"/>
            </a:xfrm>
            <a:custGeom>
              <a:avLst/>
              <a:gdLst/>
              <a:ahLst/>
              <a:cxnLst>
                <a:cxn ang="0">
                  <a:pos x="285" y="146"/>
                </a:cxn>
                <a:cxn ang="0">
                  <a:pos x="287" y="146"/>
                </a:cxn>
                <a:cxn ang="0">
                  <a:pos x="309" y="110"/>
                </a:cxn>
                <a:cxn ang="0">
                  <a:pos x="333" y="74"/>
                </a:cxn>
                <a:cxn ang="0">
                  <a:pos x="307" y="36"/>
                </a:cxn>
                <a:cxn ang="0">
                  <a:pos x="283" y="0"/>
                </a:cxn>
                <a:cxn ang="0">
                  <a:pos x="186" y="0"/>
                </a:cxn>
                <a:cxn ang="0">
                  <a:pos x="164" y="36"/>
                </a:cxn>
                <a:cxn ang="0">
                  <a:pos x="140" y="72"/>
                </a:cxn>
                <a:cxn ang="0">
                  <a:pos x="46" y="72"/>
                </a:cxn>
                <a:cxn ang="0">
                  <a:pos x="24" y="110"/>
                </a:cxn>
                <a:cxn ang="0">
                  <a:pos x="0" y="146"/>
                </a:cxn>
                <a:cxn ang="0">
                  <a:pos x="24" y="184"/>
                </a:cxn>
                <a:cxn ang="0">
                  <a:pos x="50" y="220"/>
                </a:cxn>
                <a:cxn ang="0">
                  <a:pos x="144" y="220"/>
                </a:cxn>
                <a:cxn ang="0">
                  <a:pos x="168" y="258"/>
                </a:cxn>
                <a:cxn ang="0">
                  <a:pos x="192" y="294"/>
                </a:cxn>
                <a:cxn ang="0">
                  <a:pos x="289" y="294"/>
                </a:cxn>
                <a:cxn ang="0">
                  <a:pos x="311" y="256"/>
                </a:cxn>
                <a:cxn ang="0">
                  <a:pos x="335" y="220"/>
                </a:cxn>
                <a:cxn ang="0">
                  <a:pos x="311" y="184"/>
                </a:cxn>
                <a:cxn ang="0">
                  <a:pos x="285" y="146"/>
                </a:cxn>
                <a:cxn ang="0">
                  <a:pos x="174" y="42"/>
                </a:cxn>
                <a:cxn ang="0">
                  <a:pos x="194" y="10"/>
                </a:cxn>
                <a:cxn ang="0">
                  <a:pos x="277" y="10"/>
                </a:cxn>
                <a:cxn ang="0">
                  <a:pos x="299" y="42"/>
                </a:cxn>
                <a:cxn ang="0">
                  <a:pos x="319" y="74"/>
                </a:cxn>
                <a:cxn ang="0">
                  <a:pos x="299" y="104"/>
                </a:cxn>
                <a:cxn ang="0">
                  <a:pos x="279" y="136"/>
                </a:cxn>
                <a:cxn ang="0">
                  <a:pos x="196" y="136"/>
                </a:cxn>
                <a:cxn ang="0">
                  <a:pos x="174" y="106"/>
                </a:cxn>
                <a:cxn ang="0">
                  <a:pos x="154" y="74"/>
                </a:cxn>
                <a:cxn ang="0">
                  <a:pos x="174" y="42"/>
                </a:cxn>
                <a:cxn ang="0">
                  <a:pos x="138" y="210"/>
                </a:cxn>
                <a:cxn ang="0">
                  <a:pos x="56" y="210"/>
                </a:cxn>
                <a:cxn ang="0">
                  <a:pos x="34" y="178"/>
                </a:cxn>
                <a:cxn ang="0">
                  <a:pos x="12" y="146"/>
                </a:cxn>
                <a:cxn ang="0">
                  <a:pos x="32" y="114"/>
                </a:cxn>
                <a:cxn ang="0">
                  <a:pos x="52" y="82"/>
                </a:cxn>
                <a:cxn ang="0">
                  <a:pos x="134" y="82"/>
                </a:cxn>
                <a:cxn ang="0">
                  <a:pos x="156" y="114"/>
                </a:cxn>
                <a:cxn ang="0">
                  <a:pos x="178" y="146"/>
                </a:cxn>
                <a:cxn ang="0">
                  <a:pos x="158" y="178"/>
                </a:cxn>
                <a:cxn ang="0">
                  <a:pos x="138" y="210"/>
                </a:cxn>
                <a:cxn ang="0">
                  <a:pos x="303" y="252"/>
                </a:cxn>
                <a:cxn ang="0">
                  <a:pos x="283" y="284"/>
                </a:cxn>
                <a:cxn ang="0">
                  <a:pos x="198" y="284"/>
                </a:cxn>
                <a:cxn ang="0">
                  <a:pos x="178" y="252"/>
                </a:cxn>
                <a:cxn ang="0">
                  <a:pos x="156" y="220"/>
                </a:cxn>
                <a:cxn ang="0">
                  <a:pos x="176" y="188"/>
                </a:cxn>
                <a:cxn ang="0">
                  <a:pos x="196" y="156"/>
                </a:cxn>
                <a:cxn ang="0">
                  <a:pos x="279" y="156"/>
                </a:cxn>
                <a:cxn ang="0">
                  <a:pos x="301" y="188"/>
                </a:cxn>
                <a:cxn ang="0">
                  <a:pos x="321" y="220"/>
                </a:cxn>
                <a:cxn ang="0">
                  <a:pos x="303" y="252"/>
                </a:cxn>
              </a:cxnLst>
              <a:rect l="0" t="0" r="r" b="b"/>
              <a:pathLst>
                <a:path w="335" h="294">
                  <a:moveTo>
                    <a:pt x="285" y="146"/>
                  </a:moveTo>
                  <a:lnTo>
                    <a:pt x="287" y="146"/>
                  </a:lnTo>
                  <a:lnTo>
                    <a:pt x="309" y="110"/>
                  </a:lnTo>
                  <a:lnTo>
                    <a:pt x="333" y="74"/>
                  </a:lnTo>
                  <a:lnTo>
                    <a:pt x="307" y="36"/>
                  </a:lnTo>
                  <a:lnTo>
                    <a:pt x="283" y="0"/>
                  </a:lnTo>
                  <a:lnTo>
                    <a:pt x="186" y="0"/>
                  </a:lnTo>
                  <a:lnTo>
                    <a:pt x="164" y="36"/>
                  </a:lnTo>
                  <a:lnTo>
                    <a:pt x="140" y="72"/>
                  </a:lnTo>
                  <a:lnTo>
                    <a:pt x="46" y="72"/>
                  </a:lnTo>
                  <a:lnTo>
                    <a:pt x="24" y="110"/>
                  </a:lnTo>
                  <a:lnTo>
                    <a:pt x="0" y="146"/>
                  </a:lnTo>
                  <a:lnTo>
                    <a:pt x="24" y="184"/>
                  </a:lnTo>
                  <a:lnTo>
                    <a:pt x="50" y="220"/>
                  </a:lnTo>
                  <a:lnTo>
                    <a:pt x="144" y="220"/>
                  </a:lnTo>
                  <a:lnTo>
                    <a:pt x="168" y="258"/>
                  </a:lnTo>
                  <a:lnTo>
                    <a:pt x="192" y="294"/>
                  </a:lnTo>
                  <a:lnTo>
                    <a:pt x="289" y="294"/>
                  </a:lnTo>
                  <a:lnTo>
                    <a:pt x="311" y="256"/>
                  </a:lnTo>
                  <a:lnTo>
                    <a:pt x="335" y="220"/>
                  </a:lnTo>
                  <a:lnTo>
                    <a:pt x="311" y="184"/>
                  </a:lnTo>
                  <a:lnTo>
                    <a:pt x="285" y="146"/>
                  </a:lnTo>
                  <a:close/>
                  <a:moveTo>
                    <a:pt x="174" y="42"/>
                  </a:moveTo>
                  <a:lnTo>
                    <a:pt x="194" y="10"/>
                  </a:lnTo>
                  <a:lnTo>
                    <a:pt x="277" y="10"/>
                  </a:lnTo>
                  <a:lnTo>
                    <a:pt x="299" y="42"/>
                  </a:lnTo>
                  <a:lnTo>
                    <a:pt x="319" y="74"/>
                  </a:lnTo>
                  <a:lnTo>
                    <a:pt x="299" y="104"/>
                  </a:lnTo>
                  <a:lnTo>
                    <a:pt x="279" y="136"/>
                  </a:lnTo>
                  <a:lnTo>
                    <a:pt x="196" y="136"/>
                  </a:lnTo>
                  <a:lnTo>
                    <a:pt x="174" y="106"/>
                  </a:lnTo>
                  <a:lnTo>
                    <a:pt x="154" y="74"/>
                  </a:lnTo>
                  <a:lnTo>
                    <a:pt x="174" y="42"/>
                  </a:lnTo>
                  <a:close/>
                  <a:moveTo>
                    <a:pt x="138" y="210"/>
                  </a:moveTo>
                  <a:lnTo>
                    <a:pt x="56" y="210"/>
                  </a:lnTo>
                  <a:lnTo>
                    <a:pt x="34" y="178"/>
                  </a:lnTo>
                  <a:lnTo>
                    <a:pt x="12" y="146"/>
                  </a:lnTo>
                  <a:lnTo>
                    <a:pt x="32" y="114"/>
                  </a:lnTo>
                  <a:lnTo>
                    <a:pt x="52" y="82"/>
                  </a:lnTo>
                  <a:lnTo>
                    <a:pt x="134" y="82"/>
                  </a:lnTo>
                  <a:lnTo>
                    <a:pt x="156" y="114"/>
                  </a:lnTo>
                  <a:lnTo>
                    <a:pt x="178" y="146"/>
                  </a:lnTo>
                  <a:lnTo>
                    <a:pt x="158" y="178"/>
                  </a:lnTo>
                  <a:lnTo>
                    <a:pt x="138" y="210"/>
                  </a:lnTo>
                  <a:close/>
                  <a:moveTo>
                    <a:pt x="303" y="252"/>
                  </a:moveTo>
                  <a:lnTo>
                    <a:pt x="283" y="284"/>
                  </a:lnTo>
                  <a:lnTo>
                    <a:pt x="198" y="284"/>
                  </a:lnTo>
                  <a:lnTo>
                    <a:pt x="178" y="252"/>
                  </a:lnTo>
                  <a:lnTo>
                    <a:pt x="156" y="220"/>
                  </a:lnTo>
                  <a:lnTo>
                    <a:pt x="176" y="188"/>
                  </a:lnTo>
                  <a:lnTo>
                    <a:pt x="196" y="156"/>
                  </a:lnTo>
                  <a:lnTo>
                    <a:pt x="279" y="156"/>
                  </a:lnTo>
                  <a:lnTo>
                    <a:pt x="301" y="188"/>
                  </a:lnTo>
                  <a:lnTo>
                    <a:pt x="321" y="220"/>
                  </a:lnTo>
                  <a:lnTo>
                    <a:pt x="303" y="252"/>
                  </a:ln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138"/>
            <p:cNvSpPr>
              <a:spLocks noEditPoints="1"/>
            </p:cNvSpPr>
            <p:nvPr/>
          </p:nvSpPr>
          <p:spPr bwMode="auto">
            <a:xfrm>
              <a:off x="2755256" y="5167313"/>
              <a:ext cx="455613" cy="466725"/>
            </a:xfrm>
            <a:custGeom>
              <a:avLst/>
              <a:gdLst/>
              <a:ahLst/>
              <a:cxnLst>
                <a:cxn ang="0">
                  <a:pos x="235" y="284"/>
                </a:cxn>
                <a:cxn ang="0">
                  <a:pos x="241" y="294"/>
                </a:cxn>
                <a:cxn ang="0">
                  <a:pos x="287" y="220"/>
                </a:cxn>
                <a:cxn ang="0">
                  <a:pos x="273" y="220"/>
                </a:cxn>
                <a:cxn ang="0">
                  <a:pos x="235" y="284"/>
                </a:cxn>
                <a:cxn ang="0">
                  <a:pos x="231" y="156"/>
                </a:cxn>
                <a:cxn ang="0">
                  <a:pos x="275" y="220"/>
                </a:cxn>
                <a:cxn ang="0">
                  <a:pos x="287" y="220"/>
                </a:cxn>
                <a:cxn ang="0">
                  <a:pos x="237" y="146"/>
                </a:cxn>
                <a:cxn ang="0">
                  <a:pos x="231" y="156"/>
                </a:cxn>
                <a:cxn ang="0">
                  <a:pos x="144" y="294"/>
                </a:cxn>
                <a:cxn ang="0">
                  <a:pos x="241" y="294"/>
                </a:cxn>
                <a:cxn ang="0">
                  <a:pos x="235" y="284"/>
                </a:cxn>
                <a:cxn ang="0">
                  <a:pos x="152" y="284"/>
                </a:cxn>
                <a:cxn ang="0">
                  <a:pos x="144" y="294"/>
                </a:cxn>
                <a:cxn ang="0">
                  <a:pos x="90" y="210"/>
                </a:cxn>
                <a:cxn ang="0">
                  <a:pos x="90" y="210"/>
                </a:cxn>
                <a:cxn ang="0">
                  <a:pos x="6" y="210"/>
                </a:cxn>
                <a:cxn ang="0">
                  <a:pos x="0" y="220"/>
                </a:cxn>
                <a:cxn ang="0">
                  <a:pos x="96" y="220"/>
                </a:cxn>
                <a:cxn ang="0">
                  <a:pos x="94" y="218"/>
                </a:cxn>
                <a:cxn ang="0">
                  <a:pos x="96" y="220"/>
                </a:cxn>
                <a:cxn ang="0">
                  <a:pos x="142" y="146"/>
                </a:cxn>
                <a:cxn ang="0">
                  <a:pos x="130" y="146"/>
                </a:cxn>
                <a:cxn ang="0">
                  <a:pos x="90" y="210"/>
                </a:cxn>
                <a:cxn ang="0">
                  <a:pos x="229" y="10"/>
                </a:cxn>
                <a:cxn ang="0">
                  <a:pos x="271" y="72"/>
                </a:cxn>
                <a:cxn ang="0">
                  <a:pos x="285" y="72"/>
                </a:cxn>
                <a:cxn ang="0">
                  <a:pos x="235" y="0"/>
                </a:cxn>
                <a:cxn ang="0">
                  <a:pos x="229" y="10"/>
                </a:cxn>
                <a:cxn ang="0">
                  <a:pos x="148" y="136"/>
                </a:cxn>
                <a:cxn ang="0">
                  <a:pos x="142" y="146"/>
                </a:cxn>
                <a:cxn ang="0">
                  <a:pos x="237" y="146"/>
                </a:cxn>
                <a:cxn ang="0">
                  <a:pos x="231" y="136"/>
                </a:cxn>
                <a:cxn ang="0">
                  <a:pos x="148" y="136"/>
                </a:cxn>
                <a:cxn ang="0">
                  <a:pos x="285" y="72"/>
                </a:cxn>
                <a:cxn ang="0">
                  <a:pos x="271" y="72"/>
                </a:cxn>
                <a:cxn ang="0">
                  <a:pos x="231" y="136"/>
                </a:cxn>
                <a:cxn ang="0">
                  <a:pos x="237" y="146"/>
                </a:cxn>
                <a:cxn ang="0">
                  <a:pos x="285" y="72"/>
                </a:cxn>
                <a:cxn ang="0">
                  <a:pos x="86" y="82"/>
                </a:cxn>
                <a:cxn ang="0">
                  <a:pos x="130" y="146"/>
                </a:cxn>
                <a:cxn ang="0">
                  <a:pos x="142" y="146"/>
                </a:cxn>
                <a:cxn ang="0">
                  <a:pos x="92" y="72"/>
                </a:cxn>
                <a:cxn ang="0">
                  <a:pos x="86" y="82"/>
                </a:cxn>
              </a:cxnLst>
              <a:rect l="0" t="0" r="r" b="b"/>
              <a:pathLst>
                <a:path w="287" h="294">
                  <a:moveTo>
                    <a:pt x="235" y="284"/>
                  </a:moveTo>
                  <a:lnTo>
                    <a:pt x="241" y="294"/>
                  </a:lnTo>
                  <a:lnTo>
                    <a:pt x="287" y="220"/>
                  </a:lnTo>
                  <a:lnTo>
                    <a:pt x="273" y="220"/>
                  </a:lnTo>
                  <a:lnTo>
                    <a:pt x="235" y="284"/>
                  </a:lnTo>
                  <a:close/>
                  <a:moveTo>
                    <a:pt x="231" y="156"/>
                  </a:moveTo>
                  <a:lnTo>
                    <a:pt x="275" y="220"/>
                  </a:lnTo>
                  <a:lnTo>
                    <a:pt x="287" y="220"/>
                  </a:lnTo>
                  <a:lnTo>
                    <a:pt x="237" y="146"/>
                  </a:lnTo>
                  <a:lnTo>
                    <a:pt x="231" y="156"/>
                  </a:lnTo>
                  <a:close/>
                  <a:moveTo>
                    <a:pt x="144" y="294"/>
                  </a:moveTo>
                  <a:lnTo>
                    <a:pt x="241" y="294"/>
                  </a:lnTo>
                  <a:lnTo>
                    <a:pt x="235" y="284"/>
                  </a:lnTo>
                  <a:lnTo>
                    <a:pt x="152" y="284"/>
                  </a:lnTo>
                  <a:lnTo>
                    <a:pt x="144" y="294"/>
                  </a:lnTo>
                  <a:close/>
                  <a:moveTo>
                    <a:pt x="90" y="210"/>
                  </a:moveTo>
                  <a:lnTo>
                    <a:pt x="90" y="210"/>
                  </a:lnTo>
                  <a:lnTo>
                    <a:pt x="6" y="210"/>
                  </a:lnTo>
                  <a:lnTo>
                    <a:pt x="0" y="220"/>
                  </a:lnTo>
                  <a:lnTo>
                    <a:pt x="96" y="220"/>
                  </a:lnTo>
                  <a:lnTo>
                    <a:pt x="94" y="218"/>
                  </a:lnTo>
                  <a:lnTo>
                    <a:pt x="96" y="220"/>
                  </a:lnTo>
                  <a:lnTo>
                    <a:pt x="142" y="146"/>
                  </a:lnTo>
                  <a:lnTo>
                    <a:pt x="130" y="146"/>
                  </a:lnTo>
                  <a:lnTo>
                    <a:pt x="90" y="210"/>
                  </a:lnTo>
                  <a:close/>
                  <a:moveTo>
                    <a:pt x="229" y="10"/>
                  </a:moveTo>
                  <a:lnTo>
                    <a:pt x="271" y="72"/>
                  </a:lnTo>
                  <a:lnTo>
                    <a:pt x="285" y="72"/>
                  </a:lnTo>
                  <a:lnTo>
                    <a:pt x="235" y="0"/>
                  </a:lnTo>
                  <a:lnTo>
                    <a:pt x="229" y="10"/>
                  </a:lnTo>
                  <a:close/>
                  <a:moveTo>
                    <a:pt x="148" y="136"/>
                  </a:moveTo>
                  <a:lnTo>
                    <a:pt x="142" y="146"/>
                  </a:lnTo>
                  <a:lnTo>
                    <a:pt x="237" y="146"/>
                  </a:lnTo>
                  <a:lnTo>
                    <a:pt x="231" y="136"/>
                  </a:lnTo>
                  <a:lnTo>
                    <a:pt x="148" y="136"/>
                  </a:lnTo>
                  <a:close/>
                  <a:moveTo>
                    <a:pt x="285" y="72"/>
                  </a:moveTo>
                  <a:lnTo>
                    <a:pt x="271" y="72"/>
                  </a:lnTo>
                  <a:lnTo>
                    <a:pt x="231" y="136"/>
                  </a:lnTo>
                  <a:lnTo>
                    <a:pt x="237" y="146"/>
                  </a:lnTo>
                  <a:lnTo>
                    <a:pt x="285" y="72"/>
                  </a:lnTo>
                  <a:close/>
                  <a:moveTo>
                    <a:pt x="86" y="82"/>
                  </a:moveTo>
                  <a:lnTo>
                    <a:pt x="130" y="146"/>
                  </a:lnTo>
                  <a:lnTo>
                    <a:pt x="142" y="146"/>
                  </a:lnTo>
                  <a:lnTo>
                    <a:pt x="92" y="72"/>
                  </a:lnTo>
                  <a:lnTo>
                    <a:pt x="86" y="82"/>
                  </a:lnTo>
                  <a:close/>
                </a:path>
              </a:pathLst>
            </a:custGeom>
            <a:solidFill>
              <a:srgbClr val="FBE7BE"/>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139"/>
            <p:cNvSpPr>
              <a:spLocks/>
            </p:cNvSpPr>
            <p:nvPr/>
          </p:nvSpPr>
          <p:spPr bwMode="auto">
            <a:xfrm>
              <a:off x="3021956" y="5233988"/>
              <a:ext cx="163513" cy="92075"/>
            </a:xfrm>
            <a:custGeom>
              <a:avLst/>
              <a:gdLst/>
              <a:ahLst/>
              <a:cxnLst>
                <a:cxn ang="0">
                  <a:pos x="1" y="25"/>
                </a:cxn>
                <a:cxn ang="0">
                  <a:pos x="7" y="29"/>
                </a:cxn>
                <a:cxn ang="0">
                  <a:pos x="13" y="23"/>
                </a:cxn>
                <a:cxn ang="0">
                  <a:pos x="20" y="17"/>
                </a:cxn>
                <a:cxn ang="0">
                  <a:pos x="35" y="17"/>
                </a:cxn>
                <a:cxn ang="0">
                  <a:pos x="37" y="19"/>
                </a:cxn>
                <a:cxn ang="0">
                  <a:pos x="37" y="26"/>
                </a:cxn>
                <a:cxn ang="0">
                  <a:pos x="51" y="12"/>
                </a:cxn>
                <a:cxn ang="0">
                  <a:pos x="36" y="0"/>
                </a:cxn>
                <a:cxn ang="0">
                  <a:pos x="36" y="9"/>
                </a:cxn>
                <a:cxn ang="0">
                  <a:pos x="15" y="10"/>
                </a:cxn>
                <a:cxn ang="0">
                  <a:pos x="9" y="15"/>
                </a:cxn>
                <a:cxn ang="0">
                  <a:pos x="0" y="23"/>
                </a:cxn>
                <a:cxn ang="0">
                  <a:pos x="1" y="25"/>
                </a:cxn>
              </a:cxnLst>
              <a:rect l="0" t="0" r="r" b="b"/>
              <a:pathLst>
                <a:path w="51" h="29">
                  <a:moveTo>
                    <a:pt x="1" y="25"/>
                  </a:moveTo>
                  <a:cubicBezTo>
                    <a:pt x="3" y="26"/>
                    <a:pt x="5" y="28"/>
                    <a:pt x="7" y="29"/>
                  </a:cubicBezTo>
                  <a:cubicBezTo>
                    <a:pt x="9" y="27"/>
                    <a:pt x="11" y="25"/>
                    <a:pt x="13" y="23"/>
                  </a:cubicBezTo>
                  <a:cubicBezTo>
                    <a:pt x="15" y="22"/>
                    <a:pt x="18" y="18"/>
                    <a:pt x="20" y="17"/>
                  </a:cubicBezTo>
                  <a:cubicBezTo>
                    <a:pt x="25" y="17"/>
                    <a:pt x="30" y="17"/>
                    <a:pt x="35" y="17"/>
                  </a:cubicBezTo>
                  <a:cubicBezTo>
                    <a:pt x="37" y="17"/>
                    <a:pt x="37" y="17"/>
                    <a:pt x="37" y="19"/>
                  </a:cubicBezTo>
                  <a:cubicBezTo>
                    <a:pt x="37" y="21"/>
                    <a:pt x="37" y="24"/>
                    <a:pt x="37" y="26"/>
                  </a:cubicBezTo>
                  <a:cubicBezTo>
                    <a:pt x="41" y="21"/>
                    <a:pt x="46" y="17"/>
                    <a:pt x="51" y="12"/>
                  </a:cubicBezTo>
                  <a:cubicBezTo>
                    <a:pt x="46" y="8"/>
                    <a:pt x="41" y="4"/>
                    <a:pt x="36" y="0"/>
                  </a:cubicBezTo>
                  <a:cubicBezTo>
                    <a:pt x="36" y="3"/>
                    <a:pt x="36" y="6"/>
                    <a:pt x="36" y="9"/>
                  </a:cubicBezTo>
                  <a:cubicBezTo>
                    <a:pt x="29" y="9"/>
                    <a:pt x="22" y="9"/>
                    <a:pt x="15" y="10"/>
                  </a:cubicBezTo>
                  <a:cubicBezTo>
                    <a:pt x="12" y="10"/>
                    <a:pt x="10" y="13"/>
                    <a:pt x="9" y="15"/>
                  </a:cubicBezTo>
                  <a:cubicBezTo>
                    <a:pt x="6" y="18"/>
                    <a:pt x="3" y="21"/>
                    <a:pt x="0" y="23"/>
                  </a:cubicBezTo>
                  <a:cubicBezTo>
                    <a:pt x="1" y="24"/>
                    <a:pt x="1" y="24"/>
                    <a:pt x="1"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140"/>
            <p:cNvSpPr>
              <a:spLocks/>
            </p:cNvSpPr>
            <p:nvPr/>
          </p:nvSpPr>
          <p:spPr bwMode="auto">
            <a:xfrm>
              <a:off x="2723506" y="5243513"/>
              <a:ext cx="161925" cy="88900"/>
            </a:xfrm>
            <a:custGeom>
              <a:avLst/>
              <a:gdLst/>
              <a:ahLst/>
              <a:cxnLst>
                <a:cxn ang="0">
                  <a:pos x="15" y="17"/>
                </a:cxn>
                <a:cxn ang="0">
                  <a:pos x="26" y="17"/>
                </a:cxn>
                <a:cxn ang="0">
                  <a:pos x="34" y="18"/>
                </a:cxn>
                <a:cxn ang="0">
                  <a:pos x="44" y="28"/>
                </a:cxn>
                <a:cxn ang="0">
                  <a:pos x="51" y="22"/>
                </a:cxn>
                <a:cxn ang="0">
                  <a:pos x="42" y="13"/>
                </a:cxn>
                <a:cxn ang="0">
                  <a:pos x="38" y="8"/>
                </a:cxn>
                <a:cxn ang="0">
                  <a:pos x="35" y="8"/>
                </a:cxn>
                <a:cxn ang="0">
                  <a:pos x="17" y="8"/>
                </a:cxn>
                <a:cxn ang="0">
                  <a:pos x="15" y="7"/>
                </a:cxn>
                <a:cxn ang="0">
                  <a:pos x="15" y="0"/>
                </a:cxn>
                <a:cxn ang="0">
                  <a:pos x="0" y="13"/>
                </a:cxn>
                <a:cxn ang="0">
                  <a:pos x="15" y="26"/>
                </a:cxn>
                <a:cxn ang="0">
                  <a:pos x="15" y="17"/>
                </a:cxn>
              </a:cxnLst>
              <a:rect l="0" t="0" r="r" b="b"/>
              <a:pathLst>
                <a:path w="51" h="28">
                  <a:moveTo>
                    <a:pt x="15" y="17"/>
                  </a:moveTo>
                  <a:cubicBezTo>
                    <a:pt x="18" y="17"/>
                    <a:pt x="22" y="17"/>
                    <a:pt x="26" y="17"/>
                  </a:cubicBezTo>
                  <a:cubicBezTo>
                    <a:pt x="29" y="16"/>
                    <a:pt x="31" y="16"/>
                    <a:pt x="34" y="18"/>
                  </a:cubicBezTo>
                  <a:cubicBezTo>
                    <a:pt x="37" y="21"/>
                    <a:pt x="42" y="24"/>
                    <a:pt x="44" y="28"/>
                  </a:cubicBezTo>
                  <a:cubicBezTo>
                    <a:pt x="46" y="26"/>
                    <a:pt x="49" y="24"/>
                    <a:pt x="51" y="22"/>
                  </a:cubicBezTo>
                  <a:cubicBezTo>
                    <a:pt x="48" y="19"/>
                    <a:pt x="45" y="16"/>
                    <a:pt x="42" y="13"/>
                  </a:cubicBezTo>
                  <a:cubicBezTo>
                    <a:pt x="41" y="11"/>
                    <a:pt x="39" y="10"/>
                    <a:pt x="38" y="8"/>
                  </a:cubicBezTo>
                  <a:cubicBezTo>
                    <a:pt x="37" y="8"/>
                    <a:pt x="35" y="8"/>
                    <a:pt x="35" y="8"/>
                  </a:cubicBezTo>
                  <a:cubicBezTo>
                    <a:pt x="29" y="8"/>
                    <a:pt x="23" y="8"/>
                    <a:pt x="17" y="8"/>
                  </a:cubicBezTo>
                  <a:cubicBezTo>
                    <a:pt x="16" y="8"/>
                    <a:pt x="15" y="9"/>
                    <a:pt x="15" y="7"/>
                  </a:cubicBezTo>
                  <a:cubicBezTo>
                    <a:pt x="15" y="5"/>
                    <a:pt x="15" y="3"/>
                    <a:pt x="15" y="0"/>
                  </a:cubicBezTo>
                  <a:cubicBezTo>
                    <a:pt x="10" y="4"/>
                    <a:pt x="5" y="8"/>
                    <a:pt x="0" y="13"/>
                  </a:cubicBezTo>
                  <a:cubicBezTo>
                    <a:pt x="5" y="17"/>
                    <a:pt x="10" y="21"/>
                    <a:pt x="15" y="26"/>
                  </a:cubicBezTo>
                  <a:cubicBezTo>
                    <a:pt x="15" y="23"/>
                    <a:pt x="15" y="20"/>
                    <a:pt x="15" y="17"/>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141"/>
            <p:cNvSpPr>
              <a:spLocks/>
            </p:cNvSpPr>
            <p:nvPr/>
          </p:nvSpPr>
          <p:spPr bwMode="auto">
            <a:xfrm>
              <a:off x="3018781" y="5465763"/>
              <a:ext cx="163513" cy="85725"/>
            </a:xfrm>
            <a:custGeom>
              <a:avLst/>
              <a:gdLst/>
              <a:ahLst/>
              <a:cxnLst>
                <a:cxn ang="0">
                  <a:pos x="36" y="11"/>
                </a:cxn>
                <a:cxn ang="0">
                  <a:pos x="25" y="11"/>
                </a:cxn>
                <a:cxn ang="0">
                  <a:pos x="17" y="10"/>
                </a:cxn>
                <a:cxn ang="0">
                  <a:pos x="11" y="4"/>
                </a:cxn>
                <a:cxn ang="0">
                  <a:pos x="7" y="0"/>
                </a:cxn>
                <a:cxn ang="0">
                  <a:pos x="0" y="6"/>
                </a:cxn>
                <a:cxn ang="0">
                  <a:pos x="8" y="15"/>
                </a:cxn>
                <a:cxn ang="0">
                  <a:pos x="13" y="19"/>
                </a:cxn>
                <a:cxn ang="0">
                  <a:pos x="16" y="19"/>
                </a:cxn>
                <a:cxn ang="0">
                  <a:pos x="33" y="19"/>
                </a:cxn>
                <a:cxn ang="0">
                  <a:pos x="36" y="20"/>
                </a:cxn>
                <a:cxn ang="0">
                  <a:pos x="36" y="27"/>
                </a:cxn>
                <a:cxn ang="0">
                  <a:pos x="51" y="15"/>
                </a:cxn>
                <a:cxn ang="0">
                  <a:pos x="36" y="2"/>
                </a:cxn>
                <a:cxn ang="0">
                  <a:pos x="36" y="11"/>
                </a:cxn>
              </a:cxnLst>
              <a:rect l="0" t="0" r="r" b="b"/>
              <a:pathLst>
                <a:path w="51" h="27">
                  <a:moveTo>
                    <a:pt x="36" y="11"/>
                  </a:moveTo>
                  <a:cubicBezTo>
                    <a:pt x="32" y="11"/>
                    <a:pt x="29" y="11"/>
                    <a:pt x="25" y="11"/>
                  </a:cubicBezTo>
                  <a:cubicBezTo>
                    <a:pt x="22" y="11"/>
                    <a:pt x="19" y="12"/>
                    <a:pt x="17" y="10"/>
                  </a:cubicBezTo>
                  <a:cubicBezTo>
                    <a:pt x="15" y="8"/>
                    <a:pt x="13" y="6"/>
                    <a:pt x="11" y="4"/>
                  </a:cubicBezTo>
                  <a:cubicBezTo>
                    <a:pt x="10" y="3"/>
                    <a:pt x="7" y="1"/>
                    <a:pt x="7" y="0"/>
                  </a:cubicBezTo>
                  <a:cubicBezTo>
                    <a:pt x="4" y="2"/>
                    <a:pt x="2" y="4"/>
                    <a:pt x="0" y="6"/>
                  </a:cubicBezTo>
                  <a:cubicBezTo>
                    <a:pt x="3" y="9"/>
                    <a:pt x="6" y="12"/>
                    <a:pt x="8" y="15"/>
                  </a:cubicBezTo>
                  <a:cubicBezTo>
                    <a:pt x="10" y="16"/>
                    <a:pt x="11" y="18"/>
                    <a:pt x="13" y="19"/>
                  </a:cubicBezTo>
                  <a:cubicBezTo>
                    <a:pt x="13" y="20"/>
                    <a:pt x="15" y="19"/>
                    <a:pt x="16" y="19"/>
                  </a:cubicBezTo>
                  <a:cubicBezTo>
                    <a:pt x="22" y="19"/>
                    <a:pt x="27" y="19"/>
                    <a:pt x="33" y="19"/>
                  </a:cubicBezTo>
                  <a:cubicBezTo>
                    <a:pt x="35" y="19"/>
                    <a:pt x="36" y="19"/>
                    <a:pt x="36" y="20"/>
                  </a:cubicBezTo>
                  <a:cubicBezTo>
                    <a:pt x="36" y="23"/>
                    <a:pt x="36" y="25"/>
                    <a:pt x="36" y="27"/>
                  </a:cubicBezTo>
                  <a:cubicBezTo>
                    <a:pt x="41" y="23"/>
                    <a:pt x="46" y="19"/>
                    <a:pt x="51" y="15"/>
                  </a:cubicBezTo>
                  <a:cubicBezTo>
                    <a:pt x="46" y="11"/>
                    <a:pt x="41" y="6"/>
                    <a:pt x="36" y="2"/>
                  </a:cubicBezTo>
                  <a:cubicBezTo>
                    <a:pt x="36" y="5"/>
                    <a:pt x="36" y="8"/>
                    <a:pt x="36" y="11"/>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142"/>
            <p:cNvSpPr>
              <a:spLocks/>
            </p:cNvSpPr>
            <p:nvPr/>
          </p:nvSpPr>
          <p:spPr bwMode="auto">
            <a:xfrm>
              <a:off x="2723506" y="5472113"/>
              <a:ext cx="161925" cy="92075"/>
            </a:xfrm>
            <a:custGeom>
              <a:avLst/>
              <a:gdLst/>
              <a:ahLst/>
              <a:cxnLst>
                <a:cxn ang="0">
                  <a:pos x="50" y="5"/>
                </a:cxn>
                <a:cxn ang="0">
                  <a:pos x="44" y="0"/>
                </a:cxn>
                <a:cxn ang="0">
                  <a:pos x="38" y="7"/>
                </a:cxn>
                <a:cxn ang="0">
                  <a:pos x="31" y="12"/>
                </a:cxn>
                <a:cxn ang="0">
                  <a:pos x="16" y="13"/>
                </a:cxn>
                <a:cxn ang="0">
                  <a:pos x="15" y="11"/>
                </a:cxn>
                <a:cxn ang="0">
                  <a:pos x="15" y="4"/>
                </a:cxn>
                <a:cxn ang="0">
                  <a:pos x="0" y="18"/>
                </a:cxn>
                <a:cxn ang="0">
                  <a:pos x="15" y="29"/>
                </a:cxn>
                <a:cxn ang="0">
                  <a:pos x="15" y="21"/>
                </a:cxn>
                <a:cxn ang="0">
                  <a:pos x="37" y="20"/>
                </a:cxn>
                <a:cxn ang="0">
                  <a:pos x="45" y="13"/>
                </a:cxn>
                <a:cxn ang="0">
                  <a:pos x="50" y="8"/>
                </a:cxn>
                <a:cxn ang="0">
                  <a:pos x="50" y="5"/>
                </a:cxn>
              </a:cxnLst>
              <a:rect l="0" t="0" r="r" b="b"/>
              <a:pathLst>
                <a:path w="51" h="29">
                  <a:moveTo>
                    <a:pt x="50" y="5"/>
                  </a:moveTo>
                  <a:cubicBezTo>
                    <a:pt x="48" y="4"/>
                    <a:pt x="46" y="2"/>
                    <a:pt x="44" y="0"/>
                  </a:cubicBezTo>
                  <a:cubicBezTo>
                    <a:pt x="43" y="3"/>
                    <a:pt x="40" y="5"/>
                    <a:pt x="38" y="7"/>
                  </a:cubicBezTo>
                  <a:cubicBezTo>
                    <a:pt x="36" y="8"/>
                    <a:pt x="33" y="12"/>
                    <a:pt x="31" y="12"/>
                  </a:cubicBezTo>
                  <a:cubicBezTo>
                    <a:pt x="26" y="13"/>
                    <a:pt x="21" y="13"/>
                    <a:pt x="16" y="13"/>
                  </a:cubicBezTo>
                  <a:cubicBezTo>
                    <a:pt x="14" y="13"/>
                    <a:pt x="15" y="12"/>
                    <a:pt x="15" y="11"/>
                  </a:cubicBezTo>
                  <a:cubicBezTo>
                    <a:pt x="15" y="8"/>
                    <a:pt x="15" y="6"/>
                    <a:pt x="15" y="4"/>
                  </a:cubicBezTo>
                  <a:cubicBezTo>
                    <a:pt x="10" y="9"/>
                    <a:pt x="5" y="13"/>
                    <a:pt x="0" y="18"/>
                  </a:cubicBezTo>
                  <a:cubicBezTo>
                    <a:pt x="5" y="22"/>
                    <a:pt x="10" y="26"/>
                    <a:pt x="15" y="29"/>
                  </a:cubicBezTo>
                  <a:cubicBezTo>
                    <a:pt x="15" y="27"/>
                    <a:pt x="15" y="24"/>
                    <a:pt x="15" y="21"/>
                  </a:cubicBezTo>
                  <a:cubicBezTo>
                    <a:pt x="22" y="21"/>
                    <a:pt x="30" y="21"/>
                    <a:pt x="37" y="20"/>
                  </a:cubicBezTo>
                  <a:cubicBezTo>
                    <a:pt x="39" y="20"/>
                    <a:pt x="43" y="14"/>
                    <a:pt x="45" y="13"/>
                  </a:cubicBezTo>
                  <a:cubicBezTo>
                    <a:pt x="46" y="11"/>
                    <a:pt x="48" y="10"/>
                    <a:pt x="50" y="8"/>
                  </a:cubicBezTo>
                  <a:cubicBezTo>
                    <a:pt x="51" y="6"/>
                    <a:pt x="51" y="6"/>
                    <a:pt x="50" y="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143"/>
            <p:cNvSpPr>
              <a:spLocks/>
            </p:cNvSpPr>
            <p:nvPr/>
          </p:nvSpPr>
          <p:spPr bwMode="auto">
            <a:xfrm>
              <a:off x="2875906" y="5275263"/>
              <a:ext cx="155575" cy="209550"/>
            </a:xfrm>
            <a:custGeom>
              <a:avLst/>
              <a:gdLst/>
              <a:ahLst/>
              <a:cxnLst>
                <a:cxn ang="0">
                  <a:pos x="49" y="2"/>
                </a:cxn>
                <a:cxn ang="0">
                  <a:pos x="44" y="1"/>
                </a:cxn>
                <a:cxn ang="0">
                  <a:pos x="35" y="17"/>
                </a:cxn>
                <a:cxn ang="0">
                  <a:pos x="37" y="18"/>
                </a:cxn>
                <a:cxn ang="0">
                  <a:pos x="15" y="14"/>
                </a:cxn>
                <a:cxn ang="0">
                  <a:pos x="6" y="41"/>
                </a:cxn>
                <a:cxn ang="0">
                  <a:pos x="1" y="53"/>
                </a:cxn>
                <a:cxn ang="0">
                  <a:pos x="0" y="56"/>
                </a:cxn>
                <a:cxn ang="0">
                  <a:pos x="3" y="60"/>
                </a:cxn>
                <a:cxn ang="0">
                  <a:pos x="20" y="65"/>
                </a:cxn>
                <a:cxn ang="0">
                  <a:pos x="28" y="61"/>
                </a:cxn>
                <a:cxn ang="0">
                  <a:pos x="34" y="43"/>
                </a:cxn>
                <a:cxn ang="0">
                  <a:pos x="44" y="16"/>
                </a:cxn>
                <a:cxn ang="0">
                  <a:pos x="48" y="6"/>
                </a:cxn>
                <a:cxn ang="0">
                  <a:pos x="49" y="2"/>
                </a:cxn>
              </a:cxnLst>
              <a:rect l="0" t="0" r="r" b="b"/>
              <a:pathLst>
                <a:path w="49" h="66">
                  <a:moveTo>
                    <a:pt x="49" y="2"/>
                  </a:moveTo>
                  <a:cubicBezTo>
                    <a:pt x="49" y="1"/>
                    <a:pt x="45" y="0"/>
                    <a:pt x="44" y="1"/>
                  </a:cubicBezTo>
                  <a:cubicBezTo>
                    <a:pt x="41" y="7"/>
                    <a:pt x="38" y="12"/>
                    <a:pt x="35" y="17"/>
                  </a:cubicBezTo>
                  <a:cubicBezTo>
                    <a:pt x="36" y="18"/>
                    <a:pt x="37" y="18"/>
                    <a:pt x="37" y="18"/>
                  </a:cubicBezTo>
                  <a:cubicBezTo>
                    <a:pt x="35" y="18"/>
                    <a:pt x="15" y="14"/>
                    <a:pt x="15" y="14"/>
                  </a:cubicBezTo>
                  <a:cubicBezTo>
                    <a:pt x="12" y="23"/>
                    <a:pt x="9" y="32"/>
                    <a:pt x="6" y="41"/>
                  </a:cubicBezTo>
                  <a:cubicBezTo>
                    <a:pt x="4" y="45"/>
                    <a:pt x="3" y="49"/>
                    <a:pt x="1" y="53"/>
                  </a:cubicBezTo>
                  <a:cubicBezTo>
                    <a:pt x="1" y="54"/>
                    <a:pt x="1" y="55"/>
                    <a:pt x="0" y="56"/>
                  </a:cubicBezTo>
                  <a:cubicBezTo>
                    <a:pt x="0" y="57"/>
                    <a:pt x="2" y="59"/>
                    <a:pt x="3" y="60"/>
                  </a:cubicBezTo>
                  <a:cubicBezTo>
                    <a:pt x="7" y="65"/>
                    <a:pt x="14" y="66"/>
                    <a:pt x="20" y="65"/>
                  </a:cubicBezTo>
                  <a:cubicBezTo>
                    <a:pt x="22" y="65"/>
                    <a:pt x="27" y="63"/>
                    <a:pt x="28" y="61"/>
                  </a:cubicBezTo>
                  <a:cubicBezTo>
                    <a:pt x="30" y="55"/>
                    <a:pt x="32" y="49"/>
                    <a:pt x="34" y="43"/>
                  </a:cubicBezTo>
                  <a:cubicBezTo>
                    <a:pt x="38" y="34"/>
                    <a:pt x="41" y="25"/>
                    <a:pt x="44" y="16"/>
                  </a:cubicBezTo>
                  <a:cubicBezTo>
                    <a:pt x="46" y="13"/>
                    <a:pt x="47" y="9"/>
                    <a:pt x="48" y="6"/>
                  </a:cubicBezTo>
                  <a:cubicBezTo>
                    <a:pt x="48" y="5"/>
                    <a:pt x="49" y="3"/>
                    <a:pt x="49" y="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81" name="组合 80"/>
          <p:cNvGrpSpPr/>
          <p:nvPr/>
        </p:nvGrpSpPr>
        <p:grpSpPr>
          <a:xfrm>
            <a:off x="8162596" y="1171823"/>
            <a:ext cx="726257" cy="713897"/>
            <a:chOff x="6505575" y="5224463"/>
            <a:chExt cx="436563" cy="482600"/>
          </a:xfrm>
        </p:grpSpPr>
        <p:sp>
          <p:nvSpPr>
            <p:cNvPr id="82" name="Freeform 207"/>
            <p:cNvSpPr>
              <a:spLocks/>
            </p:cNvSpPr>
            <p:nvPr/>
          </p:nvSpPr>
          <p:spPr bwMode="auto">
            <a:xfrm>
              <a:off x="6505575" y="5224463"/>
              <a:ext cx="436563" cy="422275"/>
            </a:xfrm>
            <a:custGeom>
              <a:avLst/>
              <a:gdLst/>
              <a:ahLst/>
              <a:cxnLst>
                <a:cxn ang="0">
                  <a:pos x="10" y="133"/>
                </a:cxn>
                <a:cxn ang="0">
                  <a:pos x="127" y="133"/>
                </a:cxn>
                <a:cxn ang="0">
                  <a:pos x="137" y="123"/>
                </a:cxn>
                <a:cxn ang="0">
                  <a:pos x="137" y="10"/>
                </a:cxn>
                <a:cxn ang="0">
                  <a:pos x="127" y="0"/>
                </a:cxn>
                <a:cxn ang="0">
                  <a:pos x="10" y="0"/>
                </a:cxn>
                <a:cxn ang="0">
                  <a:pos x="0" y="10"/>
                </a:cxn>
                <a:cxn ang="0">
                  <a:pos x="0" y="123"/>
                </a:cxn>
                <a:cxn ang="0">
                  <a:pos x="10" y="133"/>
                </a:cxn>
              </a:cxnLst>
              <a:rect l="0" t="0" r="r" b="b"/>
              <a:pathLst>
                <a:path w="137" h="133">
                  <a:moveTo>
                    <a:pt x="10" y="133"/>
                  </a:moveTo>
                  <a:cubicBezTo>
                    <a:pt x="127" y="133"/>
                    <a:pt x="127" y="133"/>
                    <a:pt x="127" y="133"/>
                  </a:cubicBezTo>
                  <a:cubicBezTo>
                    <a:pt x="132" y="133"/>
                    <a:pt x="137" y="128"/>
                    <a:pt x="137" y="123"/>
                  </a:cubicBezTo>
                  <a:cubicBezTo>
                    <a:pt x="137" y="10"/>
                    <a:pt x="137" y="10"/>
                    <a:pt x="137" y="10"/>
                  </a:cubicBezTo>
                  <a:cubicBezTo>
                    <a:pt x="137" y="4"/>
                    <a:pt x="132" y="0"/>
                    <a:pt x="127" y="0"/>
                  </a:cubicBezTo>
                  <a:cubicBezTo>
                    <a:pt x="10" y="0"/>
                    <a:pt x="10" y="0"/>
                    <a:pt x="10" y="0"/>
                  </a:cubicBezTo>
                  <a:cubicBezTo>
                    <a:pt x="5" y="0"/>
                    <a:pt x="0" y="4"/>
                    <a:pt x="0" y="10"/>
                  </a:cubicBezTo>
                  <a:cubicBezTo>
                    <a:pt x="0" y="123"/>
                    <a:pt x="0" y="123"/>
                    <a:pt x="0" y="123"/>
                  </a:cubicBezTo>
                  <a:cubicBezTo>
                    <a:pt x="0" y="128"/>
                    <a:pt x="5" y="133"/>
                    <a:pt x="10" y="133"/>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3" name="Rectangle 208"/>
            <p:cNvSpPr>
              <a:spLocks noChangeArrowheads="1"/>
            </p:cNvSpPr>
            <p:nvPr/>
          </p:nvSpPr>
          <p:spPr bwMode="auto">
            <a:xfrm>
              <a:off x="6678613" y="5526088"/>
              <a:ext cx="21600" cy="793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4" name="Rectangle 209"/>
            <p:cNvSpPr>
              <a:spLocks noChangeArrowheads="1"/>
            </p:cNvSpPr>
            <p:nvPr/>
          </p:nvSpPr>
          <p:spPr bwMode="auto">
            <a:xfrm>
              <a:off x="6723063" y="5497513"/>
              <a:ext cx="22225" cy="1079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5" name="Rectangle 210"/>
            <p:cNvSpPr>
              <a:spLocks noChangeArrowheads="1"/>
            </p:cNvSpPr>
            <p:nvPr/>
          </p:nvSpPr>
          <p:spPr bwMode="auto">
            <a:xfrm>
              <a:off x="6767513" y="5459413"/>
              <a:ext cx="22225" cy="1460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6" name="Rectangle 211"/>
            <p:cNvSpPr>
              <a:spLocks noChangeArrowheads="1"/>
            </p:cNvSpPr>
            <p:nvPr/>
          </p:nvSpPr>
          <p:spPr bwMode="auto">
            <a:xfrm>
              <a:off x="6808788" y="5430838"/>
              <a:ext cx="21600" cy="17462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7" name="Rectangle 212"/>
            <p:cNvSpPr>
              <a:spLocks noChangeArrowheads="1"/>
            </p:cNvSpPr>
            <p:nvPr/>
          </p:nvSpPr>
          <p:spPr bwMode="auto">
            <a:xfrm>
              <a:off x="6853238" y="5402263"/>
              <a:ext cx="22225" cy="2032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8" name="Rectangle 213"/>
            <p:cNvSpPr>
              <a:spLocks noChangeArrowheads="1"/>
            </p:cNvSpPr>
            <p:nvPr/>
          </p:nvSpPr>
          <p:spPr bwMode="auto">
            <a:xfrm>
              <a:off x="6821488" y="5646738"/>
              <a:ext cx="31750" cy="60325"/>
            </a:xfrm>
            <a:prstGeom prst="rect">
              <a:avLst/>
            </a:prstGeom>
            <a:solidFill>
              <a:schemeClr val="accent2">
                <a:lumMod val="60000"/>
                <a:lumOff val="4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9" name="Rectangle 214"/>
            <p:cNvSpPr>
              <a:spLocks noChangeArrowheads="1"/>
            </p:cNvSpPr>
            <p:nvPr/>
          </p:nvSpPr>
          <p:spPr bwMode="auto">
            <a:xfrm>
              <a:off x="6735763" y="5646738"/>
              <a:ext cx="31750" cy="60325"/>
            </a:xfrm>
            <a:prstGeom prst="rect">
              <a:avLst/>
            </a:prstGeom>
            <a:solidFill>
              <a:schemeClr val="accent2">
                <a:lumMod val="60000"/>
                <a:lumOff val="4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90" name="文本框 124"/>
          <p:cNvSpPr txBox="1"/>
          <p:nvPr/>
        </p:nvSpPr>
        <p:spPr>
          <a:xfrm>
            <a:off x="5878627" y="1988840"/>
            <a:ext cx="43954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RNC</a:t>
            </a:r>
            <a:endParaRPr lang="zh-CN" altLang="en-US" sz="900" b="1" dirty="0">
              <a:latin typeface="微软雅黑" panose="020B0503020204020204" pitchFamily="34" charset="-122"/>
              <a:ea typeface="微软雅黑" panose="020B0503020204020204" pitchFamily="34" charset="-122"/>
            </a:endParaRPr>
          </a:p>
        </p:txBody>
      </p:sp>
      <p:sp>
        <p:nvSpPr>
          <p:cNvPr id="91" name="文本框 124"/>
          <p:cNvSpPr txBox="1"/>
          <p:nvPr/>
        </p:nvSpPr>
        <p:spPr>
          <a:xfrm>
            <a:off x="6695618" y="1979648"/>
            <a:ext cx="40908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BSC</a:t>
            </a:r>
            <a:endParaRPr lang="zh-CN" altLang="en-US" sz="900" b="1" dirty="0">
              <a:latin typeface="微软雅黑" panose="020B0503020204020204" pitchFamily="34" charset="-122"/>
              <a:ea typeface="微软雅黑" panose="020B0503020204020204" pitchFamily="34" charset="-122"/>
            </a:endParaRPr>
          </a:p>
        </p:txBody>
      </p:sp>
      <p:sp>
        <p:nvSpPr>
          <p:cNvPr id="92" name="文本框 124"/>
          <p:cNvSpPr txBox="1"/>
          <p:nvPr/>
        </p:nvSpPr>
        <p:spPr>
          <a:xfrm>
            <a:off x="8255653" y="1989718"/>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微基站</a:t>
            </a:r>
            <a:endParaRPr lang="zh-CN" altLang="en-US" sz="900" b="1" dirty="0">
              <a:latin typeface="微软雅黑" panose="020B0503020204020204" pitchFamily="34" charset="-122"/>
              <a:ea typeface="微软雅黑" panose="020B0503020204020204" pitchFamily="34" charset="-122"/>
            </a:endParaRPr>
          </a:p>
        </p:txBody>
      </p:sp>
      <p:sp>
        <p:nvSpPr>
          <p:cNvPr id="93" name="文本框 124"/>
          <p:cNvSpPr txBox="1"/>
          <p:nvPr/>
        </p:nvSpPr>
        <p:spPr>
          <a:xfrm>
            <a:off x="7491650" y="1996309"/>
            <a:ext cx="421910"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RSG</a:t>
            </a:r>
            <a:endParaRPr lang="zh-CN" altLang="en-US" sz="900" b="1" dirty="0">
              <a:latin typeface="微软雅黑" panose="020B0503020204020204" pitchFamily="34" charset="-122"/>
              <a:ea typeface="微软雅黑" panose="020B0503020204020204" pitchFamily="34" charset="-122"/>
            </a:endParaRPr>
          </a:p>
        </p:txBody>
      </p:sp>
      <p:grpSp>
        <p:nvGrpSpPr>
          <p:cNvPr id="94" name="组合 93"/>
          <p:cNvGrpSpPr/>
          <p:nvPr/>
        </p:nvGrpSpPr>
        <p:grpSpPr>
          <a:xfrm>
            <a:off x="8960782" y="1169378"/>
            <a:ext cx="757332" cy="740628"/>
            <a:chOff x="3143451" y="1365449"/>
            <a:chExt cx="431800" cy="422275"/>
          </a:xfrm>
        </p:grpSpPr>
        <p:sp>
          <p:nvSpPr>
            <p:cNvPr id="95" name="Freeform 306"/>
            <p:cNvSpPr>
              <a:spLocks/>
            </p:cNvSpPr>
            <p:nvPr/>
          </p:nvSpPr>
          <p:spPr bwMode="auto">
            <a:xfrm>
              <a:off x="3143451" y="1365449"/>
              <a:ext cx="431800" cy="422275"/>
            </a:xfrm>
            <a:custGeom>
              <a:avLst/>
              <a:gdLst/>
              <a:ahLst/>
              <a:cxnLst>
                <a:cxn ang="0">
                  <a:pos x="10" y="133"/>
                </a:cxn>
                <a:cxn ang="0">
                  <a:pos x="126" y="133"/>
                </a:cxn>
                <a:cxn ang="0">
                  <a:pos x="136" y="123"/>
                </a:cxn>
                <a:cxn ang="0">
                  <a:pos x="136" y="10"/>
                </a:cxn>
                <a:cxn ang="0">
                  <a:pos x="126" y="0"/>
                </a:cxn>
                <a:cxn ang="0">
                  <a:pos x="10" y="0"/>
                </a:cxn>
                <a:cxn ang="0">
                  <a:pos x="0" y="10"/>
                </a:cxn>
                <a:cxn ang="0">
                  <a:pos x="0" y="123"/>
                </a:cxn>
                <a:cxn ang="0">
                  <a:pos x="10" y="133"/>
                </a:cxn>
              </a:cxnLst>
              <a:rect l="0" t="0" r="r" b="b"/>
              <a:pathLst>
                <a:path w="136" h="133">
                  <a:moveTo>
                    <a:pt x="10" y="133"/>
                  </a:moveTo>
                  <a:cubicBezTo>
                    <a:pt x="126" y="133"/>
                    <a:pt x="126" y="133"/>
                    <a:pt x="126" y="133"/>
                  </a:cubicBezTo>
                  <a:cubicBezTo>
                    <a:pt x="132" y="133"/>
                    <a:pt x="136" y="129"/>
                    <a:pt x="136" y="123"/>
                  </a:cubicBezTo>
                  <a:cubicBezTo>
                    <a:pt x="136" y="10"/>
                    <a:pt x="136" y="10"/>
                    <a:pt x="136" y="10"/>
                  </a:cubicBezTo>
                  <a:cubicBezTo>
                    <a:pt x="136" y="5"/>
                    <a:pt x="132" y="0"/>
                    <a:pt x="126" y="0"/>
                  </a:cubicBezTo>
                  <a:cubicBezTo>
                    <a:pt x="10" y="0"/>
                    <a:pt x="10" y="0"/>
                    <a:pt x="10" y="0"/>
                  </a:cubicBezTo>
                  <a:cubicBezTo>
                    <a:pt x="4" y="0"/>
                    <a:pt x="0" y="5"/>
                    <a:pt x="0" y="10"/>
                  </a:cubicBezTo>
                  <a:cubicBezTo>
                    <a:pt x="0" y="123"/>
                    <a:pt x="0" y="123"/>
                    <a:pt x="0" y="123"/>
                  </a:cubicBezTo>
                  <a:cubicBezTo>
                    <a:pt x="0" y="129"/>
                    <a:pt x="4" y="133"/>
                    <a:pt x="10" y="133"/>
                  </a:cubicBezTo>
                  <a:close/>
                </a:path>
              </a:pathLst>
            </a:custGeom>
            <a:solidFill>
              <a:srgbClr val="F09E25"/>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307"/>
            <p:cNvSpPr>
              <a:spLocks/>
            </p:cNvSpPr>
            <p:nvPr/>
          </p:nvSpPr>
          <p:spPr bwMode="auto">
            <a:xfrm>
              <a:off x="3251401" y="1667074"/>
              <a:ext cx="215900" cy="79375"/>
            </a:xfrm>
            <a:custGeom>
              <a:avLst/>
              <a:gdLst/>
              <a:ahLst/>
              <a:cxnLst>
                <a:cxn ang="0">
                  <a:pos x="60" y="25"/>
                </a:cxn>
                <a:cxn ang="0">
                  <a:pos x="8" y="25"/>
                </a:cxn>
                <a:cxn ang="0">
                  <a:pos x="0" y="17"/>
                </a:cxn>
                <a:cxn ang="0">
                  <a:pos x="0" y="9"/>
                </a:cxn>
                <a:cxn ang="0">
                  <a:pos x="8" y="0"/>
                </a:cxn>
                <a:cxn ang="0">
                  <a:pos x="60" y="0"/>
                </a:cxn>
                <a:cxn ang="0">
                  <a:pos x="68" y="9"/>
                </a:cxn>
                <a:cxn ang="0">
                  <a:pos x="68" y="17"/>
                </a:cxn>
                <a:cxn ang="0">
                  <a:pos x="60" y="25"/>
                </a:cxn>
              </a:cxnLst>
              <a:rect l="0" t="0" r="r" b="b"/>
              <a:pathLst>
                <a:path w="68" h="25">
                  <a:moveTo>
                    <a:pt x="60" y="25"/>
                  </a:moveTo>
                  <a:cubicBezTo>
                    <a:pt x="8" y="25"/>
                    <a:pt x="8" y="25"/>
                    <a:pt x="8" y="25"/>
                  </a:cubicBezTo>
                  <a:cubicBezTo>
                    <a:pt x="4" y="25"/>
                    <a:pt x="0" y="21"/>
                    <a:pt x="0" y="17"/>
                  </a:cubicBezTo>
                  <a:cubicBezTo>
                    <a:pt x="0" y="9"/>
                    <a:pt x="0" y="9"/>
                    <a:pt x="0" y="9"/>
                  </a:cubicBezTo>
                  <a:cubicBezTo>
                    <a:pt x="0" y="4"/>
                    <a:pt x="4" y="0"/>
                    <a:pt x="8" y="0"/>
                  </a:cubicBezTo>
                  <a:cubicBezTo>
                    <a:pt x="60" y="0"/>
                    <a:pt x="60" y="0"/>
                    <a:pt x="60" y="0"/>
                  </a:cubicBezTo>
                  <a:cubicBezTo>
                    <a:pt x="64" y="0"/>
                    <a:pt x="68" y="4"/>
                    <a:pt x="68" y="9"/>
                  </a:cubicBezTo>
                  <a:cubicBezTo>
                    <a:pt x="68" y="17"/>
                    <a:pt x="68" y="17"/>
                    <a:pt x="68" y="17"/>
                  </a:cubicBezTo>
                  <a:cubicBezTo>
                    <a:pt x="68" y="21"/>
                    <a:pt x="64" y="25"/>
                    <a:pt x="60" y="2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7" name="Freeform 308"/>
            <p:cNvSpPr>
              <a:spLocks/>
            </p:cNvSpPr>
            <p:nvPr/>
          </p:nvSpPr>
          <p:spPr bwMode="auto">
            <a:xfrm>
              <a:off x="3254576" y="1508324"/>
              <a:ext cx="209550" cy="60325"/>
            </a:xfrm>
            <a:custGeom>
              <a:avLst/>
              <a:gdLst/>
              <a:ahLst/>
              <a:cxnLst>
                <a:cxn ang="0">
                  <a:pos x="33" y="9"/>
                </a:cxn>
                <a:cxn ang="0">
                  <a:pos x="61" y="19"/>
                </a:cxn>
                <a:cxn ang="0">
                  <a:pos x="66" y="13"/>
                </a:cxn>
                <a:cxn ang="0">
                  <a:pos x="33" y="0"/>
                </a:cxn>
                <a:cxn ang="0">
                  <a:pos x="0" y="13"/>
                </a:cxn>
                <a:cxn ang="0">
                  <a:pos x="5" y="19"/>
                </a:cxn>
                <a:cxn ang="0">
                  <a:pos x="33" y="9"/>
                </a:cxn>
              </a:cxnLst>
              <a:rect l="0" t="0" r="r" b="b"/>
              <a:pathLst>
                <a:path w="66" h="19">
                  <a:moveTo>
                    <a:pt x="33" y="9"/>
                  </a:moveTo>
                  <a:cubicBezTo>
                    <a:pt x="44" y="9"/>
                    <a:pt x="53" y="13"/>
                    <a:pt x="61" y="19"/>
                  </a:cubicBezTo>
                  <a:cubicBezTo>
                    <a:pt x="66" y="13"/>
                    <a:pt x="66" y="13"/>
                    <a:pt x="66" y="13"/>
                  </a:cubicBezTo>
                  <a:cubicBezTo>
                    <a:pt x="57" y="6"/>
                    <a:pt x="46" y="0"/>
                    <a:pt x="33" y="0"/>
                  </a:cubicBezTo>
                  <a:cubicBezTo>
                    <a:pt x="20" y="0"/>
                    <a:pt x="9" y="5"/>
                    <a:pt x="0" y="13"/>
                  </a:cubicBezTo>
                  <a:cubicBezTo>
                    <a:pt x="5" y="19"/>
                    <a:pt x="5" y="19"/>
                    <a:pt x="5" y="19"/>
                  </a:cubicBezTo>
                  <a:cubicBezTo>
                    <a:pt x="13" y="13"/>
                    <a:pt x="22" y="9"/>
                    <a:pt x="33" y="9"/>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309"/>
            <p:cNvSpPr>
              <a:spLocks/>
            </p:cNvSpPr>
            <p:nvPr/>
          </p:nvSpPr>
          <p:spPr bwMode="auto">
            <a:xfrm>
              <a:off x="3289501" y="1562299"/>
              <a:ext cx="139700" cy="44450"/>
            </a:xfrm>
            <a:custGeom>
              <a:avLst/>
              <a:gdLst/>
              <a:ahLst/>
              <a:cxnLst>
                <a:cxn ang="0">
                  <a:pos x="22" y="8"/>
                </a:cxn>
                <a:cxn ang="0">
                  <a:pos x="39" y="14"/>
                </a:cxn>
                <a:cxn ang="0">
                  <a:pos x="44" y="8"/>
                </a:cxn>
                <a:cxn ang="0">
                  <a:pos x="22" y="0"/>
                </a:cxn>
                <a:cxn ang="0">
                  <a:pos x="0" y="8"/>
                </a:cxn>
                <a:cxn ang="0">
                  <a:pos x="5" y="14"/>
                </a:cxn>
                <a:cxn ang="0">
                  <a:pos x="22" y="8"/>
                </a:cxn>
              </a:cxnLst>
              <a:rect l="0" t="0" r="r" b="b"/>
              <a:pathLst>
                <a:path w="44" h="14">
                  <a:moveTo>
                    <a:pt x="22" y="8"/>
                  </a:moveTo>
                  <a:cubicBezTo>
                    <a:pt x="28" y="8"/>
                    <a:pt x="34" y="11"/>
                    <a:pt x="39" y="14"/>
                  </a:cubicBezTo>
                  <a:cubicBezTo>
                    <a:pt x="44" y="8"/>
                    <a:pt x="44" y="8"/>
                    <a:pt x="44" y="8"/>
                  </a:cubicBezTo>
                  <a:cubicBezTo>
                    <a:pt x="38" y="3"/>
                    <a:pt x="31" y="0"/>
                    <a:pt x="22" y="0"/>
                  </a:cubicBezTo>
                  <a:cubicBezTo>
                    <a:pt x="13" y="0"/>
                    <a:pt x="6" y="3"/>
                    <a:pt x="0" y="8"/>
                  </a:cubicBezTo>
                  <a:cubicBezTo>
                    <a:pt x="5" y="14"/>
                    <a:pt x="5" y="14"/>
                    <a:pt x="5" y="14"/>
                  </a:cubicBezTo>
                  <a:cubicBezTo>
                    <a:pt x="10" y="11"/>
                    <a:pt x="16" y="8"/>
                    <a:pt x="22" y="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310"/>
            <p:cNvSpPr>
              <a:spLocks/>
            </p:cNvSpPr>
            <p:nvPr/>
          </p:nvSpPr>
          <p:spPr bwMode="auto">
            <a:xfrm>
              <a:off x="3324426" y="1613099"/>
              <a:ext cx="69850" cy="53975"/>
            </a:xfrm>
            <a:custGeom>
              <a:avLst/>
              <a:gdLst/>
              <a:ahLst/>
              <a:cxnLst>
                <a:cxn ang="0">
                  <a:pos x="22" y="5"/>
                </a:cxn>
                <a:cxn ang="0">
                  <a:pos x="11" y="0"/>
                </a:cxn>
                <a:cxn ang="0">
                  <a:pos x="0" y="5"/>
                </a:cxn>
                <a:cxn ang="0">
                  <a:pos x="11" y="17"/>
                </a:cxn>
                <a:cxn ang="0">
                  <a:pos x="22" y="5"/>
                </a:cxn>
              </a:cxnLst>
              <a:rect l="0" t="0" r="r" b="b"/>
              <a:pathLst>
                <a:path w="22" h="17">
                  <a:moveTo>
                    <a:pt x="22" y="5"/>
                  </a:moveTo>
                  <a:cubicBezTo>
                    <a:pt x="19" y="2"/>
                    <a:pt x="15" y="0"/>
                    <a:pt x="11" y="0"/>
                  </a:cubicBezTo>
                  <a:cubicBezTo>
                    <a:pt x="7" y="0"/>
                    <a:pt x="3" y="2"/>
                    <a:pt x="0" y="5"/>
                  </a:cubicBezTo>
                  <a:cubicBezTo>
                    <a:pt x="11" y="17"/>
                    <a:pt x="11" y="17"/>
                    <a:pt x="11" y="17"/>
                  </a:cubicBezTo>
                  <a:lnTo>
                    <a:pt x="22" y="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00" name="文本框 124"/>
          <p:cNvSpPr txBox="1"/>
          <p:nvPr/>
        </p:nvSpPr>
        <p:spPr>
          <a:xfrm>
            <a:off x="9016281" y="196721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微微基站</a:t>
            </a:r>
            <a:endParaRPr lang="zh-CN" altLang="en-US" sz="900" b="1" dirty="0">
              <a:latin typeface="微软雅黑" panose="020B0503020204020204" pitchFamily="34" charset="-122"/>
              <a:ea typeface="微软雅黑" panose="020B0503020204020204" pitchFamily="34" charset="-122"/>
            </a:endParaRPr>
          </a:p>
        </p:txBody>
      </p:sp>
      <p:sp>
        <p:nvSpPr>
          <p:cNvPr id="101" name="文本框 100"/>
          <p:cNvSpPr txBox="1"/>
          <p:nvPr/>
        </p:nvSpPr>
        <p:spPr>
          <a:xfrm>
            <a:off x="9984781" y="1985972"/>
            <a:ext cx="336952"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PC</a:t>
            </a:r>
            <a:endParaRPr lang="zh-CN" altLang="en-US" sz="900" b="1" dirty="0">
              <a:latin typeface="微软雅黑" panose="020B0503020204020204" pitchFamily="34" charset="-122"/>
              <a:ea typeface="微软雅黑" panose="020B0503020204020204" pitchFamily="34" charset="-122"/>
            </a:endParaRPr>
          </a:p>
        </p:txBody>
      </p:sp>
      <p:sp>
        <p:nvSpPr>
          <p:cNvPr id="102" name="文本框 101"/>
          <p:cNvSpPr txBox="1"/>
          <p:nvPr/>
        </p:nvSpPr>
        <p:spPr>
          <a:xfrm>
            <a:off x="10638874" y="197537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模拟话</a:t>
            </a:r>
            <a:r>
              <a:rPr lang="zh-CN" altLang="en-US" sz="900" b="1" dirty="0">
                <a:latin typeface="微软雅黑" panose="020B0503020204020204" pitchFamily="34" charset="-122"/>
                <a:ea typeface="微软雅黑" panose="020B0503020204020204" pitchFamily="34" charset="-122"/>
              </a:rPr>
              <a:t>机</a:t>
            </a:r>
          </a:p>
        </p:txBody>
      </p:sp>
      <p:sp>
        <p:nvSpPr>
          <p:cNvPr id="103" name="文本框 102"/>
          <p:cNvSpPr txBox="1"/>
          <p:nvPr/>
        </p:nvSpPr>
        <p:spPr>
          <a:xfrm>
            <a:off x="11459332" y="1967218"/>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数字电视</a:t>
            </a:r>
            <a:endParaRPr lang="zh-CN" altLang="en-US" sz="900" b="1" dirty="0">
              <a:latin typeface="微软雅黑" panose="020B0503020204020204" pitchFamily="34" charset="-122"/>
              <a:ea typeface="微软雅黑" panose="020B0503020204020204" pitchFamily="34" charset="-122"/>
            </a:endParaRPr>
          </a:p>
        </p:txBody>
      </p:sp>
      <p:pic>
        <p:nvPicPr>
          <p:cNvPr id="104" name="图片 103"/>
          <p:cNvPicPr>
            <a:picLocks noChangeAspect="1"/>
          </p:cNvPicPr>
          <p:nvPr/>
        </p:nvPicPr>
        <p:blipFill>
          <a:blip r:embed="rId25" cstate="print"/>
          <a:stretch>
            <a:fillRect/>
          </a:stretch>
        </p:blipFill>
        <p:spPr>
          <a:xfrm>
            <a:off x="9744272" y="1224889"/>
            <a:ext cx="799916" cy="619935"/>
          </a:xfrm>
          <a:prstGeom prst="rect">
            <a:avLst/>
          </a:prstGeom>
        </p:spPr>
      </p:pic>
      <p:pic>
        <p:nvPicPr>
          <p:cNvPr id="105" name="图片 104"/>
          <p:cNvPicPr>
            <a:picLocks noChangeAspect="1"/>
          </p:cNvPicPr>
          <p:nvPr/>
        </p:nvPicPr>
        <p:blipFill>
          <a:blip r:embed="rId26" cstate="print"/>
          <a:stretch>
            <a:fillRect/>
          </a:stretch>
        </p:blipFill>
        <p:spPr>
          <a:xfrm>
            <a:off x="10568895" y="1147492"/>
            <a:ext cx="782422" cy="727322"/>
          </a:xfrm>
          <a:prstGeom prst="rect">
            <a:avLst/>
          </a:prstGeom>
        </p:spPr>
      </p:pic>
      <p:pic>
        <p:nvPicPr>
          <p:cNvPr id="106" name="图片 105"/>
          <p:cNvPicPr>
            <a:picLocks noChangeAspect="1"/>
          </p:cNvPicPr>
          <p:nvPr/>
        </p:nvPicPr>
        <p:blipFill>
          <a:blip r:embed="rId27" cstate="print"/>
          <a:stretch>
            <a:fillRect/>
          </a:stretch>
        </p:blipFill>
        <p:spPr>
          <a:xfrm>
            <a:off x="11370124" y="1268760"/>
            <a:ext cx="782177" cy="524058"/>
          </a:xfrm>
          <a:prstGeom prst="rect">
            <a:avLst/>
          </a:prstGeom>
        </p:spPr>
      </p:pic>
      <p:sp>
        <p:nvSpPr>
          <p:cNvPr id="107" name="文本框 106"/>
          <p:cNvSpPr txBox="1"/>
          <p:nvPr/>
        </p:nvSpPr>
        <p:spPr>
          <a:xfrm>
            <a:off x="110930" y="3125891"/>
            <a:ext cx="59182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Laptop</a:t>
            </a:r>
            <a:endParaRPr lang="zh-CN" altLang="en-US" sz="900" b="1" dirty="0">
              <a:latin typeface="微软雅黑" panose="020B0503020204020204" pitchFamily="34" charset="-122"/>
              <a:ea typeface="微软雅黑" panose="020B0503020204020204" pitchFamily="34" charset="-122"/>
            </a:endParaRPr>
          </a:p>
        </p:txBody>
      </p:sp>
      <p:sp>
        <p:nvSpPr>
          <p:cNvPr id="108" name="文本框 107"/>
          <p:cNvSpPr txBox="1"/>
          <p:nvPr/>
        </p:nvSpPr>
        <p:spPr>
          <a:xfrm>
            <a:off x="1005321" y="3125891"/>
            <a:ext cx="40427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STB</a:t>
            </a:r>
            <a:endParaRPr lang="zh-CN" altLang="en-US" sz="900" b="1" dirty="0">
              <a:latin typeface="微软雅黑" panose="020B0503020204020204" pitchFamily="34" charset="-122"/>
              <a:ea typeface="微软雅黑" panose="020B0503020204020204" pitchFamily="34" charset="-122"/>
            </a:endParaRPr>
          </a:p>
        </p:txBody>
      </p:sp>
      <p:sp>
        <p:nvSpPr>
          <p:cNvPr id="109" name="文本框 108"/>
          <p:cNvSpPr txBox="1"/>
          <p:nvPr/>
        </p:nvSpPr>
        <p:spPr>
          <a:xfrm>
            <a:off x="1587068" y="3122169"/>
            <a:ext cx="90922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Modem/CPE</a:t>
            </a:r>
            <a:endParaRPr lang="zh-CN" altLang="en-US" sz="900" b="1" dirty="0">
              <a:latin typeface="微软雅黑" panose="020B0503020204020204" pitchFamily="34" charset="-122"/>
              <a:ea typeface="微软雅黑" panose="020B0503020204020204" pitchFamily="34" charset="-122"/>
            </a:endParaRPr>
          </a:p>
        </p:txBody>
      </p:sp>
      <p:sp>
        <p:nvSpPr>
          <p:cNvPr id="110" name="文本框 109"/>
          <p:cNvSpPr txBox="1"/>
          <p:nvPr/>
        </p:nvSpPr>
        <p:spPr>
          <a:xfrm>
            <a:off x="2635363" y="3106459"/>
            <a:ext cx="41870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PBX</a:t>
            </a:r>
            <a:endParaRPr lang="zh-CN" altLang="en-US" sz="900" b="1" dirty="0">
              <a:latin typeface="微软雅黑" panose="020B0503020204020204" pitchFamily="34" charset="-122"/>
              <a:ea typeface="微软雅黑" panose="020B0503020204020204" pitchFamily="34" charset="-122"/>
            </a:endParaRPr>
          </a:p>
        </p:txBody>
      </p:sp>
      <p:sp>
        <p:nvSpPr>
          <p:cNvPr id="111" name="文本框 110"/>
          <p:cNvSpPr txBox="1"/>
          <p:nvPr/>
        </p:nvSpPr>
        <p:spPr>
          <a:xfrm>
            <a:off x="3262844" y="3122169"/>
            <a:ext cx="81144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低端</a:t>
            </a:r>
            <a:r>
              <a:rPr lang="en-US" altLang="zh-CN" sz="900" b="1" dirty="0" smtClean="0">
                <a:latin typeface="微软雅黑" panose="020B0503020204020204" pitchFamily="34" charset="-122"/>
                <a:ea typeface="微软雅黑" panose="020B0503020204020204" pitchFamily="34" charset="-122"/>
              </a:rPr>
              <a:t>Router</a:t>
            </a:r>
            <a:endParaRPr lang="zh-CN" altLang="en-US" sz="900" b="1" dirty="0">
              <a:latin typeface="微软雅黑" panose="020B0503020204020204" pitchFamily="34" charset="-122"/>
              <a:ea typeface="微软雅黑" panose="020B0503020204020204" pitchFamily="34" charset="-122"/>
            </a:endParaRPr>
          </a:p>
        </p:txBody>
      </p:sp>
      <p:sp>
        <p:nvSpPr>
          <p:cNvPr id="112" name="文本框 111"/>
          <p:cNvSpPr txBox="1"/>
          <p:nvPr/>
        </p:nvSpPr>
        <p:spPr>
          <a:xfrm>
            <a:off x="5022958" y="3135395"/>
            <a:ext cx="530915"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交换机</a:t>
            </a:r>
          </a:p>
        </p:txBody>
      </p:sp>
      <p:pic>
        <p:nvPicPr>
          <p:cNvPr id="113" name="图片 112"/>
          <p:cNvPicPr>
            <a:picLocks noChangeAspect="1"/>
          </p:cNvPicPr>
          <p:nvPr/>
        </p:nvPicPr>
        <p:blipFill>
          <a:blip r:embed="rId28" cstate="print"/>
          <a:stretch>
            <a:fillRect/>
          </a:stretch>
        </p:blipFill>
        <p:spPr>
          <a:xfrm>
            <a:off x="32407" y="2420888"/>
            <a:ext cx="781285" cy="501668"/>
          </a:xfrm>
          <a:prstGeom prst="rect">
            <a:avLst/>
          </a:prstGeom>
        </p:spPr>
      </p:pic>
      <p:pic>
        <p:nvPicPr>
          <p:cNvPr id="114" name="图片 113"/>
          <p:cNvPicPr>
            <a:picLocks/>
          </p:cNvPicPr>
          <p:nvPr/>
        </p:nvPicPr>
        <p:blipFill>
          <a:blip r:embed="rId29" cstate="print"/>
          <a:stretch>
            <a:fillRect/>
          </a:stretch>
        </p:blipFill>
        <p:spPr>
          <a:xfrm>
            <a:off x="832043" y="2564904"/>
            <a:ext cx="791897" cy="196349"/>
          </a:xfrm>
          <a:prstGeom prst="rect">
            <a:avLst/>
          </a:prstGeom>
        </p:spPr>
      </p:pic>
      <p:pic>
        <p:nvPicPr>
          <p:cNvPr id="115" name="图片 114"/>
          <p:cNvPicPr>
            <a:picLocks noChangeAspect="1"/>
          </p:cNvPicPr>
          <p:nvPr/>
        </p:nvPicPr>
        <p:blipFill>
          <a:blip r:embed="rId30" cstate="print"/>
          <a:stretch>
            <a:fillRect/>
          </a:stretch>
        </p:blipFill>
        <p:spPr>
          <a:xfrm>
            <a:off x="1647225" y="2564904"/>
            <a:ext cx="807107" cy="208899"/>
          </a:xfrm>
          <a:prstGeom prst="rect">
            <a:avLst/>
          </a:prstGeom>
        </p:spPr>
      </p:pic>
      <p:pic>
        <p:nvPicPr>
          <p:cNvPr id="116" name="图片 115"/>
          <p:cNvPicPr>
            <a:picLocks noChangeAspect="1"/>
          </p:cNvPicPr>
          <p:nvPr/>
        </p:nvPicPr>
        <p:blipFill>
          <a:blip r:embed="rId31" cstate="print"/>
          <a:stretch>
            <a:fillRect/>
          </a:stretch>
        </p:blipFill>
        <p:spPr>
          <a:xfrm>
            <a:off x="2438275" y="2334646"/>
            <a:ext cx="812881" cy="645523"/>
          </a:xfrm>
          <a:prstGeom prst="rect">
            <a:avLst/>
          </a:prstGeom>
        </p:spPr>
      </p:pic>
      <p:pic>
        <p:nvPicPr>
          <p:cNvPr id="117" name="图片 116"/>
          <p:cNvPicPr>
            <a:picLocks noChangeAspect="1"/>
          </p:cNvPicPr>
          <p:nvPr/>
        </p:nvPicPr>
        <p:blipFill>
          <a:blip r:embed="rId32" cstate="print"/>
          <a:stretch>
            <a:fillRect/>
          </a:stretch>
        </p:blipFill>
        <p:spPr>
          <a:xfrm>
            <a:off x="3268667" y="2402612"/>
            <a:ext cx="785173" cy="531147"/>
          </a:xfrm>
          <a:prstGeom prst="rect">
            <a:avLst/>
          </a:prstGeom>
        </p:spPr>
      </p:pic>
      <p:pic>
        <p:nvPicPr>
          <p:cNvPr id="118" name="图片 117"/>
          <p:cNvPicPr>
            <a:picLocks noChangeAspect="1"/>
          </p:cNvPicPr>
          <p:nvPr/>
        </p:nvPicPr>
        <p:blipFill>
          <a:blip r:embed="rId33" cstate="print"/>
          <a:stretch>
            <a:fillRect/>
          </a:stretch>
        </p:blipFill>
        <p:spPr>
          <a:xfrm>
            <a:off x="4099263" y="2295452"/>
            <a:ext cx="757790" cy="757790"/>
          </a:xfrm>
          <a:prstGeom prst="rect">
            <a:avLst/>
          </a:prstGeom>
        </p:spPr>
      </p:pic>
      <p:sp>
        <p:nvSpPr>
          <p:cNvPr id="119" name="文本框 118"/>
          <p:cNvSpPr txBox="1"/>
          <p:nvPr/>
        </p:nvSpPr>
        <p:spPr>
          <a:xfrm>
            <a:off x="4052889" y="3119612"/>
            <a:ext cx="81144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高端</a:t>
            </a:r>
            <a:r>
              <a:rPr lang="en-US" altLang="zh-CN" sz="900" b="1" dirty="0" smtClean="0">
                <a:latin typeface="微软雅黑" panose="020B0503020204020204" pitchFamily="34" charset="-122"/>
                <a:ea typeface="微软雅黑" panose="020B0503020204020204" pitchFamily="34" charset="-122"/>
              </a:rPr>
              <a:t>Router</a:t>
            </a:r>
            <a:endParaRPr lang="zh-CN" altLang="en-US" sz="900" b="1" dirty="0">
              <a:latin typeface="微软雅黑" panose="020B0503020204020204" pitchFamily="34" charset="-122"/>
              <a:ea typeface="微软雅黑" panose="020B0503020204020204" pitchFamily="34" charset="-122"/>
            </a:endParaRPr>
          </a:p>
        </p:txBody>
      </p:sp>
      <p:pic>
        <p:nvPicPr>
          <p:cNvPr id="120" name="图片 119"/>
          <p:cNvPicPr>
            <a:picLocks noChangeAspect="1"/>
          </p:cNvPicPr>
          <p:nvPr/>
        </p:nvPicPr>
        <p:blipFill>
          <a:blip r:embed="rId34" cstate="print"/>
          <a:stretch>
            <a:fillRect/>
          </a:stretch>
        </p:blipFill>
        <p:spPr>
          <a:xfrm>
            <a:off x="4917880" y="2570266"/>
            <a:ext cx="741072" cy="200707"/>
          </a:xfrm>
          <a:prstGeom prst="rect">
            <a:avLst/>
          </a:prstGeom>
        </p:spPr>
      </p:pic>
      <p:pic>
        <p:nvPicPr>
          <p:cNvPr id="121" name="图片 120"/>
          <p:cNvPicPr>
            <a:picLocks noChangeAspect="1"/>
          </p:cNvPicPr>
          <p:nvPr/>
        </p:nvPicPr>
        <p:blipFill>
          <a:blip r:embed="rId35" cstate="print"/>
          <a:stretch>
            <a:fillRect/>
          </a:stretch>
        </p:blipFill>
        <p:spPr>
          <a:xfrm>
            <a:off x="5696102" y="2368964"/>
            <a:ext cx="795585" cy="614770"/>
          </a:xfrm>
          <a:prstGeom prst="rect">
            <a:avLst/>
          </a:prstGeom>
        </p:spPr>
      </p:pic>
      <p:sp>
        <p:nvSpPr>
          <p:cNvPr id="122" name="文本框 121"/>
          <p:cNvSpPr txBox="1"/>
          <p:nvPr/>
        </p:nvSpPr>
        <p:spPr>
          <a:xfrm>
            <a:off x="5791172" y="3120470"/>
            <a:ext cx="652743" cy="230832"/>
          </a:xfrm>
          <a:prstGeom prst="rect">
            <a:avLst/>
          </a:prstGeom>
          <a:noFill/>
        </p:spPr>
        <p:txBody>
          <a:bodyPr wrap="none" rtlCol="0">
            <a:spAutoFit/>
          </a:bodyPr>
          <a:lstStyle/>
          <a:p>
            <a:r>
              <a:rPr lang="en-US" altLang="zh-CN" sz="900" b="1" dirty="0" err="1" smtClean="0">
                <a:latin typeface="微软雅黑" panose="020B0503020204020204" pitchFamily="34" charset="-122"/>
                <a:ea typeface="微软雅黑" panose="020B0503020204020204" pitchFamily="34" charset="-122"/>
              </a:rPr>
              <a:t>Wifi</a:t>
            </a:r>
            <a:r>
              <a:rPr lang="zh-CN" altLang="en-US" sz="900" b="1" dirty="0" smtClean="0">
                <a:latin typeface="微软雅黑" panose="020B0503020204020204" pitchFamily="34" charset="-122"/>
                <a:ea typeface="微软雅黑" panose="020B0503020204020204" pitchFamily="34" charset="-122"/>
              </a:rPr>
              <a:t>信号</a:t>
            </a:r>
            <a:endParaRPr lang="zh-CN" altLang="en-US" sz="900" b="1" dirty="0">
              <a:latin typeface="微软雅黑" panose="020B0503020204020204" pitchFamily="34" charset="-122"/>
              <a:ea typeface="微软雅黑" panose="020B0503020204020204" pitchFamily="34" charset="-122"/>
            </a:endParaRPr>
          </a:p>
        </p:txBody>
      </p:sp>
      <p:pic>
        <p:nvPicPr>
          <p:cNvPr id="123" name="图片 122"/>
          <p:cNvPicPr>
            <a:picLocks noChangeAspect="1"/>
          </p:cNvPicPr>
          <p:nvPr/>
        </p:nvPicPr>
        <p:blipFill>
          <a:blip r:embed="rId36" cstate="print"/>
          <a:stretch>
            <a:fillRect/>
          </a:stretch>
        </p:blipFill>
        <p:spPr>
          <a:xfrm>
            <a:off x="6507758" y="2420888"/>
            <a:ext cx="829024" cy="528503"/>
          </a:xfrm>
          <a:prstGeom prst="rect">
            <a:avLst/>
          </a:prstGeom>
        </p:spPr>
      </p:pic>
      <p:sp>
        <p:nvSpPr>
          <p:cNvPr id="124" name="文本框 123"/>
          <p:cNvSpPr txBox="1"/>
          <p:nvPr/>
        </p:nvSpPr>
        <p:spPr>
          <a:xfrm>
            <a:off x="6692412" y="3125891"/>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小区</a:t>
            </a:r>
            <a:endParaRPr lang="zh-CN" altLang="en-US" sz="900" b="1" dirty="0">
              <a:latin typeface="微软雅黑" panose="020B0503020204020204" pitchFamily="34" charset="-122"/>
              <a:ea typeface="微软雅黑" panose="020B0503020204020204" pitchFamily="34" charset="-122"/>
            </a:endParaRPr>
          </a:p>
        </p:txBody>
      </p:sp>
      <p:sp>
        <p:nvSpPr>
          <p:cNvPr id="125" name="Freeform 78"/>
          <p:cNvSpPr>
            <a:spLocks noChangeAspect="1" noEditPoints="1"/>
          </p:cNvSpPr>
          <p:nvPr/>
        </p:nvSpPr>
        <p:spPr bwMode="auto">
          <a:xfrm>
            <a:off x="8914630" y="2476169"/>
            <a:ext cx="820922" cy="504000"/>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solidFill>
            <a:srgbClr val="FFA21B"/>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6" name="Freeform 6"/>
          <p:cNvSpPr>
            <a:spLocks noChangeAspect="1" noEditPoints="1"/>
          </p:cNvSpPr>
          <p:nvPr/>
        </p:nvSpPr>
        <p:spPr bwMode="auto">
          <a:xfrm>
            <a:off x="7328919" y="2299623"/>
            <a:ext cx="761747" cy="737343"/>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rgbClr val="FFA21B"/>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7" name="Freeform 35"/>
          <p:cNvSpPr>
            <a:spLocks noChangeAspect="1" noEditPoints="1"/>
          </p:cNvSpPr>
          <p:nvPr/>
        </p:nvSpPr>
        <p:spPr bwMode="auto">
          <a:xfrm>
            <a:off x="9755867" y="2334646"/>
            <a:ext cx="794779" cy="675036"/>
          </a:xfrm>
          <a:custGeom>
            <a:avLst/>
            <a:gdLst/>
            <a:ahLst/>
            <a:cxnLst>
              <a:cxn ang="0">
                <a:pos x="14413" y="6228"/>
              </a:cxn>
              <a:cxn ang="0">
                <a:pos x="9353" y="6994"/>
              </a:cxn>
              <a:cxn ang="0">
                <a:pos x="8638" y="12659"/>
              </a:cxn>
              <a:cxn ang="0">
                <a:pos x="7871" y="1685"/>
              </a:cxn>
              <a:cxn ang="0">
                <a:pos x="7360" y="0"/>
              </a:cxn>
              <a:cxn ang="0">
                <a:pos x="3680" y="1685"/>
              </a:cxn>
              <a:cxn ang="0">
                <a:pos x="1534" y="12659"/>
              </a:cxn>
              <a:cxn ang="0">
                <a:pos x="0" y="13986"/>
              </a:cxn>
              <a:cxn ang="0">
                <a:pos x="15946" y="12659"/>
              </a:cxn>
              <a:cxn ang="0">
                <a:pos x="15334" y="6994"/>
              </a:cxn>
              <a:cxn ang="0">
                <a:pos x="5827" y="6125"/>
              </a:cxn>
              <a:cxn ang="0">
                <a:pos x="7002" y="8371"/>
              </a:cxn>
              <a:cxn ang="0">
                <a:pos x="5827" y="6125"/>
              </a:cxn>
              <a:cxn ang="0">
                <a:pos x="3731" y="9137"/>
              </a:cxn>
              <a:cxn ang="0">
                <a:pos x="2555" y="11382"/>
              </a:cxn>
              <a:cxn ang="0">
                <a:pos x="2555" y="3318"/>
              </a:cxn>
              <a:cxn ang="0">
                <a:pos x="3731" y="5564"/>
              </a:cxn>
              <a:cxn ang="0">
                <a:pos x="2555" y="3318"/>
              </a:cxn>
              <a:cxn ang="0">
                <a:pos x="10393" y="8065"/>
              </a:cxn>
              <a:cxn ang="0">
                <a:pos x="9525" y="9494"/>
              </a:cxn>
              <a:cxn ang="0">
                <a:pos x="13818" y="10464"/>
              </a:cxn>
              <a:cxn ang="0">
                <a:pos x="14687" y="11893"/>
              </a:cxn>
              <a:cxn ang="0">
                <a:pos x="13818" y="10464"/>
              </a:cxn>
              <a:cxn ang="0">
                <a:pos x="13256" y="10464"/>
              </a:cxn>
              <a:cxn ang="0">
                <a:pos x="12387" y="11893"/>
              </a:cxn>
              <a:cxn ang="0">
                <a:pos x="10955" y="10464"/>
              </a:cxn>
              <a:cxn ang="0">
                <a:pos x="11825" y="11893"/>
              </a:cxn>
              <a:cxn ang="0">
                <a:pos x="10955" y="10464"/>
              </a:cxn>
              <a:cxn ang="0">
                <a:pos x="10393" y="10464"/>
              </a:cxn>
              <a:cxn ang="0">
                <a:pos x="9525" y="11893"/>
              </a:cxn>
              <a:cxn ang="0">
                <a:pos x="13818" y="8065"/>
              </a:cxn>
              <a:cxn ang="0">
                <a:pos x="14687" y="9494"/>
              </a:cxn>
              <a:cxn ang="0">
                <a:pos x="13818" y="8065"/>
              </a:cxn>
              <a:cxn ang="0">
                <a:pos x="13256" y="8065"/>
              </a:cxn>
              <a:cxn ang="0">
                <a:pos x="12387" y="9494"/>
              </a:cxn>
              <a:cxn ang="0">
                <a:pos x="10955" y="8065"/>
              </a:cxn>
              <a:cxn ang="0">
                <a:pos x="11825" y="9494"/>
              </a:cxn>
              <a:cxn ang="0">
                <a:pos x="10955" y="8065"/>
              </a:cxn>
            </a:cxnLst>
            <a:rect l="0" t="0" r="r" b="b"/>
            <a:pathLst>
              <a:path w="16560" h="13986">
                <a:moveTo>
                  <a:pt x="14413" y="6994"/>
                </a:moveTo>
                <a:lnTo>
                  <a:pt x="14413" y="6228"/>
                </a:lnTo>
                <a:lnTo>
                  <a:pt x="9353" y="6228"/>
                </a:lnTo>
                <a:lnTo>
                  <a:pt x="9353" y="6994"/>
                </a:lnTo>
                <a:lnTo>
                  <a:pt x="8638" y="6994"/>
                </a:lnTo>
                <a:lnTo>
                  <a:pt x="8638" y="12659"/>
                </a:lnTo>
                <a:lnTo>
                  <a:pt x="7871" y="12659"/>
                </a:lnTo>
                <a:lnTo>
                  <a:pt x="7871" y="1685"/>
                </a:lnTo>
                <a:lnTo>
                  <a:pt x="7360" y="1685"/>
                </a:lnTo>
                <a:lnTo>
                  <a:pt x="7360" y="0"/>
                </a:lnTo>
                <a:lnTo>
                  <a:pt x="3680" y="1021"/>
                </a:lnTo>
                <a:lnTo>
                  <a:pt x="3680" y="1685"/>
                </a:lnTo>
                <a:lnTo>
                  <a:pt x="1534" y="1685"/>
                </a:lnTo>
                <a:lnTo>
                  <a:pt x="1534" y="12659"/>
                </a:lnTo>
                <a:lnTo>
                  <a:pt x="767" y="12659"/>
                </a:lnTo>
                <a:lnTo>
                  <a:pt x="0" y="13986"/>
                </a:lnTo>
                <a:lnTo>
                  <a:pt x="16560" y="13986"/>
                </a:lnTo>
                <a:lnTo>
                  <a:pt x="15946" y="12659"/>
                </a:lnTo>
                <a:lnTo>
                  <a:pt x="15334" y="12659"/>
                </a:lnTo>
                <a:lnTo>
                  <a:pt x="15334" y="6994"/>
                </a:lnTo>
                <a:lnTo>
                  <a:pt x="14413" y="6994"/>
                </a:lnTo>
                <a:close/>
                <a:moveTo>
                  <a:pt x="5827" y="6125"/>
                </a:moveTo>
                <a:lnTo>
                  <a:pt x="7002" y="6125"/>
                </a:lnTo>
                <a:lnTo>
                  <a:pt x="7002" y="8371"/>
                </a:lnTo>
                <a:lnTo>
                  <a:pt x="5827" y="8371"/>
                </a:lnTo>
                <a:lnTo>
                  <a:pt x="5827" y="6125"/>
                </a:lnTo>
                <a:close/>
                <a:moveTo>
                  <a:pt x="2555" y="9137"/>
                </a:moveTo>
                <a:lnTo>
                  <a:pt x="3731" y="9137"/>
                </a:lnTo>
                <a:lnTo>
                  <a:pt x="3731" y="11382"/>
                </a:lnTo>
                <a:lnTo>
                  <a:pt x="2555" y="11382"/>
                </a:lnTo>
                <a:lnTo>
                  <a:pt x="2555" y="9137"/>
                </a:lnTo>
                <a:close/>
                <a:moveTo>
                  <a:pt x="2555" y="3318"/>
                </a:moveTo>
                <a:lnTo>
                  <a:pt x="3731" y="3318"/>
                </a:lnTo>
                <a:lnTo>
                  <a:pt x="3731" y="5564"/>
                </a:lnTo>
                <a:lnTo>
                  <a:pt x="2555" y="5564"/>
                </a:lnTo>
                <a:lnTo>
                  <a:pt x="2555" y="3318"/>
                </a:lnTo>
                <a:close/>
                <a:moveTo>
                  <a:pt x="9525" y="8065"/>
                </a:moveTo>
                <a:lnTo>
                  <a:pt x="10393" y="8065"/>
                </a:lnTo>
                <a:lnTo>
                  <a:pt x="10393" y="9494"/>
                </a:lnTo>
                <a:lnTo>
                  <a:pt x="9525" y="9494"/>
                </a:lnTo>
                <a:lnTo>
                  <a:pt x="9525" y="8065"/>
                </a:lnTo>
                <a:close/>
                <a:moveTo>
                  <a:pt x="13818" y="10464"/>
                </a:moveTo>
                <a:lnTo>
                  <a:pt x="14687" y="10464"/>
                </a:lnTo>
                <a:lnTo>
                  <a:pt x="14687" y="11893"/>
                </a:lnTo>
                <a:lnTo>
                  <a:pt x="13818" y="11893"/>
                </a:lnTo>
                <a:lnTo>
                  <a:pt x="13818" y="10464"/>
                </a:lnTo>
                <a:close/>
                <a:moveTo>
                  <a:pt x="12387" y="10464"/>
                </a:moveTo>
                <a:lnTo>
                  <a:pt x="13256" y="10464"/>
                </a:lnTo>
                <a:lnTo>
                  <a:pt x="13256" y="11893"/>
                </a:lnTo>
                <a:lnTo>
                  <a:pt x="12387" y="11893"/>
                </a:lnTo>
                <a:lnTo>
                  <a:pt x="12387" y="10464"/>
                </a:lnTo>
                <a:close/>
                <a:moveTo>
                  <a:pt x="10955" y="10464"/>
                </a:moveTo>
                <a:lnTo>
                  <a:pt x="11825" y="10464"/>
                </a:lnTo>
                <a:lnTo>
                  <a:pt x="11825" y="11893"/>
                </a:lnTo>
                <a:lnTo>
                  <a:pt x="10955" y="11893"/>
                </a:lnTo>
                <a:lnTo>
                  <a:pt x="10955" y="10464"/>
                </a:lnTo>
                <a:close/>
                <a:moveTo>
                  <a:pt x="9525" y="10464"/>
                </a:moveTo>
                <a:lnTo>
                  <a:pt x="10393" y="10464"/>
                </a:lnTo>
                <a:lnTo>
                  <a:pt x="10393" y="11893"/>
                </a:lnTo>
                <a:lnTo>
                  <a:pt x="9525" y="11893"/>
                </a:lnTo>
                <a:lnTo>
                  <a:pt x="9525" y="10464"/>
                </a:lnTo>
                <a:close/>
                <a:moveTo>
                  <a:pt x="13818" y="8065"/>
                </a:moveTo>
                <a:lnTo>
                  <a:pt x="14687" y="8065"/>
                </a:lnTo>
                <a:lnTo>
                  <a:pt x="14687" y="9494"/>
                </a:lnTo>
                <a:lnTo>
                  <a:pt x="13818" y="9494"/>
                </a:lnTo>
                <a:lnTo>
                  <a:pt x="13818" y="8065"/>
                </a:lnTo>
                <a:close/>
                <a:moveTo>
                  <a:pt x="12387" y="8065"/>
                </a:moveTo>
                <a:lnTo>
                  <a:pt x="13256" y="8065"/>
                </a:lnTo>
                <a:lnTo>
                  <a:pt x="13256" y="9494"/>
                </a:lnTo>
                <a:lnTo>
                  <a:pt x="12387" y="9494"/>
                </a:lnTo>
                <a:lnTo>
                  <a:pt x="12387" y="8065"/>
                </a:lnTo>
                <a:close/>
                <a:moveTo>
                  <a:pt x="10955" y="8065"/>
                </a:moveTo>
                <a:lnTo>
                  <a:pt x="11825" y="8065"/>
                </a:lnTo>
                <a:lnTo>
                  <a:pt x="11825" y="9494"/>
                </a:lnTo>
                <a:lnTo>
                  <a:pt x="10955" y="9494"/>
                </a:lnTo>
                <a:lnTo>
                  <a:pt x="10955" y="8065"/>
                </a:lnTo>
                <a:close/>
              </a:path>
            </a:pathLst>
          </a:custGeom>
          <a:solidFill>
            <a:srgbClr val="FFA21B"/>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128" name="组合 74"/>
          <p:cNvGrpSpPr>
            <a:grpSpLocks noChangeAspect="1"/>
          </p:cNvGrpSpPr>
          <p:nvPr/>
        </p:nvGrpSpPr>
        <p:grpSpPr>
          <a:xfrm>
            <a:off x="8255653" y="2305026"/>
            <a:ext cx="552406" cy="742373"/>
            <a:chOff x="-1146175" y="2979738"/>
            <a:chExt cx="701675" cy="942975"/>
          </a:xfrm>
          <a:solidFill>
            <a:srgbClr val="FFA21B"/>
          </a:solidFill>
        </p:grpSpPr>
        <p:sp>
          <p:nvSpPr>
            <p:cNvPr id="129" name="Freeform 14"/>
            <p:cNvSpPr>
              <a:spLocks noEditPoints="1"/>
            </p:cNvSpPr>
            <p:nvPr/>
          </p:nvSpPr>
          <p:spPr bwMode="auto">
            <a:xfrm>
              <a:off x="-744538" y="3440113"/>
              <a:ext cx="300038" cy="482600"/>
            </a:xfrm>
            <a:custGeom>
              <a:avLst/>
              <a:gdLst/>
              <a:ahLst/>
              <a:cxnLst>
                <a:cxn ang="0">
                  <a:pos x="310" y="0"/>
                </a:cxn>
                <a:cxn ang="0">
                  <a:pos x="0" y="542"/>
                </a:cxn>
                <a:cxn ang="0">
                  <a:pos x="154" y="8057"/>
                </a:cxn>
                <a:cxn ang="0">
                  <a:pos x="3022" y="8212"/>
                </a:cxn>
                <a:cxn ang="0">
                  <a:pos x="3254" y="6430"/>
                </a:cxn>
                <a:cxn ang="0">
                  <a:pos x="4262" y="6740"/>
                </a:cxn>
                <a:cxn ang="0">
                  <a:pos x="4804" y="8212"/>
                </a:cxn>
                <a:cxn ang="0">
                  <a:pos x="5114" y="7670"/>
                </a:cxn>
                <a:cxn ang="0">
                  <a:pos x="4959" y="154"/>
                </a:cxn>
                <a:cxn ang="0">
                  <a:pos x="2169" y="6972"/>
                </a:cxn>
                <a:cxn ang="0">
                  <a:pos x="1162" y="7205"/>
                </a:cxn>
                <a:cxn ang="0">
                  <a:pos x="929" y="6662"/>
                </a:cxn>
                <a:cxn ang="0">
                  <a:pos x="1937" y="6430"/>
                </a:cxn>
                <a:cxn ang="0">
                  <a:pos x="2169" y="6972"/>
                </a:cxn>
                <a:cxn ang="0">
                  <a:pos x="1937" y="5810"/>
                </a:cxn>
                <a:cxn ang="0">
                  <a:pos x="929" y="5578"/>
                </a:cxn>
                <a:cxn ang="0">
                  <a:pos x="1162" y="5035"/>
                </a:cxn>
                <a:cxn ang="0">
                  <a:pos x="2169" y="5268"/>
                </a:cxn>
                <a:cxn ang="0">
                  <a:pos x="2092" y="4338"/>
                </a:cxn>
                <a:cxn ang="0">
                  <a:pos x="1007" y="4338"/>
                </a:cxn>
                <a:cxn ang="0">
                  <a:pos x="1007" y="3718"/>
                </a:cxn>
                <a:cxn ang="0">
                  <a:pos x="2092" y="3718"/>
                </a:cxn>
                <a:cxn ang="0">
                  <a:pos x="2169" y="2866"/>
                </a:cxn>
                <a:cxn ang="0">
                  <a:pos x="1162" y="3099"/>
                </a:cxn>
                <a:cxn ang="0">
                  <a:pos x="929" y="2556"/>
                </a:cxn>
                <a:cxn ang="0">
                  <a:pos x="1937" y="2324"/>
                </a:cxn>
                <a:cxn ang="0">
                  <a:pos x="2169" y="2866"/>
                </a:cxn>
                <a:cxn ang="0">
                  <a:pos x="1937" y="1704"/>
                </a:cxn>
                <a:cxn ang="0">
                  <a:pos x="929" y="1471"/>
                </a:cxn>
                <a:cxn ang="0">
                  <a:pos x="1162" y="929"/>
                </a:cxn>
                <a:cxn ang="0">
                  <a:pos x="2169" y="1161"/>
                </a:cxn>
                <a:cxn ang="0">
                  <a:pos x="4106" y="5733"/>
                </a:cxn>
                <a:cxn ang="0">
                  <a:pos x="3022" y="5733"/>
                </a:cxn>
                <a:cxn ang="0">
                  <a:pos x="3022" y="5113"/>
                </a:cxn>
                <a:cxn ang="0">
                  <a:pos x="4106" y="5113"/>
                </a:cxn>
                <a:cxn ang="0">
                  <a:pos x="4185" y="4183"/>
                </a:cxn>
                <a:cxn ang="0">
                  <a:pos x="3177" y="4416"/>
                </a:cxn>
                <a:cxn ang="0">
                  <a:pos x="2944" y="3873"/>
                </a:cxn>
                <a:cxn ang="0">
                  <a:pos x="3952" y="3641"/>
                </a:cxn>
                <a:cxn ang="0">
                  <a:pos x="4185" y="4183"/>
                </a:cxn>
                <a:cxn ang="0">
                  <a:pos x="3952" y="3099"/>
                </a:cxn>
                <a:cxn ang="0">
                  <a:pos x="2944" y="2866"/>
                </a:cxn>
                <a:cxn ang="0">
                  <a:pos x="3177" y="2324"/>
                </a:cxn>
                <a:cxn ang="0">
                  <a:pos x="4185" y="2556"/>
                </a:cxn>
                <a:cxn ang="0">
                  <a:pos x="4106" y="1626"/>
                </a:cxn>
                <a:cxn ang="0">
                  <a:pos x="3022" y="1626"/>
                </a:cxn>
                <a:cxn ang="0">
                  <a:pos x="3022" y="1007"/>
                </a:cxn>
                <a:cxn ang="0">
                  <a:pos x="4106" y="1007"/>
                </a:cxn>
              </a:cxnLst>
              <a:rect l="0" t="0" r="r" b="b"/>
              <a:pathLst>
                <a:path w="5114" h="8212">
                  <a:moveTo>
                    <a:pt x="4572" y="0"/>
                  </a:moveTo>
                  <a:lnTo>
                    <a:pt x="542" y="0"/>
                  </a:lnTo>
                  <a:lnTo>
                    <a:pt x="310" y="0"/>
                  </a:lnTo>
                  <a:lnTo>
                    <a:pt x="154" y="154"/>
                  </a:lnTo>
                  <a:lnTo>
                    <a:pt x="0" y="309"/>
                  </a:lnTo>
                  <a:lnTo>
                    <a:pt x="0" y="542"/>
                  </a:lnTo>
                  <a:lnTo>
                    <a:pt x="0" y="7670"/>
                  </a:lnTo>
                  <a:lnTo>
                    <a:pt x="0" y="7902"/>
                  </a:lnTo>
                  <a:lnTo>
                    <a:pt x="154" y="8057"/>
                  </a:lnTo>
                  <a:lnTo>
                    <a:pt x="310" y="8212"/>
                  </a:lnTo>
                  <a:lnTo>
                    <a:pt x="542" y="8212"/>
                  </a:lnTo>
                  <a:lnTo>
                    <a:pt x="3022" y="8212"/>
                  </a:lnTo>
                  <a:lnTo>
                    <a:pt x="3022" y="6740"/>
                  </a:lnTo>
                  <a:lnTo>
                    <a:pt x="3099" y="6508"/>
                  </a:lnTo>
                  <a:lnTo>
                    <a:pt x="3254" y="6430"/>
                  </a:lnTo>
                  <a:lnTo>
                    <a:pt x="4029" y="6430"/>
                  </a:lnTo>
                  <a:lnTo>
                    <a:pt x="4185" y="6508"/>
                  </a:lnTo>
                  <a:lnTo>
                    <a:pt x="4262" y="6740"/>
                  </a:lnTo>
                  <a:lnTo>
                    <a:pt x="4262" y="8212"/>
                  </a:lnTo>
                  <a:lnTo>
                    <a:pt x="4572" y="8212"/>
                  </a:lnTo>
                  <a:lnTo>
                    <a:pt x="4804" y="8212"/>
                  </a:lnTo>
                  <a:lnTo>
                    <a:pt x="4959" y="8057"/>
                  </a:lnTo>
                  <a:lnTo>
                    <a:pt x="5114" y="7902"/>
                  </a:lnTo>
                  <a:lnTo>
                    <a:pt x="5114" y="7670"/>
                  </a:lnTo>
                  <a:lnTo>
                    <a:pt x="5114" y="542"/>
                  </a:lnTo>
                  <a:lnTo>
                    <a:pt x="5114" y="309"/>
                  </a:lnTo>
                  <a:lnTo>
                    <a:pt x="4959" y="154"/>
                  </a:lnTo>
                  <a:lnTo>
                    <a:pt x="4804" y="0"/>
                  </a:lnTo>
                  <a:lnTo>
                    <a:pt x="4572" y="0"/>
                  </a:lnTo>
                  <a:close/>
                  <a:moveTo>
                    <a:pt x="2169" y="6972"/>
                  </a:moveTo>
                  <a:lnTo>
                    <a:pt x="2092" y="7127"/>
                  </a:lnTo>
                  <a:lnTo>
                    <a:pt x="1937" y="7205"/>
                  </a:lnTo>
                  <a:lnTo>
                    <a:pt x="1162" y="7205"/>
                  </a:lnTo>
                  <a:lnTo>
                    <a:pt x="1007" y="7127"/>
                  </a:lnTo>
                  <a:lnTo>
                    <a:pt x="929" y="6972"/>
                  </a:lnTo>
                  <a:lnTo>
                    <a:pt x="929" y="6662"/>
                  </a:lnTo>
                  <a:lnTo>
                    <a:pt x="1007" y="6508"/>
                  </a:lnTo>
                  <a:lnTo>
                    <a:pt x="1162" y="6430"/>
                  </a:lnTo>
                  <a:lnTo>
                    <a:pt x="1937" y="6430"/>
                  </a:lnTo>
                  <a:lnTo>
                    <a:pt x="2092" y="6508"/>
                  </a:lnTo>
                  <a:lnTo>
                    <a:pt x="2169" y="6662"/>
                  </a:lnTo>
                  <a:lnTo>
                    <a:pt x="2169" y="6972"/>
                  </a:lnTo>
                  <a:close/>
                  <a:moveTo>
                    <a:pt x="2169" y="5578"/>
                  </a:moveTo>
                  <a:lnTo>
                    <a:pt x="2092" y="5733"/>
                  </a:lnTo>
                  <a:lnTo>
                    <a:pt x="1937" y="5810"/>
                  </a:lnTo>
                  <a:lnTo>
                    <a:pt x="1162" y="5810"/>
                  </a:lnTo>
                  <a:lnTo>
                    <a:pt x="1007" y="5733"/>
                  </a:lnTo>
                  <a:lnTo>
                    <a:pt x="929" y="5578"/>
                  </a:lnTo>
                  <a:lnTo>
                    <a:pt x="929" y="5268"/>
                  </a:lnTo>
                  <a:lnTo>
                    <a:pt x="1007" y="5113"/>
                  </a:lnTo>
                  <a:lnTo>
                    <a:pt x="1162" y="5035"/>
                  </a:lnTo>
                  <a:lnTo>
                    <a:pt x="1937" y="5035"/>
                  </a:lnTo>
                  <a:lnTo>
                    <a:pt x="2092" y="5113"/>
                  </a:lnTo>
                  <a:lnTo>
                    <a:pt x="2169" y="5268"/>
                  </a:lnTo>
                  <a:lnTo>
                    <a:pt x="2169" y="5578"/>
                  </a:lnTo>
                  <a:close/>
                  <a:moveTo>
                    <a:pt x="2169" y="4183"/>
                  </a:moveTo>
                  <a:lnTo>
                    <a:pt x="2092" y="4338"/>
                  </a:lnTo>
                  <a:lnTo>
                    <a:pt x="1937" y="4416"/>
                  </a:lnTo>
                  <a:lnTo>
                    <a:pt x="1162" y="4416"/>
                  </a:lnTo>
                  <a:lnTo>
                    <a:pt x="1007" y="4338"/>
                  </a:lnTo>
                  <a:lnTo>
                    <a:pt x="929" y="4183"/>
                  </a:lnTo>
                  <a:lnTo>
                    <a:pt x="929" y="3873"/>
                  </a:lnTo>
                  <a:lnTo>
                    <a:pt x="1007" y="3718"/>
                  </a:lnTo>
                  <a:lnTo>
                    <a:pt x="1162" y="3641"/>
                  </a:lnTo>
                  <a:lnTo>
                    <a:pt x="1937" y="3641"/>
                  </a:lnTo>
                  <a:lnTo>
                    <a:pt x="2092" y="3718"/>
                  </a:lnTo>
                  <a:lnTo>
                    <a:pt x="2169" y="3873"/>
                  </a:lnTo>
                  <a:lnTo>
                    <a:pt x="2169" y="4183"/>
                  </a:lnTo>
                  <a:close/>
                  <a:moveTo>
                    <a:pt x="2169" y="2866"/>
                  </a:moveTo>
                  <a:lnTo>
                    <a:pt x="2092" y="3021"/>
                  </a:lnTo>
                  <a:lnTo>
                    <a:pt x="1937" y="3099"/>
                  </a:lnTo>
                  <a:lnTo>
                    <a:pt x="1162" y="3099"/>
                  </a:lnTo>
                  <a:lnTo>
                    <a:pt x="1007" y="3021"/>
                  </a:lnTo>
                  <a:lnTo>
                    <a:pt x="929" y="2866"/>
                  </a:lnTo>
                  <a:lnTo>
                    <a:pt x="929" y="2556"/>
                  </a:lnTo>
                  <a:lnTo>
                    <a:pt x="1007" y="2401"/>
                  </a:lnTo>
                  <a:lnTo>
                    <a:pt x="1162" y="2324"/>
                  </a:lnTo>
                  <a:lnTo>
                    <a:pt x="1937" y="2324"/>
                  </a:lnTo>
                  <a:lnTo>
                    <a:pt x="2092" y="2401"/>
                  </a:lnTo>
                  <a:lnTo>
                    <a:pt x="2169" y="2556"/>
                  </a:lnTo>
                  <a:lnTo>
                    <a:pt x="2169" y="2866"/>
                  </a:lnTo>
                  <a:close/>
                  <a:moveTo>
                    <a:pt x="2169" y="1471"/>
                  </a:moveTo>
                  <a:lnTo>
                    <a:pt x="2092" y="1626"/>
                  </a:lnTo>
                  <a:lnTo>
                    <a:pt x="1937" y="1704"/>
                  </a:lnTo>
                  <a:lnTo>
                    <a:pt x="1162" y="1704"/>
                  </a:lnTo>
                  <a:lnTo>
                    <a:pt x="1007" y="1626"/>
                  </a:lnTo>
                  <a:lnTo>
                    <a:pt x="929" y="1471"/>
                  </a:lnTo>
                  <a:lnTo>
                    <a:pt x="929" y="1161"/>
                  </a:lnTo>
                  <a:lnTo>
                    <a:pt x="1007" y="1007"/>
                  </a:lnTo>
                  <a:lnTo>
                    <a:pt x="1162" y="929"/>
                  </a:lnTo>
                  <a:lnTo>
                    <a:pt x="1937" y="929"/>
                  </a:lnTo>
                  <a:lnTo>
                    <a:pt x="2092" y="1007"/>
                  </a:lnTo>
                  <a:lnTo>
                    <a:pt x="2169" y="1161"/>
                  </a:lnTo>
                  <a:lnTo>
                    <a:pt x="2169" y="1471"/>
                  </a:lnTo>
                  <a:close/>
                  <a:moveTo>
                    <a:pt x="4185" y="5578"/>
                  </a:moveTo>
                  <a:lnTo>
                    <a:pt x="4106" y="5733"/>
                  </a:lnTo>
                  <a:lnTo>
                    <a:pt x="3952" y="5810"/>
                  </a:lnTo>
                  <a:lnTo>
                    <a:pt x="3177" y="5810"/>
                  </a:lnTo>
                  <a:lnTo>
                    <a:pt x="3022" y="5733"/>
                  </a:lnTo>
                  <a:lnTo>
                    <a:pt x="2944" y="5578"/>
                  </a:lnTo>
                  <a:lnTo>
                    <a:pt x="2944" y="5268"/>
                  </a:lnTo>
                  <a:lnTo>
                    <a:pt x="3022" y="5113"/>
                  </a:lnTo>
                  <a:lnTo>
                    <a:pt x="3177" y="5035"/>
                  </a:lnTo>
                  <a:lnTo>
                    <a:pt x="3952" y="5035"/>
                  </a:lnTo>
                  <a:lnTo>
                    <a:pt x="4106" y="5113"/>
                  </a:lnTo>
                  <a:lnTo>
                    <a:pt x="4185" y="5268"/>
                  </a:lnTo>
                  <a:lnTo>
                    <a:pt x="4185" y="5578"/>
                  </a:lnTo>
                  <a:close/>
                  <a:moveTo>
                    <a:pt x="4185" y="4183"/>
                  </a:moveTo>
                  <a:lnTo>
                    <a:pt x="4106" y="4338"/>
                  </a:lnTo>
                  <a:lnTo>
                    <a:pt x="3952" y="4416"/>
                  </a:lnTo>
                  <a:lnTo>
                    <a:pt x="3177" y="4416"/>
                  </a:lnTo>
                  <a:lnTo>
                    <a:pt x="3022" y="4338"/>
                  </a:lnTo>
                  <a:lnTo>
                    <a:pt x="2944" y="4183"/>
                  </a:lnTo>
                  <a:lnTo>
                    <a:pt x="2944" y="3873"/>
                  </a:lnTo>
                  <a:lnTo>
                    <a:pt x="3022" y="3718"/>
                  </a:lnTo>
                  <a:lnTo>
                    <a:pt x="3177" y="3641"/>
                  </a:lnTo>
                  <a:lnTo>
                    <a:pt x="3952" y="3641"/>
                  </a:lnTo>
                  <a:lnTo>
                    <a:pt x="4106" y="3718"/>
                  </a:lnTo>
                  <a:lnTo>
                    <a:pt x="4185" y="3873"/>
                  </a:lnTo>
                  <a:lnTo>
                    <a:pt x="4185" y="4183"/>
                  </a:lnTo>
                  <a:close/>
                  <a:moveTo>
                    <a:pt x="4185" y="2866"/>
                  </a:moveTo>
                  <a:lnTo>
                    <a:pt x="4106" y="3021"/>
                  </a:lnTo>
                  <a:lnTo>
                    <a:pt x="3952" y="3099"/>
                  </a:lnTo>
                  <a:lnTo>
                    <a:pt x="3177" y="3099"/>
                  </a:lnTo>
                  <a:lnTo>
                    <a:pt x="3022" y="3021"/>
                  </a:lnTo>
                  <a:lnTo>
                    <a:pt x="2944" y="2866"/>
                  </a:lnTo>
                  <a:lnTo>
                    <a:pt x="2944" y="2556"/>
                  </a:lnTo>
                  <a:lnTo>
                    <a:pt x="3022" y="2401"/>
                  </a:lnTo>
                  <a:lnTo>
                    <a:pt x="3177" y="2324"/>
                  </a:lnTo>
                  <a:lnTo>
                    <a:pt x="3952" y="2324"/>
                  </a:lnTo>
                  <a:lnTo>
                    <a:pt x="4106" y="2401"/>
                  </a:lnTo>
                  <a:lnTo>
                    <a:pt x="4185" y="2556"/>
                  </a:lnTo>
                  <a:lnTo>
                    <a:pt x="4185" y="2866"/>
                  </a:lnTo>
                  <a:close/>
                  <a:moveTo>
                    <a:pt x="4185" y="1471"/>
                  </a:moveTo>
                  <a:lnTo>
                    <a:pt x="4106" y="1626"/>
                  </a:lnTo>
                  <a:lnTo>
                    <a:pt x="3952" y="1704"/>
                  </a:lnTo>
                  <a:lnTo>
                    <a:pt x="3177" y="1704"/>
                  </a:lnTo>
                  <a:lnTo>
                    <a:pt x="3022" y="1626"/>
                  </a:lnTo>
                  <a:lnTo>
                    <a:pt x="2944" y="1471"/>
                  </a:lnTo>
                  <a:lnTo>
                    <a:pt x="2944" y="1161"/>
                  </a:lnTo>
                  <a:lnTo>
                    <a:pt x="3022" y="1007"/>
                  </a:lnTo>
                  <a:lnTo>
                    <a:pt x="3177" y="929"/>
                  </a:lnTo>
                  <a:lnTo>
                    <a:pt x="3952" y="929"/>
                  </a:lnTo>
                  <a:lnTo>
                    <a:pt x="4106" y="1007"/>
                  </a:lnTo>
                  <a:lnTo>
                    <a:pt x="4185" y="1161"/>
                  </a:lnTo>
                  <a:lnTo>
                    <a:pt x="4185" y="14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15"/>
            <p:cNvSpPr>
              <a:spLocks noEditPoints="1"/>
            </p:cNvSpPr>
            <p:nvPr/>
          </p:nvSpPr>
          <p:spPr bwMode="auto">
            <a:xfrm>
              <a:off x="-1146175" y="2979738"/>
              <a:ext cx="346075" cy="938213"/>
            </a:xfrm>
            <a:custGeom>
              <a:avLst/>
              <a:gdLst/>
              <a:ahLst/>
              <a:cxnLst>
                <a:cxn ang="0">
                  <a:pos x="4804" y="4184"/>
                </a:cxn>
                <a:cxn ang="0">
                  <a:pos x="4339" y="3796"/>
                </a:cxn>
                <a:cxn ang="0">
                  <a:pos x="3797" y="3021"/>
                </a:cxn>
                <a:cxn ang="0">
                  <a:pos x="3100" y="310"/>
                </a:cxn>
                <a:cxn ang="0">
                  <a:pos x="2790" y="77"/>
                </a:cxn>
                <a:cxn ang="0">
                  <a:pos x="2325" y="2944"/>
                </a:cxn>
                <a:cxn ang="0">
                  <a:pos x="1550" y="3486"/>
                </a:cxn>
                <a:cxn ang="0">
                  <a:pos x="1240" y="4029"/>
                </a:cxn>
                <a:cxn ang="0">
                  <a:pos x="852" y="4726"/>
                </a:cxn>
                <a:cxn ang="0">
                  <a:pos x="77" y="5191"/>
                </a:cxn>
                <a:cxn ang="0">
                  <a:pos x="0" y="15651"/>
                </a:cxn>
                <a:cxn ang="0">
                  <a:pos x="542" y="15961"/>
                </a:cxn>
                <a:cxn ang="0">
                  <a:pos x="2170" y="14023"/>
                </a:cxn>
                <a:cxn ang="0">
                  <a:pos x="3564" y="13869"/>
                </a:cxn>
                <a:cxn ang="0">
                  <a:pos x="3642" y="15961"/>
                </a:cxn>
                <a:cxn ang="0">
                  <a:pos x="5270" y="15961"/>
                </a:cxn>
                <a:cxn ang="0">
                  <a:pos x="5812" y="15651"/>
                </a:cxn>
                <a:cxn ang="0">
                  <a:pos x="5812" y="5191"/>
                </a:cxn>
                <a:cxn ang="0">
                  <a:pos x="5037" y="4726"/>
                </a:cxn>
                <a:cxn ang="0">
                  <a:pos x="1473" y="12552"/>
                </a:cxn>
                <a:cxn ang="0">
                  <a:pos x="1240" y="12319"/>
                </a:cxn>
                <a:cxn ang="0">
                  <a:pos x="1473" y="12009"/>
                </a:cxn>
                <a:cxn ang="0">
                  <a:pos x="4339" y="12009"/>
                </a:cxn>
                <a:cxn ang="0">
                  <a:pos x="4572" y="12319"/>
                </a:cxn>
                <a:cxn ang="0">
                  <a:pos x="4339" y="12552"/>
                </a:cxn>
                <a:cxn ang="0">
                  <a:pos x="1627" y="11002"/>
                </a:cxn>
                <a:cxn ang="0">
                  <a:pos x="1317" y="10847"/>
                </a:cxn>
                <a:cxn ang="0">
                  <a:pos x="1395" y="10460"/>
                </a:cxn>
                <a:cxn ang="0">
                  <a:pos x="4185" y="10382"/>
                </a:cxn>
                <a:cxn ang="0">
                  <a:pos x="4572" y="10537"/>
                </a:cxn>
                <a:cxn ang="0">
                  <a:pos x="4495" y="10925"/>
                </a:cxn>
                <a:cxn ang="0">
                  <a:pos x="4185" y="9452"/>
                </a:cxn>
                <a:cxn ang="0">
                  <a:pos x="1395" y="9297"/>
                </a:cxn>
                <a:cxn ang="0">
                  <a:pos x="1317" y="8987"/>
                </a:cxn>
                <a:cxn ang="0">
                  <a:pos x="1627" y="8755"/>
                </a:cxn>
                <a:cxn ang="0">
                  <a:pos x="4495" y="8833"/>
                </a:cxn>
                <a:cxn ang="0">
                  <a:pos x="4572" y="9220"/>
                </a:cxn>
                <a:cxn ang="0">
                  <a:pos x="4185" y="9452"/>
                </a:cxn>
                <a:cxn ang="0">
                  <a:pos x="1473" y="7826"/>
                </a:cxn>
                <a:cxn ang="0">
                  <a:pos x="1240" y="7516"/>
                </a:cxn>
                <a:cxn ang="0">
                  <a:pos x="1473" y="7205"/>
                </a:cxn>
                <a:cxn ang="0">
                  <a:pos x="4339" y="7205"/>
                </a:cxn>
                <a:cxn ang="0">
                  <a:pos x="4572" y="7516"/>
                </a:cxn>
                <a:cxn ang="0">
                  <a:pos x="4339" y="7826"/>
                </a:cxn>
                <a:cxn ang="0">
                  <a:pos x="1627" y="6276"/>
                </a:cxn>
                <a:cxn ang="0">
                  <a:pos x="1317" y="6043"/>
                </a:cxn>
                <a:cxn ang="0">
                  <a:pos x="1395" y="5656"/>
                </a:cxn>
                <a:cxn ang="0">
                  <a:pos x="4185" y="5578"/>
                </a:cxn>
                <a:cxn ang="0">
                  <a:pos x="4572" y="5811"/>
                </a:cxn>
                <a:cxn ang="0">
                  <a:pos x="4495" y="6121"/>
                </a:cxn>
              </a:cxnLst>
              <a:rect l="0" t="0" r="r" b="b"/>
              <a:pathLst>
                <a:path w="5889" h="15961">
                  <a:moveTo>
                    <a:pt x="5037" y="4726"/>
                  </a:moveTo>
                  <a:lnTo>
                    <a:pt x="4960" y="4416"/>
                  </a:lnTo>
                  <a:lnTo>
                    <a:pt x="4804" y="4184"/>
                  </a:lnTo>
                  <a:lnTo>
                    <a:pt x="4572" y="4029"/>
                  </a:lnTo>
                  <a:lnTo>
                    <a:pt x="4339" y="3951"/>
                  </a:lnTo>
                  <a:lnTo>
                    <a:pt x="4339" y="3796"/>
                  </a:lnTo>
                  <a:lnTo>
                    <a:pt x="4262" y="3486"/>
                  </a:lnTo>
                  <a:lnTo>
                    <a:pt x="4107" y="3177"/>
                  </a:lnTo>
                  <a:lnTo>
                    <a:pt x="3797" y="3021"/>
                  </a:lnTo>
                  <a:lnTo>
                    <a:pt x="3487" y="2944"/>
                  </a:lnTo>
                  <a:lnTo>
                    <a:pt x="3254" y="2944"/>
                  </a:lnTo>
                  <a:lnTo>
                    <a:pt x="3100" y="310"/>
                  </a:lnTo>
                  <a:lnTo>
                    <a:pt x="3022" y="77"/>
                  </a:lnTo>
                  <a:lnTo>
                    <a:pt x="2945" y="0"/>
                  </a:lnTo>
                  <a:lnTo>
                    <a:pt x="2790" y="77"/>
                  </a:lnTo>
                  <a:lnTo>
                    <a:pt x="2790" y="310"/>
                  </a:lnTo>
                  <a:lnTo>
                    <a:pt x="2635" y="2944"/>
                  </a:lnTo>
                  <a:lnTo>
                    <a:pt x="2325" y="2944"/>
                  </a:lnTo>
                  <a:lnTo>
                    <a:pt x="2015" y="3021"/>
                  </a:lnTo>
                  <a:lnTo>
                    <a:pt x="1783" y="3177"/>
                  </a:lnTo>
                  <a:lnTo>
                    <a:pt x="1550" y="3486"/>
                  </a:lnTo>
                  <a:lnTo>
                    <a:pt x="1550" y="3796"/>
                  </a:lnTo>
                  <a:lnTo>
                    <a:pt x="1550" y="3951"/>
                  </a:lnTo>
                  <a:lnTo>
                    <a:pt x="1240" y="4029"/>
                  </a:lnTo>
                  <a:lnTo>
                    <a:pt x="1008" y="4184"/>
                  </a:lnTo>
                  <a:lnTo>
                    <a:pt x="852" y="4416"/>
                  </a:lnTo>
                  <a:lnTo>
                    <a:pt x="852" y="4726"/>
                  </a:lnTo>
                  <a:lnTo>
                    <a:pt x="465" y="4803"/>
                  </a:lnTo>
                  <a:lnTo>
                    <a:pt x="233" y="4959"/>
                  </a:lnTo>
                  <a:lnTo>
                    <a:pt x="77" y="5191"/>
                  </a:lnTo>
                  <a:lnTo>
                    <a:pt x="0" y="5578"/>
                  </a:lnTo>
                  <a:lnTo>
                    <a:pt x="0" y="15419"/>
                  </a:lnTo>
                  <a:lnTo>
                    <a:pt x="0" y="15651"/>
                  </a:lnTo>
                  <a:lnTo>
                    <a:pt x="155" y="15805"/>
                  </a:lnTo>
                  <a:lnTo>
                    <a:pt x="310" y="15961"/>
                  </a:lnTo>
                  <a:lnTo>
                    <a:pt x="542" y="15961"/>
                  </a:lnTo>
                  <a:lnTo>
                    <a:pt x="1627" y="15961"/>
                  </a:lnTo>
                  <a:lnTo>
                    <a:pt x="2170" y="15961"/>
                  </a:lnTo>
                  <a:lnTo>
                    <a:pt x="2170" y="14023"/>
                  </a:lnTo>
                  <a:lnTo>
                    <a:pt x="2247" y="13946"/>
                  </a:lnTo>
                  <a:lnTo>
                    <a:pt x="2325" y="13869"/>
                  </a:lnTo>
                  <a:lnTo>
                    <a:pt x="3564" y="13869"/>
                  </a:lnTo>
                  <a:lnTo>
                    <a:pt x="3642" y="13946"/>
                  </a:lnTo>
                  <a:lnTo>
                    <a:pt x="3642" y="14023"/>
                  </a:lnTo>
                  <a:lnTo>
                    <a:pt x="3642" y="15961"/>
                  </a:lnTo>
                  <a:lnTo>
                    <a:pt x="4185" y="15961"/>
                  </a:lnTo>
                  <a:lnTo>
                    <a:pt x="4262" y="15961"/>
                  </a:lnTo>
                  <a:lnTo>
                    <a:pt x="5270" y="15961"/>
                  </a:lnTo>
                  <a:lnTo>
                    <a:pt x="5502" y="15961"/>
                  </a:lnTo>
                  <a:lnTo>
                    <a:pt x="5735" y="15805"/>
                  </a:lnTo>
                  <a:lnTo>
                    <a:pt x="5812" y="15651"/>
                  </a:lnTo>
                  <a:lnTo>
                    <a:pt x="5889" y="15419"/>
                  </a:lnTo>
                  <a:lnTo>
                    <a:pt x="5889" y="5578"/>
                  </a:lnTo>
                  <a:lnTo>
                    <a:pt x="5812" y="5191"/>
                  </a:lnTo>
                  <a:lnTo>
                    <a:pt x="5657" y="4959"/>
                  </a:lnTo>
                  <a:lnTo>
                    <a:pt x="5347" y="4803"/>
                  </a:lnTo>
                  <a:lnTo>
                    <a:pt x="5037" y="4726"/>
                  </a:lnTo>
                  <a:close/>
                  <a:moveTo>
                    <a:pt x="4185" y="12629"/>
                  </a:moveTo>
                  <a:lnTo>
                    <a:pt x="1627" y="12629"/>
                  </a:lnTo>
                  <a:lnTo>
                    <a:pt x="1473" y="12552"/>
                  </a:lnTo>
                  <a:lnTo>
                    <a:pt x="1395" y="12552"/>
                  </a:lnTo>
                  <a:lnTo>
                    <a:pt x="1317" y="12396"/>
                  </a:lnTo>
                  <a:lnTo>
                    <a:pt x="1240" y="12319"/>
                  </a:lnTo>
                  <a:lnTo>
                    <a:pt x="1317" y="12164"/>
                  </a:lnTo>
                  <a:lnTo>
                    <a:pt x="1395" y="12087"/>
                  </a:lnTo>
                  <a:lnTo>
                    <a:pt x="1473" y="12009"/>
                  </a:lnTo>
                  <a:lnTo>
                    <a:pt x="1627" y="11931"/>
                  </a:lnTo>
                  <a:lnTo>
                    <a:pt x="4185" y="11931"/>
                  </a:lnTo>
                  <a:lnTo>
                    <a:pt x="4339" y="12009"/>
                  </a:lnTo>
                  <a:lnTo>
                    <a:pt x="4495" y="12087"/>
                  </a:lnTo>
                  <a:lnTo>
                    <a:pt x="4572" y="12164"/>
                  </a:lnTo>
                  <a:lnTo>
                    <a:pt x="4572" y="12319"/>
                  </a:lnTo>
                  <a:lnTo>
                    <a:pt x="4572" y="12396"/>
                  </a:lnTo>
                  <a:lnTo>
                    <a:pt x="4495" y="12552"/>
                  </a:lnTo>
                  <a:lnTo>
                    <a:pt x="4339" y="12552"/>
                  </a:lnTo>
                  <a:lnTo>
                    <a:pt x="4185" y="12629"/>
                  </a:lnTo>
                  <a:close/>
                  <a:moveTo>
                    <a:pt x="4185" y="11002"/>
                  </a:moveTo>
                  <a:lnTo>
                    <a:pt x="1627" y="11002"/>
                  </a:lnTo>
                  <a:lnTo>
                    <a:pt x="1473" y="11002"/>
                  </a:lnTo>
                  <a:lnTo>
                    <a:pt x="1395" y="10925"/>
                  </a:lnTo>
                  <a:lnTo>
                    <a:pt x="1317" y="10847"/>
                  </a:lnTo>
                  <a:lnTo>
                    <a:pt x="1240" y="10692"/>
                  </a:lnTo>
                  <a:lnTo>
                    <a:pt x="1317" y="10537"/>
                  </a:lnTo>
                  <a:lnTo>
                    <a:pt x="1395" y="10460"/>
                  </a:lnTo>
                  <a:lnTo>
                    <a:pt x="1473" y="10382"/>
                  </a:lnTo>
                  <a:lnTo>
                    <a:pt x="1627" y="10382"/>
                  </a:lnTo>
                  <a:lnTo>
                    <a:pt x="4185" y="10382"/>
                  </a:lnTo>
                  <a:lnTo>
                    <a:pt x="4339" y="10382"/>
                  </a:lnTo>
                  <a:lnTo>
                    <a:pt x="4495" y="10460"/>
                  </a:lnTo>
                  <a:lnTo>
                    <a:pt x="4572" y="10537"/>
                  </a:lnTo>
                  <a:lnTo>
                    <a:pt x="4572" y="10692"/>
                  </a:lnTo>
                  <a:lnTo>
                    <a:pt x="4572" y="10847"/>
                  </a:lnTo>
                  <a:lnTo>
                    <a:pt x="4495" y="10925"/>
                  </a:lnTo>
                  <a:lnTo>
                    <a:pt x="4339" y="11002"/>
                  </a:lnTo>
                  <a:lnTo>
                    <a:pt x="4185" y="11002"/>
                  </a:lnTo>
                  <a:close/>
                  <a:moveTo>
                    <a:pt x="4185" y="9452"/>
                  </a:moveTo>
                  <a:lnTo>
                    <a:pt x="1627" y="9452"/>
                  </a:lnTo>
                  <a:lnTo>
                    <a:pt x="1473" y="9375"/>
                  </a:lnTo>
                  <a:lnTo>
                    <a:pt x="1395" y="9297"/>
                  </a:lnTo>
                  <a:lnTo>
                    <a:pt x="1317" y="9220"/>
                  </a:lnTo>
                  <a:lnTo>
                    <a:pt x="1240" y="9064"/>
                  </a:lnTo>
                  <a:lnTo>
                    <a:pt x="1317" y="8987"/>
                  </a:lnTo>
                  <a:lnTo>
                    <a:pt x="1395" y="8833"/>
                  </a:lnTo>
                  <a:lnTo>
                    <a:pt x="1473" y="8833"/>
                  </a:lnTo>
                  <a:lnTo>
                    <a:pt x="1627" y="8755"/>
                  </a:lnTo>
                  <a:lnTo>
                    <a:pt x="4185" y="8755"/>
                  </a:lnTo>
                  <a:lnTo>
                    <a:pt x="4339" y="8833"/>
                  </a:lnTo>
                  <a:lnTo>
                    <a:pt x="4495" y="8833"/>
                  </a:lnTo>
                  <a:lnTo>
                    <a:pt x="4572" y="8987"/>
                  </a:lnTo>
                  <a:lnTo>
                    <a:pt x="4572" y="9064"/>
                  </a:lnTo>
                  <a:lnTo>
                    <a:pt x="4572" y="9220"/>
                  </a:lnTo>
                  <a:lnTo>
                    <a:pt x="4495" y="9297"/>
                  </a:lnTo>
                  <a:lnTo>
                    <a:pt x="4339" y="9375"/>
                  </a:lnTo>
                  <a:lnTo>
                    <a:pt x="4185" y="9452"/>
                  </a:lnTo>
                  <a:close/>
                  <a:moveTo>
                    <a:pt x="4185" y="7826"/>
                  </a:moveTo>
                  <a:lnTo>
                    <a:pt x="1627" y="7826"/>
                  </a:lnTo>
                  <a:lnTo>
                    <a:pt x="1473" y="7826"/>
                  </a:lnTo>
                  <a:lnTo>
                    <a:pt x="1395" y="7747"/>
                  </a:lnTo>
                  <a:lnTo>
                    <a:pt x="1317" y="7670"/>
                  </a:lnTo>
                  <a:lnTo>
                    <a:pt x="1240" y="7516"/>
                  </a:lnTo>
                  <a:lnTo>
                    <a:pt x="1317" y="7360"/>
                  </a:lnTo>
                  <a:lnTo>
                    <a:pt x="1395" y="7283"/>
                  </a:lnTo>
                  <a:lnTo>
                    <a:pt x="1473" y="7205"/>
                  </a:lnTo>
                  <a:lnTo>
                    <a:pt x="1627" y="7205"/>
                  </a:lnTo>
                  <a:lnTo>
                    <a:pt x="4185" y="7205"/>
                  </a:lnTo>
                  <a:lnTo>
                    <a:pt x="4339" y="7205"/>
                  </a:lnTo>
                  <a:lnTo>
                    <a:pt x="4495" y="7283"/>
                  </a:lnTo>
                  <a:lnTo>
                    <a:pt x="4572" y="7360"/>
                  </a:lnTo>
                  <a:lnTo>
                    <a:pt x="4572" y="7516"/>
                  </a:lnTo>
                  <a:lnTo>
                    <a:pt x="4572" y="7670"/>
                  </a:lnTo>
                  <a:lnTo>
                    <a:pt x="4495" y="7747"/>
                  </a:lnTo>
                  <a:lnTo>
                    <a:pt x="4339" y="7826"/>
                  </a:lnTo>
                  <a:lnTo>
                    <a:pt x="4185" y="7826"/>
                  </a:lnTo>
                  <a:close/>
                  <a:moveTo>
                    <a:pt x="4185" y="6276"/>
                  </a:moveTo>
                  <a:lnTo>
                    <a:pt x="1627" y="6276"/>
                  </a:lnTo>
                  <a:lnTo>
                    <a:pt x="1473" y="6199"/>
                  </a:lnTo>
                  <a:lnTo>
                    <a:pt x="1395" y="6121"/>
                  </a:lnTo>
                  <a:lnTo>
                    <a:pt x="1317" y="6043"/>
                  </a:lnTo>
                  <a:lnTo>
                    <a:pt x="1240" y="5888"/>
                  </a:lnTo>
                  <a:lnTo>
                    <a:pt x="1317" y="5811"/>
                  </a:lnTo>
                  <a:lnTo>
                    <a:pt x="1395" y="5656"/>
                  </a:lnTo>
                  <a:lnTo>
                    <a:pt x="1473" y="5578"/>
                  </a:lnTo>
                  <a:lnTo>
                    <a:pt x="1627" y="5578"/>
                  </a:lnTo>
                  <a:lnTo>
                    <a:pt x="4185" y="5578"/>
                  </a:lnTo>
                  <a:lnTo>
                    <a:pt x="4339" y="5578"/>
                  </a:lnTo>
                  <a:lnTo>
                    <a:pt x="4495" y="5656"/>
                  </a:lnTo>
                  <a:lnTo>
                    <a:pt x="4572" y="5811"/>
                  </a:lnTo>
                  <a:lnTo>
                    <a:pt x="4572" y="5888"/>
                  </a:lnTo>
                  <a:lnTo>
                    <a:pt x="4572" y="6043"/>
                  </a:lnTo>
                  <a:lnTo>
                    <a:pt x="4495" y="6121"/>
                  </a:lnTo>
                  <a:lnTo>
                    <a:pt x="4339" y="6199"/>
                  </a:lnTo>
                  <a:lnTo>
                    <a:pt x="4185" y="627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31" name="文本框 130"/>
          <p:cNvSpPr txBox="1"/>
          <p:nvPr/>
        </p:nvSpPr>
        <p:spPr>
          <a:xfrm>
            <a:off x="7390997" y="3119612"/>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大型企业</a:t>
            </a:r>
          </a:p>
        </p:txBody>
      </p:sp>
      <p:sp>
        <p:nvSpPr>
          <p:cNvPr id="132" name="文本框 131"/>
          <p:cNvSpPr txBox="1"/>
          <p:nvPr/>
        </p:nvSpPr>
        <p:spPr>
          <a:xfrm>
            <a:off x="8960782" y="3119405"/>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中小型企业</a:t>
            </a:r>
            <a:endParaRPr lang="zh-CN" altLang="en-US" sz="900" b="1" dirty="0">
              <a:latin typeface="微软雅黑" panose="020B0503020204020204" pitchFamily="34" charset="-122"/>
              <a:ea typeface="微软雅黑" panose="020B0503020204020204" pitchFamily="34" charset="-122"/>
            </a:endParaRPr>
          </a:p>
        </p:txBody>
      </p:sp>
      <p:pic>
        <p:nvPicPr>
          <p:cNvPr id="133" name="图片 132"/>
          <p:cNvPicPr>
            <a:picLocks noChangeAspect="1"/>
          </p:cNvPicPr>
          <p:nvPr/>
        </p:nvPicPr>
        <p:blipFill>
          <a:blip r:embed="rId37" cstate="print"/>
          <a:stretch>
            <a:fillRect/>
          </a:stretch>
        </p:blipFill>
        <p:spPr>
          <a:xfrm>
            <a:off x="6507758" y="3503652"/>
            <a:ext cx="777028" cy="617052"/>
          </a:xfrm>
          <a:prstGeom prst="rect">
            <a:avLst/>
          </a:prstGeom>
        </p:spPr>
      </p:pic>
      <p:sp>
        <p:nvSpPr>
          <p:cNvPr id="134" name="文本框 133"/>
          <p:cNvSpPr txBox="1"/>
          <p:nvPr/>
        </p:nvSpPr>
        <p:spPr>
          <a:xfrm>
            <a:off x="10752264" y="3129999"/>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基站</a:t>
            </a:r>
            <a:endParaRPr lang="zh-CN" altLang="en-US" sz="900" b="1" dirty="0">
              <a:latin typeface="微软雅黑" panose="020B0503020204020204" pitchFamily="34" charset="-122"/>
              <a:ea typeface="微软雅黑" panose="020B0503020204020204" pitchFamily="34" charset="-122"/>
            </a:endParaRPr>
          </a:p>
        </p:txBody>
      </p:sp>
      <p:sp>
        <p:nvSpPr>
          <p:cNvPr id="135" name="文本框 134"/>
          <p:cNvSpPr txBox="1"/>
          <p:nvPr/>
        </p:nvSpPr>
        <p:spPr>
          <a:xfrm>
            <a:off x="-81155" y="4278288"/>
            <a:ext cx="99257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Mobile </a:t>
            </a:r>
            <a:r>
              <a:rPr lang="en-US" altLang="zh-CN" sz="900" b="1" dirty="0">
                <a:latin typeface="微软雅黑" panose="020B0503020204020204" pitchFamily="34" charset="-122"/>
                <a:ea typeface="微软雅黑" panose="020B0503020204020204" pitchFamily="34" charset="-122"/>
              </a:rPr>
              <a:t>phone</a:t>
            </a:r>
            <a:endParaRPr lang="zh-CN" altLang="en-US" sz="900" b="1" dirty="0">
              <a:latin typeface="微软雅黑" panose="020B0503020204020204" pitchFamily="34" charset="-122"/>
              <a:ea typeface="微软雅黑" panose="020B0503020204020204" pitchFamily="34" charset="-122"/>
            </a:endParaRPr>
          </a:p>
        </p:txBody>
      </p:sp>
      <p:sp>
        <p:nvSpPr>
          <p:cNvPr id="136" name="文本框 135"/>
          <p:cNvSpPr txBox="1"/>
          <p:nvPr/>
        </p:nvSpPr>
        <p:spPr>
          <a:xfrm>
            <a:off x="1764945" y="4251128"/>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摄像头</a:t>
            </a:r>
            <a:endParaRPr lang="zh-CN" altLang="en-US" sz="900" b="1" dirty="0">
              <a:latin typeface="微软雅黑" panose="020B0503020204020204" pitchFamily="34" charset="-122"/>
              <a:ea typeface="微软雅黑" panose="020B0503020204020204" pitchFamily="34" charset="-122"/>
            </a:endParaRPr>
          </a:p>
        </p:txBody>
      </p:sp>
      <p:sp>
        <p:nvSpPr>
          <p:cNvPr id="137" name="文本框 136"/>
          <p:cNvSpPr txBox="1"/>
          <p:nvPr/>
        </p:nvSpPr>
        <p:spPr>
          <a:xfrm>
            <a:off x="3449068" y="4268467"/>
            <a:ext cx="346570"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AP</a:t>
            </a:r>
            <a:endParaRPr lang="zh-CN" altLang="en-US" sz="900" b="1" dirty="0">
              <a:latin typeface="微软雅黑" panose="020B0503020204020204" pitchFamily="34" charset="-122"/>
              <a:ea typeface="微软雅黑" panose="020B0503020204020204" pitchFamily="34" charset="-122"/>
            </a:endParaRPr>
          </a:p>
        </p:txBody>
      </p:sp>
      <p:sp>
        <p:nvSpPr>
          <p:cNvPr id="138" name="文本框 137"/>
          <p:cNvSpPr txBox="1"/>
          <p:nvPr/>
        </p:nvSpPr>
        <p:spPr>
          <a:xfrm>
            <a:off x="4148876" y="4277668"/>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家庭网关</a:t>
            </a:r>
          </a:p>
        </p:txBody>
      </p:sp>
      <p:sp>
        <p:nvSpPr>
          <p:cNvPr id="139" name="文本框 138"/>
          <p:cNvSpPr txBox="1"/>
          <p:nvPr/>
        </p:nvSpPr>
        <p:spPr>
          <a:xfrm>
            <a:off x="5002397" y="4260246"/>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传真机</a:t>
            </a:r>
            <a:endParaRPr lang="zh-CN" altLang="en-US" sz="900" b="1" dirty="0">
              <a:latin typeface="微软雅黑" panose="020B0503020204020204" pitchFamily="34" charset="-122"/>
              <a:ea typeface="微软雅黑" panose="020B0503020204020204" pitchFamily="34" charset="-122"/>
            </a:endParaRPr>
          </a:p>
        </p:txBody>
      </p:sp>
      <p:pic>
        <p:nvPicPr>
          <p:cNvPr id="140" name="图片 139"/>
          <p:cNvPicPr>
            <a:picLocks noChangeAspect="1"/>
          </p:cNvPicPr>
          <p:nvPr/>
        </p:nvPicPr>
        <p:blipFill>
          <a:blip r:embed="rId38" cstate="print"/>
          <a:stretch>
            <a:fillRect/>
          </a:stretch>
        </p:blipFill>
        <p:spPr>
          <a:xfrm>
            <a:off x="5684353" y="3460052"/>
            <a:ext cx="836339" cy="754346"/>
          </a:xfrm>
          <a:prstGeom prst="rect">
            <a:avLst/>
          </a:prstGeom>
        </p:spPr>
      </p:pic>
      <p:sp>
        <p:nvSpPr>
          <p:cNvPr id="141" name="文本框 140"/>
          <p:cNvSpPr txBox="1"/>
          <p:nvPr/>
        </p:nvSpPr>
        <p:spPr>
          <a:xfrm>
            <a:off x="5696102" y="4260406"/>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核心路由器</a:t>
            </a:r>
          </a:p>
        </p:txBody>
      </p:sp>
      <p:pic>
        <p:nvPicPr>
          <p:cNvPr id="142" name="图片 141"/>
          <p:cNvPicPr>
            <a:picLocks noChangeAspect="1"/>
          </p:cNvPicPr>
          <p:nvPr/>
        </p:nvPicPr>
        <p:blipFill>
          <a:blip r:embed="rId39" cstate="print"/>
          <a:stretch>
            <a:fillRect/>
          </a:stretch>
        </p:blipFill>
        <p:spPr>
          <a:xfrm>
            <a:off x="44309" y="3468630"/>
            <a:ext cx="758581" cy="675448"/>
          </a:xfrm>
          <a:prstGeom prst="rect">
            <a:avLst/>
          </a:prstGeom>
        </p:spPr>
      </p:pic>
      <p:pic>
        <p:nvPicPr>
          <p:cNvPr id="143" name="图片 142"/>
          <p:cNvPicPr>
            <a:picLocks noChangeAspect="1"/>
          </p:cNvPicPr>
          <p:nvPr/>
        </p:nvPicPr>
        <p:blipFill>
          <a:blip r:embed="rId40" cstate="print"/>
          <a:stretch>
            <a:fillRect/>
          </a:stretch>
        </p:blipFill>
        <p:spPr>
          <a:xfrm>
            <a:off x="962124" y="3452021"/>
            <a:ext cx="457019" cy="692057"/>
          </a:xfrm>
          <a:prstGeom prst="rect">
            <a:avLst/>
          </a:prstGeom>
        </p:spPr>
      </p:pic>
      <p:pic>
        <p:nvPicPr>
          <p:cNvPr id="144" name="图片 143"/>
          <p:cNvPicPr>
            <a:picLocks noChangeAspect="1"/>
          </p:cNvPicPr>
          <p:nvPr/>
        </p:nvPicPr>
        <p:blipFill>
          <a:blip r:embed="rId41" cstate="print"/>
          <a:stretch>
            <a:fillRect/>
          </a:stretch>
        </p:blipFill>
        <p:spPr>
          <a:xfrm>
            <a:off x="1649505" y="3460052"/>
            <a:ext cx="787275" cy="684025"/>
          </a:xfrm>
          <a:prstGeom prst="rect">
            <a:avLst/>
          </a:prstGeom>
        </p:spPr>
      </p:pic>
      <p:pic>
        <p:nvPicPr>
          <p:cNvPr id="145" name="图片 144"/>
          <p:cNvPicPr>
            <a:picLocks noChangeAspect="1"/>
          </p:cNvPicPr>
          <p:nvPr/>
        </p:nvPicPr>
        <p:blipFill>
          <a:blip r:embed="rId42" cstate="print"/>
          <a:stretch>
            <a:fillRect/>
          </a:stretch>
        </p:blipFill>
        <p:spPr>
          <a:xfrm>
            <a:off x="2433760" y="3540407"/>
            <a:ext cx="800531" cy="515284"/>
          </a:xfrm>
          <a:prstGeom prst="rect">
            <a:avLst/>
          </a:prstGeom>
        </p:spPr>
      </p:pic>
      <p:pic>
        <p:nvPicPr>
          <p:cNvPr id="146" name="图片 145"/>
          <p:cNvPicPr>
            <a:picLocks noChangeAspect="1"/>
          </p:cNvPicPr>
          <p:nvPr/>
        </p:nvPicPr>
        <p:blipFill>
          <a:blip r:embed="rId43" cstate="print"/>
          <a:stretch>
            <a:fillRect/>
          </a:stretch>
        </p:blipFill>
        <p:spPr>
          <a:xfrm>
            <a:off x="3283060" y="3429000"/>
            <a:ext cx="735485" cy="774195"/>
          </a:xfrm>
          <a:prstGeom prst="rect">
            <a:avLst/>
          </a:prstGeom>
        </p:spPr>
      </p:pic>
      <p:pic>
        <p:nvPicPr>
          <p:cNvPr id="147" name="图片 146"/>
          <p:cNvPicPr>
            <a:picLocks noChangeAspect="1"/>
          </p:cNvPicPr>
          <p:nvPr/>
        </p:nvPicPr>
        <p:blipFill>
          <a:blip r:embed="rId44" cstate="print"/>
          <a:stretch>
            <a:fillRect/>
          </a:stretch>
        </p:blipFill>
        <p:spPr>
          <a:xfrm>
            <a:off x="4079146" y="3469978"/>
            <a:ext cx="796629" cy="656869"/>
          </a:xfrm>
          <a:prstGeom prst="rect">
            <a:avLst/>
          </a:prstGeom>
        </p:spPr>
      </p:pic>
      <p:pic>
        <p:nvPicPr>
          <p:cNvPr id="148" name="图片 147"/>
          <p:cNvPicPr>
            <a:picLocks noChangeAspect="1"/>
          </p:cNvPicPr>
          <p:nvPr/>
        </p:nvPicPr>
        <p:blipFill>
          <a:blip r:embed="rId45" cstate="print"/>
          <a:stretch>
            <a:fillRect/>
          </a:stretch>
        </p:blipFill>
        <p:spPr>
          <a:xfrm>
            <a:off x="4886911" y="3468630"/>
            <a:ext cx="756108" cy="644280"/>
          </a:xfrm>
          <a:prstGeom prst="rect">
            <a:avLst/>
          </a:prstGeom>
        </p:spPr>
      </p:pic>
      <p:sp>
        <p:nvSpPr>
          <p:cNvPr id="149" name="文本框 148"/>
          <p:cNvSpPr txBox="1"/>
          <p:nvPr/>
        </p:nvSpPr>
        <p:spPr>
          <a:xfrm>
            <a:off x="6638232" y="4260246"/>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分离器</a:t>
            </a:r>
            <a:endParaRPr lang="zh-CN" altLang="en-US" sz="900" b="1" dirty="0">
              <a:latin typeface="微软雅黑" panose="020B0503020204020204" pitchFamily="34" charset="-122"/>
              <a:ea typeface="微软雅黑" panose="020B0503020204020204" pitchFamily="34" charset="-122"/>
            </a:endParaRPr>
          </a:p>
        </p:txBody>
      </p:sp>
      <p:pic>
        <p:nvPicPr>
          <p:cNvPr id="150" name="图片 149"/>
          <p:cNvPicPr>
            <a:picLocks noChangeAspect="1"/>
          </p:cNvPicPr>
          <p:nvPr/>
        </p:nvPicPr>
        <p:blipFill>
          <a:blip r:embed="rId46" cstate="print"/>
          <a:stretch>
            <a:fillRect/>
          </a:stretch>
        </p:blipFill>
        <p:spPr>
          <a:xfrm>
            <a:off x="10725392" y="2304721"/>
            <a:ext cx="442370" cy="725486"/>
          </a:xfrm>
          <a:prstGeom prst="rect">
            <a:avLst/>
          </a:prstGeom>
        </p:spPr>
      </p:pic>
      <p:pic>
        <p:nvPicPr>
          <p:cNvPr id="151" name="图片 150"/>
          <p:cNvPicPr>
            <a:picLocks noChangeAspect="1"/>
          </p:cNvPicPr>
          <p:nvPr/>
        </p:nvPicPr>
        <p:blipFill>
          <a:blip r:embed="rId47" cstate="print"/>
          <a:stretch>
            <a:fillRect/>
          </a:stretch>
        </p:blipFill>
        <p:spPr>
          <a:xfrm>
            <a:off x="8144494" y="3599844"/>
            <a:ext cx="816288" cy="574733"/>
          </a:xfrm>
          <a:prstGeom prst="rect">
            <a:avLst/>
          </a:prstGeom>
        </p:spPr>
      </p:pic>
      <p:sp>
        <p:nvSpPr>
          <p:cNvPr id="152" name="文本框 151"/>
          <p:cNvSpPr txBox="1"/>
          <p:nvPr/>
        </p:nvSpPr>
        <p:spPr>
          <a:xfrm>
            <a:off x="8229472" y="4256239"/>
            <a:ext cx="646331"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独户住宅</a:t>
            </a:r>
            <a:endParaRPr lang="zh-CN" altLang="en-US" sz="900" b="1" dirty="0">
              <a:latin typeface="微软雅黑" panose="020B0503020204020204" pitchFamily="34" charset="-122"/>
              <a:ea typeface="微软雅黑" panose="020B0503020204020204" pitchFamily="34" charset="-122"/>
            </a:endParaRPr>
          </a:p>
        </p:txBody>
      </p:sp>
      <p:grpSp>
        <p:nvGrpSpPr>
          <p:cNvPr id="153" name="组合 152"/>
          <p:cNvGrpSpPr/>
          <p:nvPr/>
        </p:nvGrpSpPr>
        <p:grpSpPr>
          <a:xfrm>
            <a:off x="7336743" y="3446437"/>
            <a:ext cx="781840" cy="697640"/>
            <a:chOff x="3843338" y="4300538"/>
            <a:chExt cx="1101725" cy="1039812"/>
          </a:xfrm>
        </p:grpSpPr>
        <p:sp>
          <p:nvSpPr>
            <p:cNvPr id="154" name="Freeform 61"/>
            <p:cNvSpPr>
              <a:spLocks noEditPoints="1"/>
            </p:cNvSpPr>
            <p:nvPr/>
          </p:nvSpPr>
          <p:spPr bwMode="auto">
            <a:xfrm>
              <a:off x="3843338" y="4300538"/>
              <a:ext cx="1101725" cy="1039812"/>
            </a:xfrm>
            <a:custGeom>
              <a:avLst/>
              <a:gdLst/>
              <a:ahLst/>
              <a:cxnLst>
                <a:cxn ang="0">
                  <a:pos x="694" y="655"/>
                </a:cxn>
                <a:cxn ang="0">
                  <a:pos x="0" y="655"/>
                </a:cxn>
                <a:cxn ang="0">
                  <a:pos x="0" y="126"/>
                </a:cxn>
                <a:cxn ang="0">
                  <a:pos x="347" y="0"/>
                </a:cxn>
                <a:cxn ang="0">
                  <a:pos x="694" y="126"/>
                </a:cxn>
                <a:cxn ang="0">
                  <a:pos x="694" y="655"/>
                </a:cxn>
                <a:cxn ang="0">
                  <a:pos x="47" y="607"/>
                </a:cxn>
                <a:cxn ang="0">
                  <a:pos x="647" y="607"/>
                </a:cxn>
                <a:cxn ang="0">
                  <a:pos x="647" y="159"/>
                </a:cxn>
                <a:cxn ang="0">
                  <a:pos x="347" y="50"/>
                </a:cxn>
                <a:cxn ang="0">
                  <a:pos x="47" y="159"/>
                </a:cxn>
                <a:cxn ang="0">
                  <a:pos x="47" y="607"/>
                </a:cxn>
              </a:cxnLst>
              <a:rect l="0" t="0" r="r" b="b"/>
              <a:pathLst>
                <a:path w="694" h="655">
                  <a:moveTo>
                    <a:pt x="694" y="655"/>
                  </a:moveTo>
                  <a:lnTo>
                    <a:pt x="0" y="655"/>
                  </a:lnTo>
                  <a:lnTo>
                    <a:pt x="0" y="126"/>
                  </a:lnTo>
                  <a:lnTo>
                    <a:pt x="347" y="0"/>
                  </a:lnTo>
                  <a:lnTo>
                    <a:pt x="694" y="126"/>
                  </a:lnTo>
                  <a:lnTo>
                    <a:pt x="694" y="655"/>
                  </a:lnTo>
                  <a:close/>
                  <a:moveTo>
                    <a:pt x="47" y="607"/>
                  </a:moveTo>
                  <a:lnTo>
                    <a:pt x="647" y="607"/>
                  </a:lnTo>
                  <a:lnTo>
                    <a:pt x="647" y="159"/>
                  </a:lnTo>
                  <a:lnTo>
                    <a:pt x="347" y="50"/>
                  </a:lnTo>
                  <a:lnTo>
                    <a:pt x="47" y="159"/>
                  </a:lnTo>
                  <a:lnTo>
                    <a:pt x="47" y="607"/>
                  </a:lnTo>
                  <a:close/>
                </a:path>
              </a:pathLst>
            </a:custGeom>
            <a:solidFill>
              <a:srgbClr val="F49E26"/>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5" name="Freeform 62"/>
            <p:cNvSpPr>
              <a:spLocks/>
            </p:cNvSpPr>
            <p:nvPr/>
          </p:nvSpPr>
          <p:spPr bwMode="auto">
            <a:xfrm>
              <a:off x="4184650" y="4581525"/>
              <a:ext cx="415925" cy="682625"/>
            </a:xfrm>
            <a:custGeom>
              <a:avLst/>
              <a:gdLst/>
              <a:ahLst/>
              <a:cxnLst>
                <a:cxn ang="0">
                  <a:pos x="7" y="182"/>
                </a:cxn>
                <a:cxn ang="0">
                  <a:pos x="104" y="182"/>
                </a:cxn>
                <a:cxn ang="0">
                  <a:pos x="111" y="175"/>
                </a:cxn>
                <a:cxn ang="0">
                  <a:pos x="111" y="175"/>
                </a:cxn>
                <a:cxn ang="0">
                  <a:pos x="111" y="7"/>
                </a:cxn>
                <a:cxn ang="0">
                  <a:pos x="104" y="0"/>
                </a:cxn>
                <a:cxn ang="0">
                  <a:pos x="104" y="0"/>
                </a:cxn>
                <a:cxn ang="0">
                  <a:pos x="7" y="0"/>
                </a:cxn>
                <a:cxn ang="0">
                  <a:pos x="0" y="7"/>
                </a:cxn>
                <a:cxn ang="0">
                  <a:pos x="0" y="7"/>
                </a:cxn>
                <a:cxn ang="0">
                  <a:pos x="0" y="175"/>
                </a:cxn>
                <a:cxn ang="0">
                  <a:pos x="7" y="182"/>
                </a:cxn>
              </a:cxnLst>
              <a:rect l="0" t="0" r="r" b="b"/>
              <a:pathLst>
                <a:path w="111" h="182">
                  <a:moveTo>
                    <a:pt x="7" y="182"/>
                  </a:moveTo>
                  <a:cubicBezTo>
                    <a:pt x="104" y="182"/>
                    <a:pt x="104" y="182"/>
                    <a:pt x="104" y="182"/>
                  </a:cubicBezTo>
                  <a:cubicBezTo>
                    <a:pt x="108" y="182"/>
                    <a:pt x="111" y="179"/>
                    <a:pt x="111" y="175"/>
                  </a:cubicBezTo>
                  <a:cubicBezTo>
                    <a:pt x="111" y="175"/>
                    <a:pt x="111" y="175"/>
                    <a:pt x="111" y="175"/>
                  </a:cubicBezTo>
                  <a:cubicBezTo>
                    <a:pt x="111" y="7"/>
                    <a:pt x="111" y="7"/>
                    <a:pt x="111" y="7"/>
                  </a:cubicBezTo>
                  <a:cubicBezTo>
                    <a:pt x="111" y="3"/>
                    <a:pt x="108" y="0"/>
                    <a:pt x="104" y="0"/>
                  </a:cubicBezTo>
                  <a:cubicBezTo>
                    <a:pt x="104" y="0"/>
                    <a:pt x="104" y="0"/>
                    <a:pt x="104" y="0"/>
                  </a:cubicBezTo>
                  <a:cubicBezTo>
                    <a:pt x="7" y="0"/>
                    <a:pt x="7" y="0"/>
                    <a:pt x="7" y="0"/>
                  </a:cubicBezTo>
                  <a:cubicBezTo>
                    <a:pt x="3" y="0"/>
                    <a:pt x="0" y="3"/>
                    <a:pt x="0" y="7"/>
                  </a:cubicBezTo>
                  <a:cubicBezTo>
                    <a:pt x="0" y="7"/>
                    <a:pt x="0" y="7"/>
                    <a:pt x="0" y="7"/>
                  </a:cubicBezTo>
                  <a:cubicBezTo>
                    <a:pt x="0" y="175"/>
                    <a:pt x="0" y="175"/>
                    <a:pt x="0" y="175"/>
                  </a:cubicBezTo>
                  <a:cubicBezTo>
                    <a:pt x="0" y="179"/>
                    <a:pt x="3" y="182"/>
                    <a:pt x="7" y="182"/>
                  </a:cubicBezTo>
                  <a:close/>
                </a:path>
              </a:pathLst>
            </a:custGeom>
            <a:solidFill>
              <a:srgbClr val="F49E26"/>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6" name="Oval 63"/>
            <p:cNvSpPr>
              <a:spLocks noChangeArrowheads="1"/>
            </p:cNvSpPr>
            <p:nvPr/>
          </p:nvSpPr>
          <p:spPr bwMode="auto">
            <a:xfrm>
              <a:off x="4368800" y="4713288"/>
              <a:ext cx="71438" cy="79375"/>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7" name="Freeform 64"/>
            <p:cNvSpPr>
              <a:spLocks/>
            </p:cNvSpPr>
            <p:nvPr/>
          </p:nvSpPr>
          <p:spPr bwMode="auto">
            <a:xfrm>
              <a:off x="4308475" y="4710113"/>
              <a:ext cx="52388" cy="88900"/>
            </a:xfrm>
            <a:custGeom>
              <a:avLst/>
              <a:gdLst/>
              <a:ahLst/>
              <a:cxnLst>
                <a:cxn ang="0">
                  <a:pos x="0" y="28"/>
                </a:cxn>
                <a:cxn ang="0">
                  <a:pos x="0" y="56"/>
                </a:cxn>
                <a:cxn ang="0">
                  <a:pos x="16" y="42"/>
                </a:cxn>
                <a:cxn ang="0">
                  <a:pos x="33" y="28"/>
                </a:cxn>
                <a:cxn ang="0">
                  <a:pos x="16" y="14"/>
                </a:cxn>
                <a:cxn ang="0">
                  <a:pos x="0" y="0"/>
                </a:cxn>
                <a:cxn ang="0">
                  <a:pos x="0" y="28"/>
                </a:cxn>
                <a:cxn ang="0">
                  <a:pos x="0" y="28"/>
                </a:cxn>
                <a:cxn ang="0">
                  <a:pos x="0" y="28"/>
                </a:cxn>
              </a:cxnLst>
              <a:rect l="0" t="0" r="r" b="b"/>
              <a:pathLst>
                <a:path w="33" h="56">
                  <a:moveTo>
                    <a:pt x="0" y="28"/>
                  </a:moveTo>
                  <a:lnTo>
                    <a:pt x="0" y="56"/>
                  </a:lnTo>
                  <a:lnTo>
                    <a:pt x="16" y="42"/>
                  </a:lnTo>
                  <a:lnTo>
                    <a:pt x="33" y="28"/>
                  </a:lnTo>
                  <a:lnTo>
                    <a:pt x="16" y="14"/>
                  </a:lnTo>
                  <a:lnTo>
                    <a:pt x="0" y="0"/>
                  </a:lnTo>
                  <a:lnTo>
                    <a:pt x="0" y="28"/>
                  </a:lnTo>
                  <a:lnTo>
                    <a:pt x="0" y="28"/>
                  </a:lnTo>
                  <a:lnTo>
                    <a:pt x="0" y="2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8" name="Freeform 65"/>
            <p:cNvSpPr>
              <a:spLocks/>
            </p:cNvSpPr>
            <p:nvPr/>
          </p:nvSpPr>
          <p:spPr bwMode="auto">
            <a:xfrm>
              <a:off x="4210050" y="4735513"/>
              <a:ext cx="98425" cy="34925"/>
            </a:xfrm>
            <a:custGeom>
              <a:avLst/>
              <a:gdLst/>
              <a:ahLst/>
              <a:cxnLst>
                <a:cxn ang="0">
                  <a:pos x="0" y="0"/>
                </a:cxn>
                <a:cxn ang="0">
                  <a:pos x="62" y="0"/>
                </a:cxn>
                <a:cxn ang="0">
                  <a:pos x="62" y="22"/>
                </a:cxn>
                <a:cxn ang="0">
                  <a:pos x="0" y="22"/>
                </a:cxn>
                <a:cxn ang="0">
                  <a:pos x="0" y="0"/>
                </a:cxn>
                <a:cxn ang="0">
                  <a:pos x="0" y="0"/>
                </a:cxn>
              </a:cxnLst>
              <a:rect l="0" t="0" r="r" b="b"/>
              <a:pathLst>
                <a:path w="62" h="22">
                  <a:moveTo>
                    <a:pt x="0" y="0"/>
                  </a:moveTo>
                  <a:lnTo>
                    <a:pt x="62" y="0"/>
                  </a:lnTo>
                  <a:lnTo>
                    <a:pt x="62" y="22"/>
                  </a:lnTo>
                  <a:lnTo>
                    <a:pt x="0" y="2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9" name="Freeform 66"/>
            <p:cNvSpPr>
              <a:spLocks/>
            </p:cNvSpPr>
            <p:nvPr/>
          </p:nvSpPr>
          <p:spPr bwMode="auto">
            <a:xfrm>
              <a:off x="4476750" y="4638675"/>
              <a:ext cx="60325" cy="74612"/>
            </a:xfrm>
            <a:custGeom>
              <a:avLst/>
              <a:gdLst/>
              <a:ahLst/>
              <a:cxnLst>
                <a:cxn ang="0">
                  <a:pos x="14" y="24"/>
                </a:cxn>
                <a:cxn ang="0">
                  <a:pos x="26" y="47"/>
                </a:cxn>
                <a:cxn ang="0">
                  <a:pos x="33" y="28"/>
                </a:cxn>
                <a:cxn ang="0">
                  <a:pos x="38" y="9"/>
                </a:cxn>
                <a:cxn ang="0">
                  <a:pos x="19" y="5"/>
                </a:cxn>
                <a:cxn ang="0">
                  <a:pos x="0" y="0"/>
                </a:cxn>
                <a:cxn ang="0">
                  <a:pos x="14" y="24"/>
                </a:cxn>
                <a:cxn ang="0">
                  <a:pos x="14" y="24"/>
                </a:cxn>
                <a:cxn ang="0">
                  <a:pos x="14" y="24"/>
                </a:cxn>
              </a:cxnLst>
              <a:rect l="0" t="0" r="r" b="b"/>
              <a:pathLst>
                <a:path w="38" h="47">
                  <a:moveTo>
                    <a:pt x="14" y="24"/>
                  </a:moveTo>
                  <a:lnTo>
                    <a:pt x="26" y="47"/>
                  </a:lnTo>
                  <a:lnTo>
                    <a:pt x="33" y="28"/>
                  </a:lnTo>
                  <a:lnTo>
                    <a:pt x="38" y="9"/>
                  </a:lnTo>
                  <a:lnTo>
                    <a:pt x="19" y="5"/>
                  </a:lnTo>
                  <a:lnTo>
                    <a:pt x="0" y="0"/>
                  </a:lnTo>
                  <a:lnTo>
                    <a:pt x="14" y="24"/>
                  </a:lnTo>
                  <a:lnTo>
                    <a:pt x="14" y="24"/>
                  </a:lnTo>
                  <a:lnTo>
                    <a:pt x="14" y="2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0" name="Freeform 67"/>
            <p:cNvSpPr>
              <a:spLocks/>
            </p:cNvSpPr>
            <p:nvPr/>
          </p:nvSpPr>
          <p:spPr bwMode="auto">
            <a:xfrm>
              <a:off x="4424363" y="4660900"/>
              <a:ext cx="82550" cy="68262"/>
            </a:xfrm>
            <a:custGeom>
              <a:avLst/>
              <a:gdLst/>
              <a:ahLst/>
              <a:cxnLst>
                <a:cxn ang="0">
                  <a:pos x="10" y="43"/>
                </a:cxn>
                <a:cxn ang="0">
                  <a:pos x="52" y="17"/>
                </a:cxn>
                <a:cxn ang="0">
                  <a:pos x="43" y="0"/>
                </a:cxn>
                <a:cxn ang="0">
                  <a:pos x="0" y="26"/>
                </a:cxn>
                <a:cxn ang="0">
                  <a:pos x="10" y="43"/>
                </a:cxn>
                <a:cxn ang="0">
                  <a:pos x="10" y="43"/>
                </a:cxn>
                <a:cxn ang="0">
                  <a:pos x="10" y="43"/>
                </a:cxn>
              </a:cxnLst>
              <a:rect l="0" t="0" r="r" b="b"/>
              <a:pathLst>
                <a:path w="52" h="43">
                  <a:moveTo>
                    <a:pt x="10" y="43"/>
                  </a:moveTo>
                  <a:lnTo>
                    <a:pt x="52" y="17"/>
                  </a:lnTo>
                  <a:lnTo>
                    <a:pt x="43" y="0"/>
                  </a:lnTo>
                  <a:lnTo>
                    <a:pt x="0" y="26"/>
                  </a:lnTo>
                  <a:lnTo>
                    <a:pt x="10" y="43"/>
                  </a:lnTo>
                  <a:lnTo>
                    <a:pt x="10" y="43"/>
                  </a:lnTo>
                  <a:lnTo>
                    <a:pt x="10" y="4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1" name="Freeform 68"/>
            <p:cNvSpPr>
              <a:spLocks/>
            </p:cNvSpPr>
            <p:nvPr/>
          </p:nvSpPr>
          <p:spPr bwMode="auto">
            <a:xfrm>
              <a:off x="4514850" y="4710113"/>
              <a:ext cx="44450" cy="88900"/>
            </a:xfrm>
            <a:custGeom>
              <a:avLst/>
              <a:gdLst/>
              <a:ahLst/>
              <a:cxnLst>
                <a:cxn ang="0">
                  <a:pos x="0" y="28"/>
                </a:cxn>
                <a:cxn ang="0">
                  <a:pos x="0" y="56"/>
                </a:cxn>
                <a:cxn ang="0">
                  <a:pos x="14" y="42"/>
                </a:cxn>
                <a:cxn ang="0">
                  <a:pos x="28" y="28"/>
                </a:cxn>
                <a:cxn ang="0">
                  <a:pos x="14" y="14"/>
                </a:cxn>
                <a:cxn ang="0">
                  <a:pos x="0" y="0"/>
                </a:cxn>
                <a:cxn ang="0">
                  <a:pos x="0" y="28"/>
                </a:cxn>
                <a:cxn ang="0">
                  <a:pos x="0" y="28"/>
                </a:cxn>
                <a:cxn ang="0">
                  <a:pos x="0" y="28"/>
                </a:cxn>
              </a:cxnLst>
              <a:rect l="0" t="0" r="r" b="b"/>
              <a:pathLst>
                <a:path w="28" h="56">
                  <a:moveTo>
                    <a:pt x="0" y="28"/>
                  </a:moveTo>
                  <a:lnTo>
                    <a:pt x="0" y="56"/>
                  </a:lnTo>
                  <a:lnTo>
                    <a:pt x="14" y="42"/>
                  </a:lnTo>
                  <a:lnTo>
                    <a:pt x="28" y="28"/>
                  </a:lnTo>
                  <a:lnTo>
                    <a:pt x="14" y="14"/>
                  </a:lnTo>
                  <a:lnTo>
                    <a:pt x="0" y="0"/>
                  </a:lnTo>
                  <a:lnTo>
                    <a:pt x="0" y="28"/>
                  </a:lnTo>
                  <a:lnTo>
                    <a:pt x="0" y="28"/>
                  </a:lnTo>
                  <a:lnTo>
                    <a:pt x="0" y="2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2" name="Freeform 69"/>
            <p:cNvSpPr>
              <a:spLocks/>
            </p:cNvSpPr>
            <p:nvPr/>
          </p:nvSpPr>
          <p:spPr bwMode="auto">
            <a:xfrm>
              <a:off x="4440238" y="4735513"/>
              <a:ext cx="77788" cy="34925"/>
            </a:xfrm>
            <a:custGeom>
              <a:avLst/>
              <a:gdLst/>
              <a:ahLst/>
              <a:cxnLst>
                <a:cxn ang="0">
                  <a:pos x="0" y="0"/>
                </a:cxn>
                <a:cxn ang="0">
                  <a:pos x="49" y="0"/>
                </a:cxn>
                <a:cxn ang="0">
                  <a:pos x="49" y="22"/>
                </a:cxn>
                <a:cxn ang="0">
                  <a:pos x="0" y="22"/>
                </a:cxn>
                <a:cxn ang="0">
                  <a:pos x="0" y="0"/>
                </a:cxn>
                <a:cxn ang="0">
                  <a:pos x="0" y="0"/>
                </a:cxn>
              </a:cxnLst>
              <a:rect l="0" t="0" r="r" b="b"/>
              <a:pathLst>
                <a:path w="49" h="22">
                  <a:moveTo>
                    <a:pt x="0" y="0"/>
                  </a:moveTo>
                  <a:lnTo>
                    <a:pt x="49" y="0"/>
                  </a:lnTo>
                  <a:lnTo>
                    <a:pt x="49" y="22"/>
                  </a:lnTo>
                  <a:lnTo>
                    <a:pt x="0" y="22"/>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3" name="Freeform 70"/>
            <p:cNvSpPr>
              <a:spLocks/>
            </p:cNvSpPr>
            <p:nvPr/>
          </p:nvSpPr>
          <p:spPr bwMode="auto">
            <a:xfrm>
              <a:off x="4476750" y="4792663"/>
              <a:ext cx="60325" cy="74612"/>
            </a:xfrm>
            <a:custGeom>
              <a:avLst/>
              <a:gdLst/>
              <a:ahLst/>
              <a:cxnLst>
                <a:cxn ang="0">
                  <a:pos x="14" y="23"/>
                </a:cxn>
                <a:cxn ang="0">
                  <a:pos x="0" y="47"/>
                </a:cxn>
                <a:cxn ang="0">
                  <a:pos x="19" y="42"/>
                </a:cxn>
                <a:cxn ang="0">
                  <a:pos x="38" y="38"/>
                </a:cxn>
                <a:cxn ang="0">
                  <a:pos x="33" y="19"/>
                </a:cxn>
                <a:cxn ang="0">
                  <a:pos x="26" y="0"/>
                </a:cxn>
                <a:cxn ang="0">
                  <a:pos x="14" y="23"/>
                </a:cxn>
                <a:cxn ang="0">
                  <a:pos x="14" y="23"/>
                </a:cxn>
                <a:cxn ang="0">
                  <a:pos x="14" y="23"/>
                </a:cxn>
              </a:cxnLst>
              <a:rect l="0" t="0" r="r" b="b"/>
              <a:pathLst>
                <a:path w="38" h="47">
                  <a:moveTo>
                    <a:pt x="14" y="23"/>
                  </a:moveTo>
                  <a:lnTo>
                    <a:pt x="0" y="47"/>
                  </a:lnTo>
                  <a:lnTo>
                    <a:pt x="19" y="42"/>
                  </a:lnTo>
                  <a:lnTo>
                    <a:pt x="38" y="38"/>
                  </a:lnTo>
                  <a:lnTo>
                    <a:pt x="33" y="19"/>
                  </a:lnTo>
                  <a:lnTo>
                    <a:pt x="26" y="0"/>
                  </a:lnTo>
                  <a:lnTo>
                    <a:pt x="14" y="23"/>
                  </a:lnTo>
                  <a:lnTo>
                    <a:pt x="14" y="23"/>
                  </a:lnTo>
                  <a:lnTo>
                    <a:pt x="14" y="23"/>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4" name="Freeform 71"/>
            <p:cNvSpPr>
              <a:spLocks/>
            </p:cNvSpPr>
            <p:nvPr/>
          </p:nvSpPr>
          <p:spPr bwMode="auto">
            <a:xfrm>
              <a:off x="4424363" y="4773613"/>
              <a:ext cx="85725" cy="71437"/>
            </a:xfrm>
            <a:custGeom>
              <a:avLst/>
              <a:gdLst/>
              <a:ahLst/>
              <a:cxnLst>
                <a:cxn ang="0">
                  <a:pos x="0" y="19"/>
                </a:cxn>
                <a:cxn ang="0">
                  <a:pos x="43" y="45"/>
                </a:cxn>
                <a:cxn ang="0">
                  <a:pos x="54" y="26"/>
                </a:cxn>
                <a:cxn ang="0">
                  <a:pos x="10" y="0"/>
                </a:cxn>
                <a:cxn ang="0">
                  <a:pos x="0" y="19"/>
                </a:cxn>
                <a:cxn ang="0">
                  <a:pos x="0" y="19"/>
                </a:cxn>
                <a:cxn ang="0">
                  <a:pos x="0" y="19"/>
                </a:cxn>
              </a:cxnLst>
              <a:rect l="0" t="0" r="r" b="b"/>
              <a:pathLst>
                <a:path w="54" h="45">
                  <a:moveTo>
                    <a:pt x="0" y="19"/>
                  </a:moveTo>
                  <a:lnTo>
                    <a:pt x="43" y="45"/>
                  </a:lnTo>
                  <a:lnTo>
                    <a:pt x="54" y="26"/>
                  </a:lnTo>
                  <a:lnTo>
                    <a:pt x="10" y="0"/>
                  </a:lnTo>
                  <a:lnTo>
                    <a:pt x="0" y="19"/>
                  </a:lnTo>
                  <a:lnTo>
                    <a:pt x="0" y="19"/>
                  </a:lnTo>
                  <a:lnTo>
                    <a:pt x="0" y="1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5" name="Line 72"/>
            <p:cNvSpPr>
              <a:spLocks noChangeShapeType="1"/>
            </p:cNvSpPr>
            <p:nvPr/>
          </p:nvSpPr>
          <p:spPr bwMode="auto">
            <a:xfrm>
              <a:off x="4184650" y="4922838"/>
              <a:ext cx="415925" cy="1587"/>
            </a:xfrm>
            <a:prstGeom prst="line">
              <a:avLst/>
            </a:prstGeom>
            <a:noFill/>
            <a:ln w="26988"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6" name="Freeform 73"/>
            <p:cNvSpPr>
              <a:spLocks/>
            </p:cNvSpPr>
            <p:nvPr/>
          </p:nvSpPr>
          <p:spPr bwMode="auto">
            <a:xfrm>
              <a:off x="4251325" y="4991100"/>
              <a:ext cx="71438" cy="195262"/>
            </a:xfrm>
            <a:custGeom>
              <a:avLst/>
              <a:gdLst/>
              <a:ahLst/>
              <a:cxnLst>
                <a:cxn ang="0">
                  <a:pos x="19" y="0"/>
                </a:cxn>
                <a:cxn ang="0">
                  <a:pos x="8" y="0"/>
                </a:cxn>
                <a:cxn ang="0">
                  <a:pos x="0" y="9"/>
                </a:cxn>
                <a:cxn ang="0">
                  <a:pos x="0" y="9"/>
                </a:cxn>
                <a:cxn ang="0">
                  <a:pos x="0" y="43"/>
                </a:cxn>
                <a:cxn ang="0">
                  <a:pos x="10" y="52"/>
                </a:cxn>
                <a:cxn ang="0">
                  <a:pos x="10" y="52"/>
                </a:cxn>
                <a:cxn ang="0">
                  <a:pos x="19" y="52"/>
                </a:cxn>
                <a:cxn ang="0">
                  <a:pos x="19" y="44"/>
                </a:cxn>
                <a:cxn ang="0">
                  <a:pos x="9" y="44"/>
                </a:cxn>
                <a:cxn ang="0">
                  <a:pos x="9" y="9"/>
                </a:cxn>
                <a:cxn ang="0">
                  <a:pos x="19" y="9"/>
                </a:cxn>
                <a:cxn ang="0">
                  <a:pos x="19" y="0"/>
                </a:cxn>
                <a:cxn ang="0">
                  <a:pos x="19" y="0"/>
                </a:cxn>
              </a:cxnLst>
              <a:rect l="0" t="0" r="r" b="b"/>
              <a:pathLst>
                <a:path w="19" h="52">
                  <a:moveTo>
                    <a:pt x="19" y="0"/>
                  </a:moveTo>
                  <a:cubicBezTo>
                    <a:pt x="8" y="0"/>
                    <a:pt x="8" y="0"/>
                    <a:pt x="8" y="0"/>
                  </a:cubicBezTo>
                  <a:cubicBezTo>
                    <a:pt x="4" y="0"/>
                    <a:pt x="0" y="4"/>
                    <a:pt x="0" y="9"/>
                  </a:cubicBezTo>
                  <a:cubicBezTo>
                    <a:pt x="0" y="9"/>
                    <a:pt x="0" y="9"/>
                    <a:pt x="0" y="9"/>
                  </a:cubicBezTo>
                  <a:cubicBezTo>
                    <a:pt x="0" y="43"/>
                    <a:pt x="0" y="43"/>
                    <a:pt x="0" y="43"/>
                  </a:cubicBezTo>
                  <a:cubicBezTo>
                    <a:pt x="0" y="48"/>
                    <a:pt x="4" y="52"/>
                    <a:pt x="10" y="52"/>
                  </a:cubicBezTo>
                  <a:cubicBezTo>
                    <a:pt x="10" y="52"/>
                    <a:pt x="10" y="52"/>
                    <a:pt x="10" y="52"/>
                  </a:cubicBezTo>
                  <a:cubicBezTo>
                    <a:pt x="19" y="52"/>
                    <a:pt x="19" y="52"/>
                    <a:pt x="19" y="52"/>
                  </a:cubicBezTo>
                  <a:cubicBezTo>
                    <a:pt x="19" y="44"/>
                    <a:pt x="19" y="44"/>
                    <a:pt x="19" y="44"/>
                  </a:cubicBezTo>
                  <a:cubicBezTo>
                    <a:pt x="9" y="44"/>
                    <a:pt x="9" y="44"/>
                    <a:pt x="9" y="44"/>
                  </a:cubicBezTo>
                  <a:cubicBezTo>
                    <a:pt x="9" y="9"/>
                    <a:pt x="9" y="9"/>
                    <a:pt x="9" y="9"/>
                  </a:cubicBezTo>
                  <a:cubicBezTo>
                    <a:pt x="19" y="9"/>
                    <a:pt x="19" y="9"/>
                    <a:pt x="19" y="9"/>
                  </a:cubicBezTo>
                  <a:cubicBezTo>
                    <a:pt x="19" y="0"/>
                    <a:pt x="19" y="0"/>
                    <a:pt x="19" y="0"/>
                  </a:cubicBezTo>
                  <a:cubicBezTo>
                    <a:pt x="19" y="0"/>
                    <a:pt x="19" y="0"/>
                    <a:pt x="19" y="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7" name="Freeform 74"/>
            <p:cNvSpPr>
              <a:spLocks/>
            </p:cNvSpPr>
            <p:nvPr/>
          </p:nvSpPr>
          <p:spPr bwMode="auto">
            <a:xfrm>
              <a:off x="4349750" y="4991100"/>
              <a:ext cx="184150" cy="142875"/>
            </a:xfrm>
            <a:custGeom>
              <a:avLst/>
              <a:gdLst/>
              <a:ahLst/>
              <a:cxnLst>
                <a:cxn ang="0">
                  <a:pos x="0" y="0"/>
                </a:cxn>
                <a:cxn ang="0">
                  <a:pos x="116" y="0"/>
                </a:cxn>
                <a:cxn ang="0">
                  <a:pos x="116" y="90"/>
                </a:cxn>
                <a:cxn ang="0">
                  <a:pos x="0" y="90"/>
                </a:cxn>
                <a:cxn ang="0">
                  <a:pos x="0" y="0"/>
                </a:cxn>
                <a:cxn ang="0">
                  <a:pos x="0" y="0"/>
                </a:cxn>
              </a:cxnLst>
              <a:rect l="0" t="0" r="r" b="b"/>
              <a:pathLst>
                <a:path w="116" h="90">
                  <a:moveTo>
                    <a:pt x="0" y="0"/>
                  </a:moveTo>
                  <a:lnTo>
                    <a:pt x="116" y="0"/>
                  </a:lnTo>
                  <a:lnTo>
                    <a:pt x="116" y="90"/>
                  </a:lnTo>
                  <a:lnTo>
                    <a:pt x="0" y="90"/>
                  </a:lnTo>
                  <a:lnTo>
                    <a:pt x="0" y="0"/>
                  </a:ln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8" name="Freeform 75"/>
            <p:cNvSpPr>
              <a:spLocks/>
            </p:cNvSpPr>
            <p:nvPr/>
          </p:nvSpPr>
          <p:spPr bwMode="auto">
            <a:xfrm>
              <a:off x="4349750" y="4991100"/>
              <a:ext cx="184150" cy="142875"/>
            </a:xfrm>
            <a:custGeom>
              <a:avLst/>
              <a:gdLst/>
              <a:ahLst/>
              <a:cxnLst>
                <a:cxn ang="0">
                  <a:pos x="0" y="90"/>
                </a:cxn>
                <a:cxn ang="0">
                  <a:pos x="116" y="90"/>
                </a:cxn>
                <a:cxn ang="0">
                  <a:pos x="116" y="0"/>
                </a:cxn>
                <a:cxn ang="0">
                  <a:pos x="0" y="0"/>
                </a:cxn>
                <a:cxn ang="0">
                  <a:pos x="0" y="90"/>
                </a:cxn>
                <a:cxn ang="0">
                  <a:pos x="0" y="90"/>
                </a:cxn>
                <a:cxn ang="0">
                  <a:pos x="0" y="90"/>
                </a:cxn>
              </a:cxnLst>
              <a:rect l="0" t="0" r="r" b="b"/>
              <a:pathLst>
                <a:path w="116" h="90">
                  <a:moveTo>
                    <a:pt x="0" y="90"/>
                  </a:moveTo>
                  <a:lnTo>
                    <a:pt x="116" y="90"/>
                  </a:lnTo>
                  <a:lnTo>
                    <a:pt x="116" y="0"/>
                  </a:lnTo>
                  <a:lnTo>
                    <a:pt x="0" y="0"/>
                  </a:lnTo>
                  <a:lnTo>
                    <a:pt x="0" y="90"/>
                  </a:lnTo>
                  <a:lnTo>
                    <a:pt x="0" y="90"/>
                  </a:lnTo>
                  <a:lnTo>
                    <a:pt x="0" y="90"/>
                  </a:lnTo>
                  <a:close/>
                </a:path>
              </a:pathLst>
            </a:custGeom>
            <a:noFill/>
            <a:ln w="7938"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9" name="Freeform 76"/>
            <p:cNvSpPr>
              <a:spLocks/>
            </p:cNvSpPr>
            <p:nvPr/>
          </p:nvSpPr>
          <p:spPr bwMode="auto">
            <a:xfrm>
              <a:off x="4371975" y="5010150"/>
              <a:ext cx="138113" cy="107950"/>
            </a:xfrm>
            <a:custGeom>
              <a:avLst/>
              <a:gdLst/>
              <a:ahLst/>
              <a:cxnLst>
                <a:cxn ang="0">
                  <a:pos x="0" y="0"/>
                </a:cxn>
                <a:cxn ang="0">
                  <a:pos x="87" y="0"/>
                </a:cxn>
                <a:cxn ang="0">
                  <a:pos x="87" y="68"/>
                </a:cxn>
                <a:cxn ang="0">
                  <a:pos x="0" y="68"/>
                </a:cxn>
                <a:cxn ang="0">
                  <a:pos x="0" y="0"/>
                </a:cxn>
                <a:cxn ang="0">
                  <a:pos x="0" y="0"/>
                </a:cxn>
              </a:cxnLst>
              <a:rect l="0" t="0" r="r" b="b"/>
              <a:pathLst>
                <a:path w="87" h="68">
                  <a:moveTo>
                    <a:pt x="0" y="0"/>
                  </a:moveTo>
                  <a:lnTo>
                    <a:pt x="87" y="0"/>
                  </a:lnTo>
                  <a:lnTo>
                    <a:pt x="87" y="68"/>
                  </a:lnTo>
                  <a:lnTo>
                    <a:pt x="0" y="68"/>
                  </a:lnTo>
                  <a:lnTo>
                    <a:pt x="0" y="0"/>
                  </a:lnTo>
                  <a:lnTo>
                    <a:pt x="0" y="0"/>
                  </a:lnTo>
                  <a:close/>
                </a:path>
              </a:pathLst>
            </a:custGeom>
            <a:solidFill>
              <a:srgbClr val="F49E26"/>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0" name="Freeform 77"/>
            <p:cNvSpPr>
              <a:spLocks/>
            </p:cNvSpPr>
            <p:nvPr/>
          </p:nvSpPr>
          <p:spPr bwMode="auto">
            <a:xfrm>
              <a:off x="4371975" y="5010150"/>
              <a:ext cx="138113" cy="107950"/>
            </a:xfrm>
            <a:custGeom>
              <a:avLst/>
              <a:gdLst/>
              <a:ahLst/>
              <a:cxnLst>
                <a:cxn ang="0">
                  <a:pos x="0" y="68"/>
                </a:cxn>
                <a:cxn ang="0">
                  <a:pos x="87" y="68"/>
                </a:cxn>
                <a:cxn ang="0">
                  <a:pos x="87" y="0"/>
                </a:cxn>
                <a:cxn ang="0">
                  <a:pos x="0" y="0"/>
                </a:cxn>
                <a:cxn ang="0">
                  <a:pos x="0" y="68"/>
                </a:cxn>
                <a:cxn ang="0">
                  <a:pos x="0" y="68"/>
                </a:cxn>
                <a:cxn ang="0">
                  <a:pos x="0" y="68"/>
                </a:cxn>
              </a:cxnLst>
              <a:rect l="0" t="0" r="r" b="b"/>
              <a:pathLst>
                <a:path w="87" h="68">
                  <a:moveTo>
                    <a:pt x="0" y="68"/>
                  </a:moveTo>
                  <a:lnTo>
                    <a:pt x="87" y="68"/>
                  </a:lnTo>
                  <a:lnTo>
                    <a:pt x="87" y="0"/>
                  </a:lnTo>
                  <a:lnTo>
                    <a:pt x="0" y="0"/>
                  </a:lnTo>
                  <a:lnTo>
                    <a:pt x="0" y="68"/>
                  </a:lnTo>
                  <a:lnTo>
                    <a:pt x="0" y="68"/>
                  </a:lnTo>
                  <a:lnTo>
                    <a:pt x="0" y="68"/>
                  </a:lnTo>
                  <a:close/>
                </a:path>
              </a:pathLst>
            </a:custGeom>
            <a:noFill/>
            <a:ln w="7938" cap="rnd">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1" name="Freeform 78"/>
            <p:cNvSpPr>
              <a:spLocks/>
            </p:cNvSpPr>
            <p:nvPr/>
          </p:nvSpPr>
          <p:spPr bwMode="auto">
            <a:xfrm>
              <a:off x="4360863" y="5133975"/>
              <a:ext cx="165100" cy="47625"/>
            </a:xfrm>
            <a:custGeom>
              <a:avLst/>
              <a:gdLst/>
              <a:ahLst/>
              <a:cxnLst>
                <a:cxn ang="0">
                  <a:pos x="94" y="12"/>
                </a:cxn>
                <a:cxn ang="0">
                  <a:pos x="94" y="0"/>
                </a:cxn>
                <a:cxn ang="0">
                  <a:pos x="9" y="0"/>
                </a:cxn>
                <a:cxn ang="0">
                  <a:pos x="9" y="9"/>
                </a:cxn>
                <a:cxn ang="0">
                  <a:pos x="0" y="21"/>
                </a:cxn>
                <a:cxn ang="0">
                  <a:pos x="0" y="30"/>
                </a:cxn>
                <a:cxn ang="0">
                  <a:pos x="104" y="30"/>
                </a:cxn>
                <a:cxn ang="0">
                  <a:pos x="104" y="21"/>
                </a:cxn>
                <a:cxn ang="0">
                  <a:pos x="94" y="12"/>
                </a:cxn>
                <a:cxn ang="0">
                  <a:pos x="94" y="12"/>
                </a:cxn>
                <a:cxn ang="0">
                  <a:pos x="94" y="12"/>
                </a:cxn>
              </a:cxnLst>
              <a:rect l="0" t="0" r="r" b="b"/>
              <a:pathLst>
                <a:path w="104" h="30">
                  <a:moveTo>
                    <a:pt x="94" y="12"/>
                  </a:moveTo>
                  <a:lnTo>
                    <a:pt x="94" y="0"/>
                  </a:lnTo>
                  <a:lnTo>
                    <a:pt x="9" y="0"/>
                  </a:lnTo>
                  <a:lnTo>
                    <a:pt x="9" y="9"/>
                  </a:lnTo>
                  <a:lnTo>
                    <a:pt x="0" y="21"/>
                  </a:lnTo>
                  <a:lnTo>
                    <a:pt x="0" y="30"/>
                  </a:lnTo>
                  <a:lnTo>
                    <a:pt x="104" y="30"/>
                  </a:lnTo>
                  <a:lnTo>
                    <a:pt x="104" y="21"/>
                  </a:lnTo>
                  <a:lnTo>
                    <a:pt x="94" y="12"/>
                  </a:lnTo>
                  <a:lnTo>
                    <a:pt x="94" y="12"/>
                  </a:lnTo>
                  <a:lnTo>
                    <a:pt x="94" y="1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172" name="文本框 161"/>
          <p:cNvSpPr txBox="1"/>
          <p:nvPr/>
        </p:nvSpPr>
        <p:spPr>
          <a:xfrm>
            <a:off x="7479108" y="4246328"/>
            <a:ext cx="41549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机房</a:t>
            </a:r>
            <a:endParaRPr lang="en-US" altLang="zh-CN" sz="900" b="1" dirty="0" smtClean="0">
              <a:latin typeface="微软雅黑" panose="020B0503020204020204" pitchFamily="34" charset="-122"/>
              <a:ea typeface="微软雅黑" panose="020B0503020204020204" pitchFamily="34" charset="-122"/>
            </a:endParaRPr>
          </a:p>
        </p:txBody>
      </p:sp>
      <p:pic>
        <p:nvPicPr>
          <p:cNvPr id="173" name="图片 172"/>
          <p:cNvPicPr>
            <a:picLocks noChangeAspect="1"/>
          </p:cNvPicPr>
          <p:nvPr/>
        </p:nvPicPr>
        <p:blipFill>
          <a:blip r:embed="rId48"/>
          <a:stretch>
            <a:fillRect/>
          </a:stretch>
        </p:blipFill>
        <p:spPr>
          <a:xfrm>
            <a:off x="11467339" y="2284494"/>
            <a:ext cx="521999" cy="745713"/>
          </a:xfrm>
          <a:prstGeom prst="rect">
            <a:avLst/>
          </a:prstGeom>
        </p:spPr>
      </p:pic>
      <p:sp>
        <p:nvSpPr>
          <p:cNvPr id="174" name="文本框 197"/>
          <p:cNvSpPr txBox="1"/>
          <p:nvPr/>
        </p:nvSpPr>
        <p:spPr>
          <a:xfrm>
            <a:off x="11382515" y="3125891"/>
            <a:ext cx="729687"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Small cell</a:t>
            </a:r>
          </a:p>
        </p:txBody>
      </p:sp>
      <p:pic>
        <p:nvPicPr>
          <p:cNvPr id="175" name="图片 174"/>
          <p:cNvPicPr>
            <a:picLocks noChangeAspect="1"/>
          </p:cNvPicPr>
          <p:nvPr/>
        </p:nvPicPr>
        <p:blipFill>
          <a:blip r:embed="rId49" cstate="print"/>
          <a:stretch>
            <a:fillRect/>
          </a:stretch>
        </p:blipFill>
        <p:spPr>
          <a:xfrm>
            <a:off x="8930215" y="3558901"/>
            <a:ext cx="832157" cy="546846"/>
          </a:xfrm>
          <a:prstGeom prst="rect">
            <a:avLst/>
          </a:prstGeom>
        </p:spPr>
      </p:pic>
      <p:pic>
        <p:nvPicPr>
          <p:cNvPr id="176" name="图片 175"/>
          <p:cNvPicPr>
            <a:picLocks noChangeAspect="1"/>
          </p:cNvPicPr>
          <p:nvPr/>
        </p:nvPicPr>
        <p:blipFill>
          <a:blip r:embed="rId50" cstate="print"/>
          <a:stretch>
            <a:fillRect/>
          </a:stretch>
        </p:blipFill>
        <p:spPr>
          <a:xfrm>
            <a:off x="9750427" y="3483096"/>
            <a:ext cx="789255" cy="661582"/>
          </a:xfrm>
          <a:prstGeom prst="rect">
            <a:avLst/>
          </a:prstGeom>
        </p:spPr>
      </p:pic>
      <p:sp>
        <p:nvSpPr>
          <p:cNvPr id="177" name="文本框 176"/>
          <p:cNvSpPr txBox="1"/>
          <p:nvPr/>
        </p:nvSpPr>
        <p:spPr>
          <a:xfrm>
            <a:off x="9147611" y="4246328"/>
            <a:ext cx="33374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SR</a:t>
            </a:r>
            <a:endParaRPr lang="zh-CN" altLang="en-US" sz="900" b="1" dirty="0">
              <a:latin typeface="微软雅黑" panose="020B0503020204020204" pitchFamily="34" charset="-122"/>
              <a:ea typeface="微软雅黑" panose="020B0503020204020204" pitchFamily="34" charset="-122"/>
            </a:endParaRPr>
          </a:p>
        </p:txBody>
      </p:sp>
      <p:sp>
        <p:nvSpPr>
          <p:cNvPr id="178" name="文本框 177"/>
          <p:cNvSpPr txBox="1"/>
          <p:nvPr/>
        </p:nvSpPr>
        <p:spPr>
          <a:xfrm>
            <a:off x="9803583" y="4230688"/>
            <a:ext cx="73609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AGG LSW</a:t>
            </a:r>
            <a:endParaRPr lang="zh-CN" altLang="en-US" sz="900" b="1" dirty="0">
              <a:latin typeface="微软雅黑" panose="020B0503020204020204" pitchFamily="34" charset="-122"/>
              <a:ea typeface="微软雅黑" panose="020B0503020204020204" pitchFamily="34" charset="-122"/>
            </a:endParaRPr>
          </a:p>
        </p:txBody>
      </p:sp>
      <p:pic>
        <p:nvPicPr>
          <p:cNvPr id="179" name="图片 178"/>
          <p:cNvPicPr>
            <a:picLocks noChangeAspect="1"/>
          </p:cNvPicPr>
          <p:nvPr/>
        </p:nvPicPr>
        <p:blipFill>
          <a:blip r:embed="rId51" cstate="print"/>
          <a:stretch>
            <a:fillRect/>
          </a:stretch>
        </p:blipFill>
        <p:spPr>
          <a:xfrm>
            <a:off x="0" y="4557780"/>
            <a:ext cx="793439" cy="768250"/>
          </a:xfrm>
          <a:prstGeom prst="rect">
            <a:avLst/>
          </a:prstGeom>
        </p:spPr>
      </p:pic>
      <p:pic>
        <p:nvPicPr>
          <p:cNvPr id="180" name="图片 179"/>
          <p:cNvPicPr>
            <a:picLocks noChangeAspect="1"/>
          </p:cNvPicPr>
          <p:nvPr/>
        </p:nvPicPr>
        <p:blipFill>
          <a:blip r:embed="rId52" cstate="print"/>
          <a:stretch>
            <a:fillRect/>
          </a:stretch>
        </p:blipFill>
        <p:spPr>
          <a:xfrm>
            <a:off x="10554129" y="3501008"/>
            <a:ext cx="829064" cy="552709"/>
          </a:xfrm>
          <a:prstGeom prst="rect">
            <a:avLst/>
          </a:prstGeom>
        </p:spPr>
      </p:pic>
      <p:pic>
        <p:nvPicPr>
          <p:cNvPr id="181" name="图片 180"/>
          <p:cNvPicPr>
            <a:picLocks noChangeAspect="1"/>
          </p:cNvPicPr>
          <p:nvPr/>
        </p:nvPicPr>
        <p:blipFill>
          <a:blip r:embed="rId53" cstate="print"/>
          <a:stretch>
            <a:fillRect/>
          </a:stretch>
        </p:blipFill>
        <p:spPr>
          <a:xfrm>
            <a:off x="11516146" y="3468023"/>
            <a:ext cx="462424" cy="702884"/>
          </a:xfrm>
          <a:prstGeom prst="rect">
            <a:avLst/>
          </a:prstGeom>
        </p:spPr>
      </p:pic>
      <p:sp>
        <p:nvSpPr>
          <p:cNvPr id="182" name="文本框 181"/>
          <p:cNvSpPr txBox="1"/>
          <p:nvPr/>
        </p:nvSpPr>
        <p:spPr>
          <a:xfrm>
            <a:off x="10716560" y="4246328"/>
            <a:ext cx="521297"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CMTS</a:t>
            </a:r>
            <a:endParaRPr lang="zh-CN" altLang="en-US" sz="900" b="1" dirty="0">
              <a:latin typeface="微软雅黑" panose="020B0503020204020204" pitchFamily="34" charset="-122"/>
              <a:ea typeface="微软雅黑" panose="020B0503020204020204" pitchFamily="34" charset="-122"/>
            </a:endParaRPr>
          </a:p>
        </p:txBody>
      </p:sp>
      <p:sp>
        <p:nvSpPr>
          <p:cNvPr id="183" name="文本框 182"/>
          <p:cNvSpPr txBox="1"/>
          <p:nvPr/>
        </p:nvSpPr>
        <p:spPr>
          <a:xfrm>
            <a:off x="11290530" y="4250739"/>
            <a:ext cx="992579"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电视信号发射塔</a:t>
            </a:r>
            <a:endParaRPr lang="zh-CN" altLang="en-US" sz="900" b="1" dirty="0">
              <a:latin typeface="微软雅黑" panose="020B0503020204020204" pitchFamily="34" charset="-122"/>
              <a:ea typeface="微软雅黑" panose="020B0503020204020204" pitchFamily="34" charset="-122"/>
            </a:endParaRPr>
          </a:p>
        </p:txBody>
      </p:sp>
      <p:sp>
        <p:nvSpPr>
          <p:cNvPr id="184" name="文本框 183"/>
          <p:cNvSpPr txBox="1"/>
          <p:nvPr/>
        </p:nvSpPr>
        <p:spPr>
          <a:xfrm>
            <a:off x="75838" y="5384394"/>
            <a:ext cx="69442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Cable TV</a:t>
            </a:r>
            <a:endParaRPr lang="zh-CN" altLang="en-US" sz="900" b="1" dirty="0">
              <a:latin typeface="微软雅黑" panose="020B0503020204020204" pitchFamily="34" charset="-122"/>
              <a:ea typeface="微软雅黑" panose="020B0503020204020204" pitchFamily="34" charset="-122"/>
            </a:endParaRPr>
          </a:p>
        </p:txBody>
      </p:sp>
      <p:pic>
        <p:nvPicPr>
          <p:cNvPr id="185" name="图片 184"/>
          <p:cNvPicPr>
            <a:picLocks noChangeAspect="1"/>
          </p:cNvPicPr>
          <p:nvPr/>
        </p:nvPicPr>
        <p:blipFill>
          <a:blip r:embed="rId54" cstate="print"/>
          <a:stretch>
            <a:fillRect/>
          </a:stretch>
        </p:blipFill>
        <p:spPr>
          <a:xfrm>
            <a:off x="3386043" y="4569755"/>
            <a:ext cx="515512" cy="751175"/>
          </a:xfrm>
          <a:prstGeom prst="rect">
            <a:avLst/>
          </a:prstGeom>
        </p:spPr>
      </p:pic>
      <p:sp>
        <p:nvSpPr>
          <p:cNvPr id="186" name="文本框 185"/>
          <p:cNvSpPr txBox="1"/>
          <p:nvPr/>
        </p:nvSpPr>
        <p:spPr>
          <a:xfrm>
            <a:off x="841814" y="5381047"/>
            <a:ext cx="761748"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组播服务器</a:t>
            </a:r>
            <a:endParaRPr lang="zh-CN" altLang="en-US" sz="900" b="1" dirty="0">
              <a:latin typeface="微软雅黑" panose="020B0503020204020204" pitchFamily="34" charset="-122"/>
              <a:ea typeface="微软雅黑" panose="020B0503020204020204" pitchFamily="34" charset="-122"/>
            </a:endParaRPr>
          </a:p>
        </p:txBody>
      </p:sp>
      <p:sp>
        <p:nvSpPr>
          <p:cNvPr id="187" name="文本框 186"/>
          <p:cNvSpPr txBox="1"/>
          <p:nvPr/>
        </p:nvSpPr>
        <p:spPr>
          <a:xfrm>
            <a:off x="1640615" y="5415069"/>
            <a:ext cx="82747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Soft switch</a:t>
            </a:r>
            <a:endParaRPr lang="zh-CN" altLang="en-US" sz="900" b="1" dirty="0">
              <a:latin typeface="微软雅黑" panose="020B0503020204020204" pitchFamily="34" charset="-122"/>
              <a:ea typeface="微软雅黑" panose="020B0503020204020204" pitchFamily="34" charset="-122"/>
            </a:endParaRPr>
          </a:p>
        </p:txBody>
      </p:sp>
      <p:sp>
        <p:nvSpPr>
          <p:cNvPr id="188" name="文本框 187"/>
          <p:cNvSpPr txBox="1"/>
          <p:nvPr/>
        </p:nvSpPr>
        <p:spPr>
          <a:xfrm>
            <a:off x="2489489" y="5411722"/>
            <a:ext cx="769763" cy="230832"/>
          </a:xfrm>
          <a:prstGeom prst="rect">
            <a:avLst/>
          </a:prstGeom>
          <a:noFill/>
        </p:spPr>
        <p:txBody>
          <a:bodyPr wrap="none" rtlCol="0">
            <a:spAutoFit/>
          </a:bodyPr>
          <a:lstStyle/>
          <a:p>
            <a:r>
              <a:rPr lang="en-US" altLang="zh-CN" sz="900" b="1" dirty="0">
                <a:latin typeface="微软雅黑" panose="020B0503020204020204" pitchFamily="34" charset="-122"/>
                <a:ea typeface="微软雅黑" panose="020B0503020204020204" pitchFamily="34" charset="-122"/>
              </a:rPr>
              <a:t>Controller</a:t>
            </a:r>
            <a:endParaRPr lang="zh-CN" altLang="en-US" sz="900" b="1" dirty="0">
              <a:latin typeface="微软雅黑" panose="020B0503020204020204" pitchFamily="34" charset="-122"/>
              <a:ea typeface="微软雅黑" panose="020B0503020204020204" pitchFamily="34" charset="-122"/>
            </a:endParaRPr>
          </a:p>
        </p:txBody>
      </p:sp>
      <p:sp>
        <p:nvSpPr>
          <p:cNvPr id="189" name="文本框 188"/>
          <p:cNvSpPr txBox="1"/>
          <p:nvPr/>
        </p:nvSpPr>
        <p:spPr>
          <a:xfrm>
            <a:off x="3142618" y="5411722"/>
            <a:ext cx="1051891"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OSS </a:t>
            </a:r>
            <a:r>
              <a:rPr lang="en-US" altLang="zh-CN" sz="900" b="1" dirty="0" err="1" smtClean="0">
                <a:latin typeface="微软雅黑" panose="020B0503020204020204" pitchFamily="34" charset="-122"/>
                <a:ea typeface="微软雅黑" panose="020B0503020204020204" pitchFamily="34" charset="-122"/>
              </a:rPr>
              <a:t>backoffice</a:t>
            </a:r>
            <a:endParaRPr lang="zh-CN" altLang="en-US" sz="900" b="1" dirty="0">
              <a:latin typeface="微软雅黑" panose="020B0503020204020204" pitchFamily="34" charset="-122"/>
              <a:ea typeface="微软雅黑" panose="020B0503020204020204" pitchFamily="34" charset="-122"/>
            </a:endParaRPr>
          </a:p>
        </p:txBody>
      </p:sp>
      <p:sp>
        <p:nvSpPr>
          <p:cNvPr id="190" name="文本框 189"/>
          <p:cNvSpPr txBox="1"/>
          <p:nvPr/>
        </p:nvSpPr>
        <p:spPr>
          <a:xfrm>
            <a:off x="4099263" y="5405625"/>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组播服务器</a:t>
            </a:r>
            <a:endParaRPr lang="zh-CN" altLang="en-US" sz="900" b="1" dirty="0">
              <a:latin typeface="微软雅黑" panose="020B0503020204020204" pitchFamily="34" charset="-122"/>
              <a:ea typeface="微软雅黑" panose="020B0503020204020204" pitchFamily="34" charset="-122"/>
            </a:endParaRPr>
          </a:p>
        </p:txBody>
      </p:sp>
      <p:sp>
        <p:nvSpPr>
          <p:cNvPr id="191" name="文本框 190"/>
          <p:cNvSpPr txBox="1"/>
          <p:nvPr/>
        </p:nvSpPr>
        <p:spPr>
          <a:xfrm>
            <a:off x="5046996" y="5415069"/>
            <a:ext cx="49885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BRAS</a:t>
            </a:r>
            <a:endParaRPr lang="zh-CN" altLang="en-US" sz="900" b="1" dirty="0">
              <a:latin typeface="微软雅黑" panose="020B0503020204020204" pitchFamily="34" charset="-122"/>
              <a:ea typeface="微软雅黑" panose="020B0503020204020204" pitchFamily="34" charset="-122"/>
            </a:endParaRPr>
          </a:p>
        </p:txBody>
      </p:sp>
      <p:sp>
        <p:nvSpPr>
          <p:cNvPr id="192" name="文本框 191"/>
          <p:cNvSpPr txBox="1"/>
          <p:nvPr/>
        </p:nvSpPr>
        <p:spPr>
          <a:xfrm>
            <a:off x="5881248" y="5425953"/>
            <a:ext cx="39145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MG</a:t>
            </a:r>
            <a:endParaRPr lang="zh-CN" altLang="en-US" sz="900" b="1" dirty="0">
              <a:latin typeface="微软雅黑" panose="020B0503020204020204" pitchFamily="34" charset="-122"/>
              <a:ea typeface="微软雅黑" panose="020B0503020204020204" pitchFamily="34" charset="-122"/>
            </a:endParaRPr>
          </a:p>
        </p:txBody>
      </p:sp>
      <p:pic>
        <p:nvPicPr>
          <p:cNvPr id="193" name="图片 192"/>
          <p:cNvPicPr>
            <a:picLocks noChangeAspect="1"/>
          </p:cNvPicPr>
          <p:nvPr/>
        </p:nvPicPr>
        <p:blipFill>
          <a:blip r:embed="rId55" cstate="print"/>
          <a:stretch>
            <a:fillRect/>
          </a:stretch>
        </p:blipFill>
        <p:spPr>
          <a:xfrm>
            <a:off x="4939660" y="4569847"/>
            <a:ext cx="713529" cy="751083"/>
          </a:xfrm>
          <a:prstGeom prst="rect">
            <a:avLst/>
          </a:prstGeom>
        </p:spPr>
      </p:pic>
      <p:pic>
        <p:nvPicPr>
          <p:cNvPr id="194" name="图片 193"/>
          <p:cNvPicPr>
            <a:picLocks noChangeAspect="1"/>
          </p:cNvPicPr>
          <p:nvPr/>
        </p:nvPicPr>
        <p:blipFill>
          <a:blip r:embed="rId56" cstate="print"/>
          <a:stretch>
            <a:fillRect/>
          </a:stretch>
        </p:blipFill>
        <p:spPr>
          <a:xfrm>
            <a:off x="5710358" y="4569755"/>
            <a:ext cx="738797" cy="777681"/>
          </a:xfrm>
          <a:prstGeom prst="rect">
            <a:avLst/>
          </a:prstGeom>
        </p:spPr>
      </p:pic>
      <p:pic>
        <p:nvPicPr>
          <p:cNvPr id="195" name="图片 194"/>
          <p:cNvPicPr>
            <a:picLocks noChangeAspect="1"/>
          </p:cNvPicPr>
          <p:nvPr/>
        </p:nvPicPr>
        <p:blipFill>
          <a:blip r:embed="rId57" cstate="print"/>
          <a:stretch>
            <a:fillRect/>
          </a:stretch>
        </p:blipFill>
        <p:spPr>
          <a:xfrm>
            <a:off x="814063" y="4712379"/>
            <a:ext cx="829668" cy="471600"/>
          </a:xfrm>
          <a:prstGeom prst="rect">
            <a:avLst/>
          </a:prstGeom>
        </p:spPr>
      </p:pic>
      <p:pic>
        <p:nvPicPr>
          <p:cNvPr id="196" name="图片 195"/>
          <p:cNvPicPr>
            <a:picLocks noChangeAspect="1"/>
          </p:cNvPicPr>
          <p:nvPr/>
        </p:nvPicPr>
        <p:blipFill>
          <a:blip r:embed="rId58" cstate="print"/>
          <a:stretch>
            <a:fillRect/>
          </a:stretch>
        </p:blipFill>
        <p:spPr>
          <a:xfrm>
            <a:off x="1649505" y="4588229"/>
            <a:ext cx="791275" cy="707351"/>
          </a:xfrm>
          <a:prstGeom prst="rect">
            <a:avLst/>
          </a:prstGeom>
        </p:spPr>
      </p:pic>
      <p:pic>
        <p:nvPicPr>
          <p:cNvPr id="197" name="图片 196"/>
          <p:cNvPicPr>
            <a:picLocks noChangeAspect="1"/>
          </p:cNvPicPr>
          <p:nvPr/>
        </p:nvPicPr>
        <p:blipFill>
          <a:blip r:embed="rId59" cstate="print"/>
          <a:stretch>
            <a:fillRect/>
          </a:stretch>
        </p:blipFill>
        <p:spPr>
          <a:xfrm>
            <a:off x="2464517" y="4763433"/>
            <a:ext cx="762863" cy="525251"/>
          </a:xfrm>
          <a:prstGeom prst="rect">
            <a:avLst/>
          </a:prstGeom>
        </p:spPr>
      </p:pic>
      <p:pic>
        <p:nvPicPr>
          <p:cNvPr id="198" name="图片 197"/>
          <p:cNvPicPr>
            <a:picLocks noChangeAspect="1"/>
          </p:cNvPicPr>
          <p:nvPr/>
        </p:nvPicPr>
        <p:blipFill>
          <a:blip r:embed="rId60" cstate="print"/>
          <a:stretch>
            <a:fillRect/>
          </a:stretch>
        </p:blipFill>
        <p:spPr>
          <a:xfrm>
            <a:off x="4212101" y="4569755"/>
            <a:ext cx="475928" cy="777962"/>
          </a:xfrm>
          <a:prstGeom prst="rect">
            <a:avLst/>
          </a:prstGeom>
        </p:spPr>
      </p:pic>
      <p:sp>
        <p:nvSpPr>
          <p:cNvPr id="199" name="文本框 198"/>
          <p:cNvSpPr txBox="1"/>
          <p:nvPr/>
        </p:nvSpPr>
        <p:spPr>
          <a:xfrm>
            <a:off x="6676337" y="5410669"/>
            <a:ext cx="439544"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RNC</a:t>
            </a:r>
            <a:endParaRPr lang="zh-CN" altLang="en-US" sz="900" b="1" dirty="0">
              <a:latin typeface="微软雅黑" panose="020B0503020204020204" pitchFamily="34" charset="-122"/>
              <a:ea typeface="微软雅黑" panose="020B0503020204020204" pitchFamily="34" charset="-122"/>
            </a:endParaRPr>
          </a:p>
        </p:txBody>
      </p:sp>
      <p:sp>
        <p:nvSpPr>
          <p:cNvPr id="200" name="文本框 199"/>
          <p:cNvSpPr txBox="1"/>
          <p:nvPr/>
        </p:nvSpPr>
        <p:spPr>
          <a:xfrm>
            <a:off x="7356427" y="5424389"/>
            <a:ext cx="676788"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SW/PTN</a:t>
            </a:r>
            <a:endParaRPr lang="zh-CN" altLang="en-US" sz="900" b="1" dirty="0">
              <a:latin typeface="微软雅黑" panose="020B0503020204020204" pitchFamily="34" charset="-122"/>
              <a:ea typeface="微软雅黑" panose="020B0503020204020204" pitchFamily="34" charset="-122"/>
            </a:endParaRPr>
          </a:p>
        </p:txBody>
      </p:sp>
      <p:sp>
        <p:nvSpPr>
          <p:cNvPr id="201" name="文本框 200"/>
          <p:cNvSpPr txBox="1"/>
          <p:nvPr/>
        </p:nvSpPr>
        <p:spPr>
          <a:xfrm>
            <a:off x="8139574" y="5355139"/>
            <a:ext cx="806631" cy="3693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BTS/Clock </a:t>
            </a:r>
          </a:p>
          <a:p>
            <a:r>
              <a:rPr lang="en-US" altLang="zh-CN" sz="900" b="1" dirty="0" smtClean="0">
                <a:latin typeface="微软雅黑" panose="020B0503020204020204" pitchFamily="34" charset="-122"/>
                <a:ea typeface="微软雅黑" panose="020B0503020204020204" pitchFamily="34" charset="-122"/>
              </a:rPr>
              <a:t>Server</a:t>
            </a:r>
            <a:endParaRPr lang="zh-CN" altLang="en-US" sz="900" b="1" dirty="0">
              <a:latin typeface="微软雅黑" panose="020B0503020204020204" pitchFamily="34" charset="-122"/>
              <a:ea typeface="微软雅黑" panose="020B0503020204020204" pitchFamily="34" charset="-122"/>
            </a:endParaRPr>
          </a:p>
        </p:txBody>
      </p:sp>
      <p:sp>
        <p:nvSpPr>
          <p:cNvPr id="202" name="文本框 201"/>
          <p:cNvSpPr txBox="1"/>
          <p:nvPr/>
        </p:nvSpPr>
        <p:spPr>
          <a:xfrm>
            <a:off x="9139345" y="5404264"/>
            <a:ext cx="41389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RKS</a:t>
            </a:r>
            <a:endParaRPr lang="zh-CN" altLang="en-US" sz="900" b="1" dirty="0">
              <a:latin typeface="微软雅黑" panose="020B0503020204020204" pitchFamily="34" charset="-122"/>
              <a:ea typeface="微软雅黑" panose="020B0503020204020204" pitchFamily="34" charset="-122"/>
            </a:endParaRPr>
          </a:p>
        </p:txBody>
      </p:sp>
      <p:pic>
        <p:nvPicPr>
          <p:cNvPr id="203" name="图片 202"/>
          <p:cNvPicPr>
            <a:picLocks noChangeAspect="1"/>
          </p:cNvPicPr>
          <p:nvPr/>
        </p:nvPicPr>
        <p:blipFill>
          <a:blip r:embed="rId61" cstate="print"/>
          <a:stretch>
            <a:fillRect/>
          </a:stretch>
        </p:blipFill>
        <p:spPr>
          <a:xfrm>
            <a:off x="9747635" y="4602776"/>
            <a:ext cx="816752" cy="684630"/>
          </a:xfrm>
          <a:prstGeom prst="rect">
            <a:avLst/>
          </a:prstGeom>
        </p:spPr>
      </p:pic>
      <p:pic>
        <p:nvPicPr>
          <p:cNvPr id="204" name="图片 203"/>
          <p:cNvPicPr>
            <a:picLocks noChangeAspect="1"/>
          </p:cNvPicPr>
          <p:nvPr/>
        </p:nvPicPr>
        <p:blipFill>
          <a:blip r:embed="rId62" cstate="print"/>
          <a:stretch>
            <a:fillRect/>
          </a:stretch>
        </p:blipFill>
        <p:spPr>
          <a:xfrm>
            <a:off x="10629431" y="4577080"/>
            <a:ext cx="656214" cy="763351"/>
          </a:xfrm>
          <a:prstGeom prst="rect">
            <a:avLst/>
          </a:prstGeom>
        </p:spPr>
      </p:pic>
      <p:pic>
        <p:nvPicPr>
          <p:cNvPr id="205" name="图片 204"/>
          <p:cNvPicPr>
            <a:picLocks noChangeAspect="1"/>
          </p:cNvPicPr>
          <p:nvPr/>
        </p:nvPicPr>
        <p:blipFill>
          <a:blip r:embed="rId63" cstate="print"/>
          <a:stretch>
            <a:fillRect/>
          </a:stretch>
        </p:blipFill>
        <p:spPr>
          <a:xfrm>
            <a:off x="11428493" y="4575455"/>
            <a:ext cx="665438" cy="774081"/>
          </a:xfrm>
          <a:prstGeom prst="rect">
            <a:avLst/>
          </a:prstGeom>
        </p:spPr>
      </p:pic>
      <p:pic>
        <p:nvPicPr>
          <p:cNvPr id="206" name="图片 205"/>
          <p:cNvPicPr>
            <a:picLocks noChangeAspect="1"/>
          </p:cNvPicPr>
          <p:nvPr/>
        </p:nvPicPr>
        <p:blipFill>
          <a:blip r:embed="rId64" cstate="print"/>
          <a:stretch>
            <a:fillRect/>
          </a:stretch>
        </p:blipFill>
        <p:spPr>
          <a:xfrm>
            <a:off x="58543" y="5803228"/>
            <a:ext cx="760997" cy="529389"/>
          </a:xfrm>
          <a:prstGeom prst="rect">
            <a:avLst/>
          </a:prstGeom>
        </p:spPr>
      </p:pic>
      <p:pic>
        <p:nvPicPr>
          <p:cNvPr id="207" name="图片 206"/>
          <p:cNvPicPr>
            <a:picLocks noChangeAspect="1"/>
          </p:cNvPicPr>
          <p:nvPr/>
        </p:nvPicPr>
        <p:blipFill>
          <a:blip r:embed="rId65" cstate="print"/>
          <a:stretch>
            <a:fillRect/>
          </a:stretch>
        </p:blipFill>
        <p:spPr>
          <a:xfrm>
            <a:off x="811674" y="5767535"/>
            <a:ext cx="835551" cy="655335"/>
          </a:xfrm>
          <a:prstGeom prst="rect">
            <a:avLst/>
          </a:prstGeom>
        </p:spPr>
      </p:pic>
      <p:pic>
        <p:nvPicPr>
          <p:cNvPr id="208" name="图片 207"/>
          <p:cNvPicPr>
            <a:picLocks noChangeAspect="1"/>
          </p:cNvPicPr>
          <p:nvPr/>
        </p:nvPicPr>
        <p:blipFill>
          <a:blip r:embed="rId66" cstate="print"/>
          <a:stretch>
            <a:fillRect/>
          </a:stretch>
        </p:blipFill>
        <p:spPr>
          <a:xfrm>
            <a:off x="6528717" y="4615599"/>
            <a:ext cx="783516" cy="655595"/>
          </a:xfrm>
          <a:prstGeom prst="rect">
            <a:avLst/>
          </a:prstGeom>
        </p:spPr>
      </p:pic>
      <p:pic>
        <p:nvPicPr>
          <p:cNvPr id="209" name="图片 208"/>
          <p:cNvPicPr>
            <a:picLocks noChangeAspect="1"/>
          </p:cNvPicPr>
          <p:nvPr/>
        </p:nvPicPr>
        <p:blipFill>
          <a:blip r:embed="rId67" cstate="print"/>
          <a:stretch>
            <a:fillRect/>
          </a:stretch>
        </p:blipFill>
        <p:spPr>
          <a:xfrm>
            <a:off x="8127003" y="4598699"/>
            <a:ext cx="794802" cy="655362"/>
          </a:xfrm>
          <a:prstGeom prst="rect">
            <a:avLst/>
          </a:prstGeom>
        </p:spPr>
      </p:pic>
      <p:pic>
        <p:nvPicPr>
          <p:cNvPr id="210" name="图片 209"/>
          <p:cNvPicPr>
            <a:picLocks noChangeAspect="1"/>
          </p:cNvPicPr>
          <p:nvPr/>
        </p:nvPicPr>
        <p:blipFill>
          <a:blip r:embed="rId68" cstate="print"/>
          <a:stretch>
            <a:fillRect/>
          </a:stretch>
        </p:blipFill>
        <p:spPr>
          <a:xfrm>
            <a:off x="7318631" y="4609657"/>
            <a:ext cx="801549" cy="660926"/>
          </a:xfrm>
          <a:prstGeom prst="rect">
            <a:avLst/>
          </a:prstGeom>
        </p:spPr>
      </p:pic>
      <p:pic>
        <p:nvPicPr>
          <p:cNvPr id="211" name="图片 210"/>
          <p:cNvPicPr>
            <a:picLocks noChangeAspect="1"/>
          </p:cNvPicPr>
          <p:nvPr/>
        </p:nvPicPr>
        <p:blipFill>
          <a:blip r:embed="rId69" cstate="print"/>
          <a:stretch>
            <a:fillRect/>
          </a:stretch>
        </p:blipFill>
        <p:spPr>
          <a:xfrm>
            <a:off x="9019859" y="4565150"/>
            <a:ext cx="652868" cy="775281"/>
          </a:xfrm>
          <a:prstGeom prst="rect">
            <a:avLst/>
          </a:prstGeom>
        </p:spPr>
      </p:pic>
      <p:sp>
        <p:nvSpPr>
          <p:cNvPr id="212" name="文本框 211"/>
          <p:cNvSpPr txBox="1"/>
          <p:nvPr/>
        </p:nvSpPr>
        <p:spPr>
          <a:xfrm>
            <a:off x="3285651" y="6542537"/>
            <a:ext cx="732894"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MSO OSS</a:t>
            </a:r>
            <a:endParaRPr lang="zh-CN" altLang="en-US" sz="900" b="1" dirty="0">
              <a:latin typeface="微软雅黑" panose="020B0503020204020204" pitchFamily="34" charset="-122"/>
              <a:ea typeface="微软雅黑" panose="020B0503020204020204" pitchFamily="34" charset="-122"/>
            </a:endParaRPr>
          </a:p>
        </p:txBody>
      </p:sp>
      <p:sp>
        <p:nvSpPr>
          <p:cNvPr id="213" name="文本框 212"/>
          <p:cNvSpPr txBox="1"/>
          <p:nvPr/>
        </p:nvSpPr>
        <p:spPr>
          <a:xfrm>
            <a:off x="4194547" y="6542537"/>
            <a:ext cx="556563"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U2000</a:t>
            </a:r>
            <a:endParaRPr lang="zh-CN" altLang="en-US" sz="900" b="1" dirty="0">
              <a:latin typeface="微软雅黑" panose="020B0503020204020204" pitchFamily="34" charset="-122"/>
              <a:ea typeface="微软雅黑" panose="020B0503020204020204" pitchFamily="34" charset="-122"/>
            </a:endParaRPr>
          </a:p>
        </p:txBody>
      </p:sp>
      <p:pic>
        <p:nvPicPr>
          <p:cNvPr id="214" name="图片 213"/>
          <p:cNvPicPr>
            <a:picLocks noChangeAspect="1"/>
          </p:cNvPicPr>
          <p:nvPr/>
        </p:nvPicPr>
        <p:blipFill>
          <a:blip r:embed="rId70" cstate="print"/>
          <a:stretch>
            <a:fillRect/>
          </a:stretch>
        </p:blipFill>
        <p:spPr>
          <a:xfrm>
            <a:off x="4061607" y="5809473"/>
            <a:ext cx="829284" cy="588038"/>
          </a:xfrm>
          <a:prstGeom prst="rect">
            <a:avLst/>
          </a:prstGeom>
        </p:spPr>
      </p:pic>
      <p:pic>
        <p:nvPicPr>
          <p:cNvPr id="215" name="图片 214"/>
          <p:cNvPicPr>
            <a:picLocks noChangeAspect="1"/>
          </p:cNvPicPr>
          <p:nvPr/>
        </p:nvPicPr>
        <p:blipFill>
          <a:blip r:embed="rId71" cstate="print"/>
          <a:stretch>
            <a:fillRect/>
          </a:stretch>
        </p:blipFill>
        <p:spPr>
          <a:xfrm>
            <a:off x="3244631" y="5830964"/>
            <a:ext cx="829420" cy="541427"/>
          </a:xfrm>
          <a:prstGeom prst="rect">
            <a:avLst/>
          </a:prstGeom>
        </p:spPr>
      </p:pic>
      <p:pic>
        <p:nvPicPr>
          <p:cNvPr id="216" name="图片 215"/>
          <p:cNvPicPr>
            <a:picLocks noChangeAspect="1"/>
          </p:cNvPicPr>
          <p:nvPr/>
        </p:nvPicPr>
        <p:blipFill>
          <a:blip r:embed="rId72" cstate="print"/>
          <a:stretch>
            <a:fillRect/>
          </a:stretch>
        </p:blipFill>
        <p:spPr>
          <a:xfrm>
            <a:off x="2446125" y="5846844"/>
            <a:ext cx="816976" cy="498494"/>
          </a:xfrm>
          <a:prstGeom prst="rect">
            <a:avLst/>
          </a:prstGeom>
        </p:spPr>
      </p:pic>
      <p:pic>
        <p:nvPicPr>
          <p:cNvPr id="217" name="图片 216"/>
          <p:cNvPicPr>
            <a:picLocks noChangeAspect="1"/>
          </p:cNvPicPr>
          <p:nvPr/>
        </p:nvPicPr>
        <p:blipFill>
          <a:blip r:embed="rId73" cstate="print"/>
          <a:stretch>
            <a:fillRect/>
          </a:stretch>
        </p:blipFill>
        <p:spPr>
          <a:xfrm>
            <a:off x="1627679" y="5841338"/>
            <a:ext cx="828000" cy="504000"/>
          </a:xfrm>
          <a:prstGeom prst="rect">
            <a:avLst/>
          </a:prstGeom>
        </p:spPr>
      </p:pic>
      <p:pic>
        <p:nvPicPr>
          <p:cNvPr id="218" name="图片 217"/>
          <p:cNvPicPr>
            <a:picLocks noChangeAspect="1"/>
          </p:cNvPicPr>
          <p:nvPr/>
        </p:nvPicPr>
        <p:blipFill>
          <a:blip r:embed="rId74" cstate="print"/>
          <a:stretch>
            <a:fillRect/>
          </a:stretch>
        </p:blipFill>
        <p:spPr>
          <a:xfrm>
            <a:off x="11351317" y="5784684"/>
            <a:ext cx="806315" cy="622015"/>
          </a:xfrm>
          <a:prstGeom prst="rect">
            <a:avLst/>
          </a:prstGeom>
        </p:spPr>
      </p:pic>
      <p:sp>
        <p:nvSpPr>
          <p:cNvPr id="219" name="文本框 218"/>
          <p:cNvSpPr txBox="1"/>
          <p:nvPr/>
        </p:nvSpPr>
        <p:spPr>
          <a:xfrm>
            <a:off x="5064774" y="6547397"/>
            <a:ext cx="437940"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EMS</a:t>
            </a:r>
            <a:endParaRPr lang="zh-CN" altLang="en-US" sz="900" b="1" dirty="0">
              <a:latin typeface="微软雅黑" panose="020B0503020204020204" pitchFamily="34" charset="-122"/>
              <a:ea typeface="微软雅黑" panose="020B0503020204020204" pitchFamily="34" charset="-122"/>
            </a:endParaRPr>
          </a:p>
        </p:txBody>
      </p:sp>
      <p:pic>
        <p:nvPicPr>
          <p:cNvPr id="220" name="图片 219"/>
          <p:cNvPicPr>
            <a:picLocks noChangeAspect="1"/>
          </p:cNvPicPr>
          <p:nvPr/>
        </p:nvPicPr>
        <p:blipFill>
          <a:blip r:embed="rId75" cstate="print"/>
          <a:stretch>
            <a:fillRect/>
          </a:stretch>
        </p:blipFill>
        <p:spPr>
          <a:xfrm>
            <a:off x="8946205" y="5813761"/>
            <a:ext cx="787546" cy="577534"/>
          </a:xfrm>
          <a:prstGeom prst="rect">
            <a:avLst/>
          </a:prstGeom>
        </p:spPr>
      </p:pic>
      <p:pic>
        <p:nvPicPr>
          <p:cNvPr id="221" name="图片 220"/>
          <p:cNvPicPr>
            <a:picLocks noChangeAspect="1"/>
          </p:cNvPicPr>
          <p:nvPr/>
        </p:nvPicPr>
        <p:blipFill>
          <a:blip r:embed="rId76" cstate="print"/>
          <a:stretch>
            <a:fillRect/>
          </a:stretch>
        </p:blipFill>
        <p:spPr>
          <a:xfrm>
            <a:off x="9741912" y="5854554"/>
            <a:ext cx="788618" cy="521051"/>
          </a:xfrm>
          <a:prstGeom prst="rect">
            <a:avLst/>
          </a:prstGeom>
        </p:spPr>
      </p:pic>
      <p:pic>
        <p:nvPicPr>
          <p:cNvPr id="222" name="图片 221"/>
          <p:cNvPicPr>
            <a:picLocks noChangeAspect="1"/>
          </p:cNvPicPr>
          <p:nvPr/>
        </p:nvPicPr>
        <p:blipFill>
          <a:blip r:embed="rId77" cstate="print"/>
          <a:stretch>
            <a:fillRect/>
          </a:stretch>
        </p:blipFill>
        <p:spPr>
          <a:xfrm>
            <a:off x="10556839" y="5854554"/>
            <a:ext cx="801398" cy="507552"/>
          </a:xfrm>
          <a:prstGeom prst="rect">
            <a:avLst/>
          </a:prstGeom>
        </p:spPr>
      </p:pic>
      <p:pic>
        <p:nvPicPr>
          <p:cNvPr id="223" name="图片 222"/>
          <p:cNvPicPr>
            <a:picLocks noChangeAspect="1"/>
          </p:cNvPicPr>
          <p:nvPr/>
        </p:nvPicPr>
        <p:blipFill>
          <a:blip r:embed="rId78" cstate="print"/>
          <a:stretch>
            <a:fillRect/>
          </a:stretch>
        </p:blipFill>
        <p:spPr>
          <a:xfrm>
            <a:off x="7322779" y="5841901"/>
            <a:ext cx="797910" cy="517164"/>
          </a:xfrm>
          <a:prstGeom prst="rect">
            <a:avLst/>
          </a:prstGeom>
        </p:spPr>
      </p:pic>
      <p:pic>
        <p:nvPicPr>
          <p:cNvPr id="224" name="图片 223"/>
          <p:cNvPicPr>
            <a:picLocks noChangeAspect="1"/>
          </p:cNvPicPr>
          <p:nvPr/>
        </p:nvPicPr>
        <p:blipFill>
          <a:blip r:embed="rId79" cstate="print"/>
          <a:stretch>
            <a:fillRect/>
          </a:stretch>
        </p:blipFill>
        <p:spPr>
          <a:xfrm>
            <a:off x="6511843" y="5830964"/>
            <a:ext cx="788993" cy="561656"/>
          </a:xfrm>
          <a:prstGeom prst="rect">
            <a:avLst/>
          </a:prstGeom>
        </p:spPr>
      </p:pic>
      <p:pic>
        <p:nvPicPr>
          <p:cNvPr id="225" name="图片 224"/>
          <p:cNvPicPr>
            <a:picLocks noChangeAspect="1"/>
          </p:cNvPicPr>
          <p:nvPr/>
        </p:nvPicPr>
        <p:blipFill>
          <a:blip r:embed="rId80" cstate="print"/>
          <a:stretch>
            <a:fillRect/>
          </a:stretch>
        </p:blipFill>
        <p:spPr>
          <a:xfrm>
            <a:off x="8119192" y="5881600"/>
            <a:ext cx="804254" cy="490731"/>
          </a:xfrm>
          <a:prstGeom prst="rect">
            <a:avLst/>
          </a:prstGeom>
        </p:spPr>
      </p:pic>
      <p:pic>
        <p:nvPicPr>
          <p:cNvPr id="226" name="图片 225"/>
          <p:cNvPicPr>
            <a:picLocks noChangeAspect="1"/>
          </p:cNvPicPr>
          <p:nvPr/>
        </p:nvPicPr>
        <p:blipFill>
          <a:blip r:embed="rId81" cstate="print"/>
          <a:stretch>
            <a:fillRect/>
          </a:stretch>
        </p:blipFill>
        <p:spPr>
          <a:xfrm>
            <a:off x="4881817" y="5794797"/>
            <a:ext cx="789640" cy="627067"/>
          </a:xfrm>
          <a:prstGeom prst="rect">
            <a:avLst/>
          </a:prstGeom>
        </p:spPr>
      </p:pic>
      <p:sp>
        <p:nvSpPr>
          <p:cNvPr id="227" name="文本框 197"/>
          <p:cNvSpPr txBox="1"/>
          <p:nvPr/>
        </p:nvSpPr>
        <p:spPr>
          <a:xfrm>
            <a:off x="5829851" y="6559255"/>
            <a:ext cx="545342"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SNMP</a:t>
            </a:r>
          </a:p>
        </p:txBody>
      </p:sp>
      <p:pic>
        <p:nvPicPr>
          <p:cNvPr id="228" name="图片 227"/>
          <p:cNvPicPr>
            <a:picLocks noChangeAspect="1"/>
          </p:cNvPicPr>
          <p:nvPr/>
        </p:nvPicPr>
        <p:blipFill>
          <a:blip r:embed="rId82"/>
          <a:stretch>
            <a:fillRect/>
          </a:stretch>
        </p:blipFill>
        <p:spPr>
          <a:xfrm>
            <a:off x="5684353" y="5821580"/>
            <a:ext cx="825169" cy="585120"/>
          </a:xfrm>
          <a:prstGeom prst="rect">
            <a:avLst/>
          </a:prstGeom>
        </p:spPr>
      </p:pic>
      <p:sp>
        <p:nvSpPr>
          <p:cNvPr id="229" name="文本框 228"/>
          <p:cNvSpPr txBox="1"/>
          <p:nvPr/>
        </p:nvSpPr>
        <p:spPr>
          <a:xfrm>
            <a:off x="8207530" y="3109687"/>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大型企业</a:t>
            </a:r>
          </a:p>
        </p:txBody>
      </p:sp>
      <p:sp>
        <p:nvSpPr>
          <p:cNvPr id="230" name="文本框 229"/>
          <p:cNvSpPr txBox="1"/>
          <p:nvPr/>
        </p:nvSpPr>
        <p:spPr>
          <a:xfrm>
            <a:off x="9763821" y="3115870"/>
            <a:ext cx="761747"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中小型企业</a:t>
            </a:r>
            <a:endParaRPr lang="zh-CN" altLang="en-US" sz="900" b="1" dirty="0">
              <a:latin typeface="微软雅黑" panose="020B0503020204020204" pitchFamily="34" charset="-122"/>
              <a:ea typeface="微软雅黑" panose="020B0503020204020204" pitchFamily="34" charset="-122"/>
            </a:endParaRPr>
          </a:p>
        </p:txBody>
      </p:sp>
      <p:sp>
        <p:nvSpPr>
          <p:cNvPr id="231" name="文本框 230"/>
          <p:cNvSpPr txBox="1"/>
          <p:nvPr/>
        </p:nvSpPr>
        <p:spPr>
          <a:xfrm>
            <a:off x="749680" y="4270927"/>
            <a:ext cx="99257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Mobile </a:t>
            </a:r>
            <a:r>
              <a:rPr lang="en-US" altLang="zh-CN" sz="900" b="1" dirty="0">
                <a:latin typeface="微软雅黑" panose="020B0503020204020204" pitchFamily="34" charset="-122"/>
                <a:ea typeface="微软雅黑" panose="020B0503020204020204" pitchFamily="34" charset="-122"/>
              </a:rPr>
              <a:t>phone</a:t>
            </a:r>
            <a:endParaRPr lang="zh-CN" altLang="en-US" sz="900" b="1" dirty="0">
              <a:latin typeface="微软雅黑" panose="020B0503020204020204" pitchFamily="34" charset="-122"/>
              <a:ea typeface="微软雅黑" panose="020B0503020204020204" pitchFamily="34" charset="-122"/>
            </a:endParaRPr>
          </a:p>
        </p:txBody>
      </p:sp>
      <p:sp>
        <p:nvSpPr>
          <p:cNvPr id="232" name="文本框 231"/>
          <p:cNvSpPr txBox="1"/>
          <p:nvPr/>
        </p:nvSpPr>
        <p:spPr>
          <a:xfrm>
            <a:off x="2568966" y="4270927"/>
            <a:ext cx="530915"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摄像头</a:t>
            </a:r>
            <a:endParaRPr lang="zh-CN" altLang="en-US" sz="900" b="1" dirty="0">
              <a:latin typeface="微软雅黑" panose="020B0503020204020204" pitchFamily="34" charset="-122"/>
              <a:ea typeface="微软雅黑" panose="020B0503020204020204" pitchFamily="34" charset="-122"/>
            </a:endParaRPr>
          </a:p>
        </p:txBody>
      </p:sp>
      <p:sp>
        <p:nvSpPr>
          <p:cNvPr id="233" name="文本框 232"/>
          <p:cNvSpPr txBox="1"/>
          <p:nvPr/>
        </p:nvSpPr>
        <p:spPr>
          <a:xfrm>
            <a:off x="9785025" y="5399415"/>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Master.64</a:t>
            </a:r>
            <a:endParaRPr lang="zh-CN" altLang="en-US" sz="900" b="1" dirty="0">
              <a:latin typeface="微软雅黑" panose="020B0503020204020204" pitchFamily="34" charset="-122"/>
              <a:ea typeface="微软雅黑" panose="020B0503020204020204" pitchFamily="34" charset="-122"/>
            </a:endParaRPr>
          </a:p>
        </p:txBody>
      </p:sp>
      <p:sp>
        <p:nvSpPr>
          <p:cNvPr id="234" name="文本框 233"/>
          <p:cNvSpPr txBox="1"/>
          <p:nvPr/>
        </p:nvSpPr>
        <p:spPr>
          <a:xfrm>
            <a:off x="10581277" y="5388959"/>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Master.66</a:t>
            </a:r>
            <a:endParaRPr lang="zh-CN" altLang="en-US" sz="900" b="1" dirty="0">
              <a:latin typeface="微软雅黑" panose="020B0503020204020204" pitchFamily="34" charset="-122"/>
              <a:ea typeface="微软雅黑" panose="020B0503020204020204" pitchFamily="34" charset="-122"/>
            </a:endParaRPr>
          </a:p>
        </p:txBody>
      </p:sp>
      <p:sp>
        <p:nvSpPr>
          <p:cNvPr id="235" name="文本框 234"/>
          <p:cNvSpPr txBox="1"/>
          <p:nvPr/>
        </p:nvSpPr>
        <p:spPr>
          <a:xfrm>
            <a:off x="11386815" y="5405677"/>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Master.65</a:t>
            </a:r>
            <a:endParaRPr lang="zh-CN" altLang="en-US" sz="900" b="1" dirty="0">
              <a:latin typeface="微软雅黑" panose="020B0503020204020204" pitchFamily="34" charset="-122"/>
              <a:ea typeface="微软雅黑" panose="020B0503020204020204" pitchFamily="34" charset="-122"/>
            </a:endParaRPr>
          </a:p>
        </p:txBody>
      </p:sp>
      <p:sp>
        <p:nvSpPr>
          <p:cNvPr id="236" name="文本框 235"/>
          <p:cNvSpPr txBox="1"/>
          <p:nvPr/>
        </p:nvSpPr>
        <p:spPr>
          <a:xfrm>
            <a:off x="6608711" y="6535125"/>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Cloud-1</a:t>
            </a:r>
            <a:endParaRPr lang="zh-CN" altLang="en-US" sz="900" b="1" dirty="0">
              <a:latin typeface="微软雅黑" panose="020B0503020204020204" pitchFamily="34" charset="-122"/>
              <a:ea typeface="微软雅黑" panose="020B0503020204020204" pitchFamily="34" charset="-122"/>
            </a:endParaRPr>
          </a:p>
        </p:txBody>
      </p:sp>
      <p:sp>
        <p:nvSpPr>
          <p:cNvPr id="237" name="文本框 236"/>
          <p:cNvSpPr txBox="1"/>
          <p:nvPr/>
        </p:nvSpPr>
        <p:spPr>
          <a:xfrm>
            <a:off x="7367059" y="6524252"/>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Cloud-2</a:t>
            </a:r>
            <a:endParaRPr lang="zh-CN" altLang="en-US" sz="900" b="1" dirty="0">
              <a:latin typeface="微软雅黑" panose="020B0503020204020204" pitchFamily="34" charset="-122"/>
              <a:ea typeface="微软雅黑" panose="020B0503020204020204" pitchFamily="34" charset="-122"/>
            </a:endParaRPr>
          </a:p>
        </p:txBody>
      </p:sp>
      <p:sp>
        <p:nvSpPr>
          <p:cNvPr id="238" name="文本框 237"/>
          <p:cNvSpPr txBox="1"/>
          <p:nvPr/>
        </p:nvSpPr>
        <p:spPr>
          <a:xfrm>
            <a:off x="8207530" y="6541728"/>
            <a:ext cx="64312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Cloud-3</a:t>
            </a:r>
            <a:endParaRPr lang="zh-CN" altLang="en-US" sz="900" b="1" dirty="0">
              <a:latin typeface="微软雅黑" panose="020B0503020204020204" pitchFamily="34" charset="-122"/>
              <a:ea typeface="微软雅黑" panose="020B0503020204020204" pitchFamily="34" charset="-122"/>
            </a:endParaRPr>
          </a:p>
        </p:txBody>
      </p:sp>
      <p:sp>
        <p:nvSpPr>
          <p:cNvPr id="239" name="文本框 238"/>
          <p:cNvSpPr txBox="1"/>
          <p:nvPr/>
        </p:nvSpPr>
        <p:spPr>
          <a:xfrm>
            <a:off x="8949762" y="6532448"/>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Cloud-1.67</a:t>
            </a:r>
            <a:endParaRPr lang="zh-CN" altLang="en-US" sz="900" b="1" dirty="0">
              <a:latin typeface="微软雅黑" panose="020B0503020204020204" pitchFamily="34" charset="-122"/>
              <a:ea typeface="微软雅黑" panose="020B0503020204020204" pitchFamily="34" charset="-122"/>
            </a:endParaRPr>
          </a:p>
        </p:txBody>
      </p:sp>
      <p:sp>
        <p:nvSpPr>
          <p:cNvPr id="240" name="文本框 239"/>
          <p:cNvSpPr txBox="1"/>
          <p:nvPr/>
        </p:nvSpPr>
        <p:spPr>
          <a:xfrm>
            <a:off x="9707715" y="6548745"/>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Cloud-2.68</a:t>
            </a:r>
            <a:endParaRPr lang="zh-CN" altLang="en-US" sz="900" b="1" dirty="0">
              <a:latin typeface="微软雅黑" panose="020B0503020204020204" pitchFamily="34" charset="-122"/>
              <a:ea typeface="微软雅黑" panose="020B0503020204020204" pitchFamily="34" charset="-122"/>
            </a:endParaRPr>
          </a:p>
        </p:txBody>
      </p:sp>
      <p:sp>
        <p:nvSpPr>
          <p:cNvPr id="241" name="文本框 240"/>
          <p:cNvSpPr txBox="1"/>
          <p:nvPr/>
        </p:nvSpPr>
        <p:spPr>
          <a:xfrm>
            <a:off x="10538718" y="6546402"/>
            <a:ext cx="817853"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Cloud-3.69</a:t>
            </a:r>
            <a:endParaRPr lang="zh-CN" altLang="en-US" sz="900" b="1" dirty="0">
              <a:latin typeface="微软雅黑" panose="020B0503020204020204" pitchFamily="34" charset="-122"/>
              <a:ea typeface="微软雅黑" panose="020B0503020204020204" pitchFamily="34" charset="-122"/>
            </a:endParaRPr>
          </a:p>
        </p:txBody>
      </p:sp>
      <p:sp>
        <p:nvSpPr>
          <p:cNvPr id="242" name="文本框 241"/>
          <p:cNvSpPr txBox="1"/>
          <p:nvPr/>
        </p:nvSpPr>
        <p:spPr>
          <a:xfrm>
            <a:off x="11386815" y="6541728"/>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Master.72</a:t>
            </a:r>
            <a:endParaRPr lang="zh-CN" altLang="en-US" sz="900" b="1" dirty="0">
              <a:latin typeface="微软雅黑" panose="020B0503020204020204" pitchFamily="34" charset="-122"/>
              <a:ea typeface="微软雅黑" panose="020B0503020204020204" pitchFamily="34" charset="-122"/>
            </a:endParaRPr>
          </a:p>
        </p:txBody>
      </p:sp>
      <p:sp>
        <p:nvSpPr>
          <p:cNvPr id="243" name="文本框 242"/>
          <p:cNvSpPr txBox="1"/>
          <p:nvPr/>
        </p:nvSpPr>
        <p:spPr>
          <a:xfrm>
            <a:off x="41817" y="6551775"/>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Master.74</a:t>
            </a:r>
            <a:endParaRPr lang="zh-CN" altLang="en-US" sz="900" b="1" dirty="0">
              <a:latin typeface="微软雅黑" panose="020B0503020204020204" pitchFamily="34" charset="-122"/>
              <a:ea typeface="微软雅黑" panose="020B0503020204020204" pitchFamily="34" charset="-122"/>
            </a:endParaRPr>
          </a:p>
        </p:txBody>
      </p:sp>
      <p:sp>
        <p:nvSpPr>
          <p:cNvPr id="244" name="文本框 243"/>
          <p:cNvSpPr txBox="1"/>
          <p:nvPr/>
        </p:nvSpPr>
        <p:spPr>
          <a:xfrm>
            <a:off x="813600" y="6532970"/>
            <a:ext cx="768159"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Master.51</a:t>
            </a:r>
            <a:endParaRPr lang="zh-CN" altLang="en-US" sz="900" b="1" dirty="0">
              <a:latin typeface="微软雅黑" panose="020B0503020204020204" pitchFamily="34" charset="-122"/>
              <a:ea typeface="微软雅黑" panose="020B0503020204020204" pitchFamily="34" charset="-122"/>
            </a:endParaRPr>
          </a:p>
        </p:txBody>
      </p:sp>
      <p:sp>
        <p:nvSpPr>
          <p:cNvPr id="245" name="文本框 244"/>
          <p:cNvSpPr txBox="1"/>
          <p:nvPr/>
        </p:nvSpPr>
        <p:spPr>
          <a:xfrm>
            <a:off x="1720435" y="6527370"/>
            <a:ext cx="654346"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Internet</a:t>
            </a:r>
            <a:endParaRPr lang="zh-CN" altLang="en-US" sz="900" b="1" dirty="0">
              <a:latin typeface="微软雅黑" panose="020B0503020204020204" pitchFamily="34" charset="-122"/>
              <a:ea typeface="微软雅黑" panose="020B0503020204020204" pitchFamily="34" charset="-122"/>
            </a:endParaRPr>
          </a:p>
        </p:txBody>
      </p:sp>
      <p:sp>
        <p:nvSpPr>
          <p:cNvPr id="246" name="文本框 245"/>
          <p:cNvSpPr txBox="1"/>
          <p:nvPr/>
        </p:nvSpPr>
        <p:spPr>
          <a:xfrm>
            <a:off x="2606910" y="6532448"/>
            <a:ext cx="498855" cy="230832"/>
          </a:xfrm>
          <a:prstGeom prst="rect">
            <a:avLst/>
          </a:prstGeom>
          <a:noFill/>
        </p:spPr>
        <p:txBody>
          <a:bodyPr wrap="none" rtlCol="0">
            <a:spAutoFit/>
          </a:bodyPr>
          <a:lstStyle/>
          <a:p>
            <a:r>
              <a:rPr lang="en-US" altLang="zh-CN" sz="900" b="1" dirty="0" smtClean="0">
                <a:latin typeface="微软雅黑" panose="020B0503020204020204" pitchFamily="34" charset="-122"/>
                <a:ea typeface="微软雅黑" panose="020B0503020204020204" pitchFamily="34" charset="-122"/>
              </a:rPr>
              <a:t>PSTN</a:t>
            </a:r>
            <a:endParaRPr lang="zh-CN" altLang="en-US" sz="900" b="1" dirty="0">
              <a:latin typeface="微软雅黑" panose="020B0503020204020204" pitchFamily="34" charset="-122"/>
              <a:ea typeface="微软雅黑" panose="020B0503020204020204" pitchFamily="34" charset="-122"/>
            </a:endParaRPr>
          </a:p>
        </p:txBody>
      </p:sp>
    </p:spTree>
  </p:cSld>
  <p:clrMapOvr>
    <a:masterClrMapping/>
  </p:clrMapOvr>
  <p:transition advClick="0" advTm="800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7" name="图片 86"/>
          <p:cNvPicPr>
            <a:picLocks noChangeAspect="1"/>
          </p:cNvPicPr>
          <p:nvPr/>
        </p:nvPicPr>
        <p:blipFill>
          <a:blip r:embed="rId3" cstate="print"/>
          <a:stretch>
            <a:fillRect/>
          </a:stretch>
        </p:blipFill>
        <p:spPr>
          <a:xfrm>
            <a:off x="10534251" y="167227"/>
            <a:ext cx="800531" cy="515284"/>
          </a:xfrm>
          <a:prstGeom prst="rect">
            <a:avLst/>
          </a:prstGeom>
        </p:spPr>
      </p:pic>
      <p:sp>
        <p:nvSpPr>
          <p:cNvPr id="2" name="文本框 1"/>
          <p:cNvSpPr txBox="1"/>
          <p:nvPr/>
        </p:nvSpPr>
        <p:spPr>
          <a:xfrm>
            <a:off x="34355" y="836712"/>
            <a:ext cx="761747"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电源适配器</a:t>
            </a:r>
            <a:endParaRPr lang="en-US" altLang="zh-CN" sz="900" b="1" dirty="0" smtClean="0">
              <a:latin typeface="微软雅黑" panose="020B0503020204020204" pitchFamily="34" charset="-122"/>
              <a:ea typeface="微软雅黑" panose="020B0503020204020204" pitchFamily="34" charset="-122"/>
            </a:endParaRPr>
          </a:p>
        </p:txBody>
      </p:sp>
      <p:sp>
        <p:nvSpPr>
          <p:cNvPr id="3" name="文本框 2"/>
          <p:cNvSpPr txBox="1"/>
          <p:nvPr/>
        </p:nvSpPr>
        <p:spPr>
          <a:xfrm>
            <a:off x="849254" y="842839"/>
            <a:ext cx="761748"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入户终端盒</a:t>
            </a:r>
            <a:endParaRPr lang="en-US" altLang="zh-CN" sz="900" b="1" dirty="0" smtClean="0">
              <a:latin typeface="微软雅黑" panose="020B0503020204020204" pitchFamily="34" charset="-122"/>
              <a:ea typeface="微软雅黑" panose="020B0503020204020204" pitchFamily="34" charset="-122"/>
            </a:endParaRPr>
          </a:p>
        </p:txBody>
      </p:sp>
      <p:sp>
        <p:nvSpPr>
          <p:cNvPr id="4" name="文本框 3"/>
          <p:cNvSpPr txBox="1"/>
          <p:nvPr/>
        </p:nvSpPr>
        <p:spPr>
          <a:xfrm>
            <a:off x="1598199" y="836712"/>
            <a:ext cx="877163"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交流电取电口</a:t>
            </a:r>
            <a:endParaRPr lang="en-US" altLang="zh-CN" sz="900" b="1" dirty="0" smtClean="0">
              <a:latin typeface="微软雅黑" panose="020B0503020204020204" pitchFamily="34" charset="-122"/>
              <a:ea typeface="微软雅黑" panose="020B0503020204020204" pitchFamily="34" charset="-122"/>
            </a:endParaRPr>
          </a:p>
        </p:txBody>
      </p:sp>
      <p:sp>
        <p:nvSpPr>
          <p:cNvPr id="5" name="文本框 4"/>
          <p:cNvSpPr txBox="1"/>
          <p:nvPr/>
        </p:nvSpPr>
        <p:spPr>
          <a:xfrm>
            <a:off x="2446068" y="836712"/>
            <a:ext cx="856325"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PSE</a:t>
            </a:r>
            <a:r>
              <a:rPr lang="zh-CN" altLang="en-US" sz="900" b="1" dirty="0" smtClean="0">
                <a:latin typeface="微软雅黑" panose="020B0503020204020204" pitchFamily="34" charset="-122"/>
                <a:ea typeface="微软雅黑" panose="020B0503020204020204" pitchFamily="34" charset="-122"/>
              </a:rPr>
              <a:t>供电模块</a:t>
            </a:r>
            <a:endParaRPr lang="en-US" altLang="zh-CN" sz="900" b="1" dirty="0" smtClean="0">
              <a:latin typeface="微软雅黑" panose="020B0503020204020204" pitchFamily="34" charset="-122"/>
              <a:ea typeface="微软雅黑" panose="020B0503020204020204" pitchFamily="34" charset="-122"/>
            </a:endParaRPr>
          </a:p>
        </p:txBody>
      </p:sp>
      <p:sp>
        <p:nvSpPr>
          <p:cNvPr id="6" name="文本框 5"/>
          <p:cNvSpPr txBox="1"/>
          <p:nvPr/>
        </p:nvSpPr>
        <p:spPr>
          <a:xfrm>
            <a:off x="3397430" y="836712"/>
            <a:ext cx="530916"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光节点</a:t>
            </a:r>
            <a:endParaRPr lang="en-US" altLang="zh-CN" sz="900" b="1" dirty="0" smtClean="0">
              <a:latin typeface="微软雅黑" panose="020B0503020204020204" pitchFamily="34" charset="-122"/>
              <a:ea typeface="微软雅黑" panose="020B0503020204020204" pitchFamily="34" charset="-122"/>
            </a:endParaRPr>
          </a:p>
        </p:txBody>
      </p:sp>
      <p:sp>
        <p:nvSpPr>
          <p:cNvPr id="7" name="文本框 6"/>
          <p:cNvSpPr txBox="1"/>
          <p:nvPr/>
        </p:nvSpPr>
        <p:spPr>
          <a:xfrm>
            <a:off x="4231469" y="836712"/>
            <a:ext cx="452368"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MRS</a:t>
            </a:r>
          </a:p>
        </p:txBody>
      </p:sp>
      <p:sp>
        <p:nvSpPr>
          <p:cNvPr id="8" name="文本框 7"/>
          <p:cNvSpPr txBox="1"/>
          <p:nvPr/>
        </p:nvSpPr>
        <p:spPr>
          <a:xfrm>
            <a:off x="4986900" y="836712"/>
            <a:ext cx="654346" cy="230832"/>
          </a:xfrm>
          <a:prstGeom prst="rect">
            <a:avLst/>
          </a:prstGeom>
          <a:noFill/>
        </p:spPr>
        <p:txBody>
          <a:bodyPr wrap="none" rtlCol="0">
            <a:spAutoFit/>
          </a:bodyPr>
          <a:lstStyle/>
          <a:p>
            <a:pPr algn="ctr"/>
            <a:r>
              <a:rPr lang="en-US" altLang="zh-CN" sz="900" b="1" dirty="0" smtClean="0">
                <a:latin typeface="微软雅黑" panose="020B0503020204020204" pitchFamily="34" charset="-122"/>
                <a:ea typeface="微软雅黑" panose="020B0503020204020204" pitchFamily="34" charset="-122"/>
              </a:rPr>
              <a:t>POS</a:t>
            </a:r>
            <a:r>
              <a:rPr lang="zh-CN" altLang="en-US" sz="900" b="1" dirty="0" smtClean="0">
                <a:latin typeface="微软雅黑" panose="020B0503020204020204" pitchFamily="34" charset="-122"/>
                <a:ea typeface="微软雅黑" panose="020B0503020204020204" pitchFamily="34" charset="-122"/>
              </a:rPr>
              <a:t>终端</a:t>
            </a:r>
            <a:endParaRPr lang="en-US" altLang="zh-CN" sz="900" b="1" dirty="0" smtClean="0">
              <a:latin typeface="微软雅黑" panose="020B0503020204020204" pitchFamily="34" charset="-122"/>
              <a:ea typeface="微软雅黑" panose="020B0503020204020204" pitchFamily="34" charset="-122"/>
            </a:endParaRPr>
          </a:p>
        </p:txBody>
      </p:sp>
      <p:sp>
        <p:nvSpPr>
          <p:cNvPr id="9" name="文本框 8"/>
          <p:cNvSpPr txBox="1"/>
          <p:nvPr/>
        </p:nvSpPr>
        <p:spPr>
          <a:xfrm>
            <a:off x="5807968" y="836712"/>
            <a:ext cx="646332"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模拟电视</a:t>
            </a:r>
            <a:endParaRPr lang="en-US" altLang="zh-CN" sz="900" b="1" dirty="0" smtClean="0">
              <a:latin typeface="微软雅黑" panose="020B0503020204020204" pitchFamily="34" charset="-122"/>
              <a:ea typeface="微软雅黑" panose="020B0503020204020204" pitchFamily="34" charset="-122"/>
            </a:endParaRPr>
          </a:p>
        </p:txBody>
      </p:sp>
      <p:sp>
        <p:nvSpPr>
          <p:cNvPr id="10" name="文本框 9"/>
          <p:cNvSpPr txBox="1"/>
          <p:nvPr/>
        </p:nvSpPr>
        <p:spPr>
          <a:xfrm>
            <a:off x="6621022" y="836712"/>
            <a:ext cx="646332"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数字话机</a:t>
            </a:r>
            <a:endParaRPr lang="en-US" altLang="zh-CN" sz="900" b="1" dirty="0" smtClean="0">
              <a:latin typeface="微软雅黑" panose="020B0503020204020204" pitchFamily="34" charset="-122"/>
              <a:ea typeface="微软雅黑" panose="020B0503020204020204" pitchFamily="34" charset="-122"/>
            </a:endParaRPr>
          </a:p>
        </p:txBody>
      </p:sp>
      <p:sp>
        <p:nvSpPr>
          <p:cNvPr id="11" name="文本框 10"/>
          <p:cNvSpPr txBox="1"/>
          <p:nvPr/>
        </p:nvSpPr>
        <p:spPr>
          <a:xfrm>
            <a:off x="7299171" y="83671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1</a:t>
            </a:r>
          </a:p>
        </p:txBody>
      </p:sp>
      <p:sp>
        <p:nvSpPr>
          <p:cNvPr id="12" name="文本框 11"/>
          <p:cNvSpPr txBox="1"/>
          <p:nvPr/>
        </p:nvSpPr>
        <p:spPr>
          <a:xfrm>
            <a:off x="8128001" y="86722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2</a:t>
            </a:r>
          </a:p>
        </p:txBody>
      </p:sp>
      <p:sp>
        <p:nvSpPr>
          <p:cNvPr id="13" name="文本框 12"/>
          <p:cNvSpPr txBox="1"/>
          <p:nvPr/>
        </p:nvSpPr>
        <p:spPr>
          <a:xfrm>
            <a:off x="8921526" y="86722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3</a:t>
            </a:r>
          </a:p>
        </p:txBody>
      </p:sp>
      <p:sp>
        <p:nvSpPr>
          <p:cNvPr id="14" name="文本框 13"/>
          <p:cNvSpPr txBox="1"/>
          <p:nvPr/>
        </p:nvSpPr>
        <p:spPr>
          <a:xfrm>
            <a:off x="9705106" y="836712"/>
            <a:ext cx="832279" cy="230832"/>
          </a:xfrm>
          <a:prstGeom prst="rect">
            <a:avLst/>
          </a:prstGeom>
          <a:noFill/>
        </p:spPr>
        <p:txBody>
          <a:bodyPr wrap="none" rtlCol="0">
            <a:spAutoFit/>
          </a:bodyPr>
          <a:lstStyle/>
          <a:p>
            <a:pPr algn="ctr"/>
            <a:r>
              <a:rPr lang="zh-CN" altLang="en-US" sz="900" b="1" dirty="0" smtClean="0">
                <a:latin typeface="微软雅黑" panose="020B0503020204020204" pitchFamily="34" charset="-122"/>
                <a:ea typeface="微软雅黑" panose="020B0503020204020204" pitchFamily="34" charset="-122"/>
              </a:rPr>
              <a:t>打电话的人</a:t>
            </a:r>
            <a:r>
              <a:rPr lang="en-US" altLang="zh-CN" sz="900" b="1" dirty="0" smtClean="0">
                <a:latin typeface="微软雅黑" panose="020B0503020204020204" pitchFamily="34" charset="-122"/>
                <a:ea typeface="微软雅黑" panose="020B0503020204020204" pitchFamily="34" charset="-122"/>
              </a:rPr>
              <a:t>4</a:t>
            </a:r>
          </a:p>
        </p:txBody>
      </p:sp>
      <p:pic>
        <p:nvPicPr>
          <p:cNvPr id="15" name="图片 14"/>
          <p:cNvPicPr>
            <a:picLocks noChangeAspect="1"/>
          </p:cNvPicPr>
          <p:nvPr/>
        </p:nvPicPr>
        <p:blipFill>
          <a:blip r:embed="rId4"/>
          <a:stretch>
            <a:fillRect/>
          </a:stretch>
        </p:blipFill>
        <p:spPr>
          <a:xfrm>
            <a:off x="147799" y="48786"/>
            <a:ext cx="534857" cy="715918"/>
          </a:xfrm>
          <a:prstGeom prst="rect">
            <a:avLst/>
          </a:prstGeom>
        </p:spPr>
      </p:pic>
      <p:pic>
        <p:nvPicPr>
          <p:cNvPr id="16" name="图片 15"/>
          <p:cNvPicPr>
            <a:picLocks noChangeAspect="1"/>
          </p:cNvPicPr>
          <p:nvPr/>
        </p:nvPicPr>
        <p:blipFill>
          <a:blip r:embed="rId5"/>
          <a:stretch>
            <a:fillRect/>
          </a:stretch>
        </p:blipFill>
        <p:spPr>
          <a:xfrm>
            <a:off x="849254" y="76642"/>
            <a:ext cx="784380" cy="629673"/>
          </a:xfrm>
          <a:prstGeom prst="rect">
            <a:avLst/>
          </a:prstGeom>
        </p:spPr>
      </p:pic>
      <p:pic>
        <p:nvPicPr>
          <p:cNvPr id="17" name="图片 16"/>
          <p:cNvPicPr>
            <a:picLocks noChangeAspect="1"/>
          </p:cNvPicPr>
          <p:nvPr/>
        </p:nvPicPr>
        <p:blipFill>
          <a:blip r:embed="rId6"/>
          <a:stretch>
            <a:fillRect/>
          </a:stretch>
        </p:blipFill>
        <p:spPr>
          <a:xfrm>
            <a:off x="1677805" y="29059"/>
            <a:ext cx="717950" cy="724837"/>
          </a:xfrm>
          <a:prstGeom prst="rect">
            <a:avLst/>
          </a:prstGeom>
        </p:spPr>
      </p:pic>
      <p:pic>
        <p:nvPicPr>
          <p:cNvPr id="18" name="图片 17"/>
          <p:cNvPicPr>
            <a:picLocks noChangeAspect="1"/>
          </p:cNvPicPr>
          <p:nvPr/>
        </p:nvPicPr>
        <p:blipFill>
          <a:blip r:embed="rId7"/>
          <a:stretch>
            <a:fillRect/>
          </a:stretch>
        </p:blipFill>
        <p:spPr>
          <a:xfrm>
            <a:off x="5696509" y="67686"/>
            <a:ext cx="786575" cy="647581"/>
          </a:xfrm>
          <a:prstGeom prst="rect">
            <a:avLst/>
          </a:prstGeom>
        </p:spPr>
      </p:pic>
      <p:pic>
        <p:nvPicPr>
          <p:cNvPr id="20" name="图片 19"/>
          <p:cNvPicPr>
            <a:picLocks noChangeAspect="1"/>
          </p:cNvPicPr>
          <p:nvPr/>
        </p:nvPicPr>
        <p:blipFill>
          <a:blip r:embed="rId8"/>
          <a:stretch>
            <a:fillRect/>
          </a:stretch>
        </p:blipFill>
        <p:spPr>
          <a:xfrm>
            <a:off x="3270378" y="114209"/>
            <a:ext cx="775754" cy="585072"/>
          </a:xfrm>
          <a:prstGeom prst="rect">
            <a:avLst/>
          </a:prstGeom>
        </p:spPr>
      </p:pic>
      <p:pic>
        <p:nvPicPr>
          <p:cNvPr id="21" name="图片 20"/>
          <p:cNvPicPr>
            <a:picLocks noChangeAspect="1"/>
          </p:cNvPicPr>
          <p:nvPr/>
        </p:nvPicPr>
        <p:blipFill>
          <a:blip r:embed="rId9"/>
          <a:stretch>
            <a:fillRect/>
          </a:stretch>
        </p:blipFill>
        <p:spPr>
          <a:xfrm>
            <a:off x="2475362" y="88436"/>
            <a:ext cx="749567" cy="626831"/>
          </a:xfrm>
          <a:prstGeom prst="rect">
            <a:avLst/>
          </a:prstGeom>
        </p:spPr>
      </p:pic>
      <p:pic>
        <p:nvPicPr>
          <p:cNvPr id="22" name="图片 21"/>
          <p:cNvPicPr>
            <a:picLocks noChangeAspect="1"/>
          </p:cNvPicPr>
          <p:nvPr/>
        </p:nvPicPr>
        <p:blipFill>
          <a:blip r:embed="rId10"/>
          <a:stretch>
            <a:fillRect/>
          </a:stretch>
        </p:blipFill>
        <p:spPr>
          <a:xfrm>
            <a:off x="4105214" y="29059"/>
            <a:ext cx="726857" cy="720032"/>
          </a:xfrm>
          <a:prstGeom prst="rect">
            <a:avLst/>
          </a:prstGeom>
        </p:spPr>
      </p:pic>
      <p:pic>
        <p:nvPicPr>
          <p:cNvPr id="23" name="图片 22"/>
          <p:cNvPicPr>
            <a:picLocks noChangeAspect="1"/>
          </p:cNvPicPr>
          <p:nvPr/>
        </p:nvPicPr>
        <p:blipFill>
          <a:blip r:embed="rId11"/>
          <a:stretch>
            <a:fillRect/>
          </a:stretch>
        </p:blipFill>
        <p:spPr>
          <a:xfrm>
            <a:off x="5007612" y="21650"/>
            <a:ext cx="493874" cy="763208"/>
          </a:xfrm>
          <a:prstGeom prst="rect">
            <a:avLst/>
          </a:prstGeom>
        </p:spPr>
      </p:pic>
      <p:pic>
        <p:nvPicPr>
          <p:cNvPr id="28" name="图片 27"/>
          <p:cNvPicPr>
            <a:picLocks noChangeAspect="1"/>
          </p:cNvPicPr>
          <p:nvPr/>
        </p:nvPicPr>
        <p:blipFill>
          <a:blip r:embed="rId12"/>
          <a:stretch>
            <a:fillRect/>
          </a:stretch>
        </p:blipFill>
        <p:spPr>
          <a:xfrm>
            <a:off x="7443928" y="21197"/>
            <a:ext cx="587960" cy="743507"/>
          </a:xfrm>
          <a:prstGeom prst="rect">
            <a:avLst/>
          </a:prstGeom>
        </p:spPr>
      </p:pic>
      <p:pic>
        <p:nvPicPr>
          <p:cNvPr id="29" name="图片 28"/>
          <p:cNvPicPr>
            <a:picLocks noChangeAspect="1"/>
          </p:cNvPicPr>
          <p:nvPr/>
        </p:nvPicPr>
        <p:blipFill>
          <a:blip r:embed="rId13"/>
          <a:stretch>
            <a:fillRect/>
          </a:stretch>
        </p:blipFill>
        <p:spPr>
          <a:xfrm>
            <a:off x="8216597" y="29059"/>
            <a:ext cx="629895" cy="739115"/>
          </a:xfrm>
          <a:prstGeom prst="rect">
            <a:avLst/>
          </a:prstGeom>
        </p:spPr>
      </p:pic>
      <p:pic>
        <p:nvPicPr>
          <p:cNvPr id="30" name="图片 29"/>
          <p:cNvPicPr>
            <a:picLocks noChangeAspect="1"/>
          </p:cNvPicPr>
          <p:nvPr/>
        </p:nvPicPr>
        <p:blipFill>
          <a:blip r:embed="rId14"/>
          <a:stretch>
            <a:fillRect/>
          </a:stretch>
        </p:blipFill>
        <p:spPr>
          <a:xfrm>
            <a:off x="9031201" y="48786"/>
            <a:ext cx="613134" cy="710252"/>
          </a:xfrm>
          <a:prstGeom prst="rect">
            <a:avLst/>
          </a:prstGeom>
        </p:spPr>
      </p:pic>
      <p:pic>
        <p:nvPicPr>
          <p:cNvPr id="31" name="图片 30"/>
          <p:cNvPicPr>
            <a:picLocks noChangeAspect="1"/>
          </p:cNvPicPr>
          <p:nvPr/>
        </p:nvPicPr>
        <p:blipFill>
          <a:blip r:embed="rId15"/>
          <a:stretch>
            <a:fillRect/>
          </a:stretch>
        </p:blipFill>
        <p:spPr>
          <a:xfrm>
            <a:off x="9845805" y="23093"/>
            <a:ext cx="607011" cy="741611"/>
          </a:xfrm>
          <a:prstGeom prst="rect">
            <a:avLst/>
          </a:prstGeom>
        </p:spPr>
      </p:pic>
      <p:pic>
        <p:nvPicPr>
          <p:cNvPr id="32" name="图片 31"/>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527087" y="7480"/>
            <a:ext cx="740369" cy="783684"/>
          </a:xfrm>
          <a:prstGeom prst="rect">
            <a:avLst/>
          </a:prstGeom>
        </p:spPr>
      </p:pic>
      <p:sp>
        <p:nvSpPr>
          <p:cNvPr id="34" name="文本框 33"/>
          <p:cNvSpPr txBox="1"/>
          <p:nvPr/>
        </p:nvSpPr>
        <p:spPr>
          <a:xfrm>
            <a:off x="10596653" y="865659"/>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抱</a:t>
            </a:r>
            <a:r>
              <a:rPr lang="zh-CN" altLang="en-US" sz="900" b="1" dirty="0" smtClean="0">
                <a:latin typeface="微软雅黑" panose="020B0503020204020204" pitchFamily="34" charset="-122"/>
                <a:ea typeface="微软雅黑" panose="020B0503020204020204" pitchFamily="34" charset="-122"/>
              </a:rPr>
              <a:t>杆摄像头</a:t>
            </a:r>
            <a:endParaRPr lang="en-US" sz="900" b="1" dirty="0">
              <a:latin typeface="微软雅黑" panose="020B0503020204020204" pitchFamily="34" charset="-122"/>
              <a:ea typeface="微软雅黑" panose="020B0503020204020204" pitchFamily="34" charset="-122"/>
            </a:endParaRPr>
          </a:p>
        </p:txBody>
      </p:sp>
      <p:sp>
        <p:nvSpPr>
          <p:cNvPr id="35" name="矩形 34"/>
          <p:cNvSpPr/>
          <p:nvPr/>
        </p:nvSpPr>
        <p:spPr>
          <a:xfrm>
            <a:off x="11265758" y="178852"/>
            <a:ext cx="78443" cy="487342"/>
          </a:xfrm>
          <a:prstGeom prst="rect">
            <a:avLst/>
          </a:prstGeom>
          <a:solidFill>
            <a:srgbClr val="FFA2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文本框 35"/>
          <p:cNvSpPr txBox="1"/>
          <p:nvPr/>
        </p:nvSpPr>
        <p:spPr>
          <a:xfrm>
            <a:off x="11396967" y="865659"/>
            <a:ext cx="692818"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以太网</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37" name="组合 36"/>
          <p:cNvGrpSpPr/>
          <p:nvPr/>
        </p:nvGrpSpPr>
        <p:grpSpPr>
          <a:xfrm>
            <a:off x="11428704" y="81986"/>
            <a:ext cx="721361" cy="573456"/>
            <a:chOff x="4405846" y="1213030"/>
            <a:chExt cx="4931819" cy="3920619"/>
          </a:xfrm>
          <a:solidFill>
            <a:srgbClr val="FFA21B"/>
          </a:solidFill>
        </p:grpSpPr>
        <p:sp>
          <p:nvSpPr>
            <p:cNvPr id="38" name="圆角矩形 37"/>
            <p:cNvSpPr/>
            <p:nvPr/>
          </p:nvSpPr>
          <p:spPr>
            <a:xfrm>
              <a:off x="4405847" y="1994785"/>
              <a:ext cx="3228750" cy="3138864"/>
            </a:xfrm>
            <a:prstGeom prst="roundRect">
              <a:avLst>
                <a:gd name="adj" fmla="val 1090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组合 27024"/>
            <p:cNvGrpSpPr>
              <a:grpSpLocks/>
            </p:cNvGrpSpPr>
            <p:nvPr/>
          </p:nvGrpSpPr>
          <p:grpSpPr bwMode="auto">
            <a:xfrm>
              <a:off x="4405846" y="1213030"/>
              <a:ext cx="4931819" cy="3920618"/>
              <a:chOff x="4799013" y="909638"/>
              <a:chExt cx="661987" cy="525463"/>
            </a:xfrm>
            <a:grpFill/>
          </p:grpSpPr>
          <p:sp>
            <p:nvSpPr>
              <p:cNvPr id="40" name="Freeform 298"/>
              <p:cNvSpPr>
                <a:spLocks/>
              </p:cNvSpPr>
              <p:nvPr/>
            </p:nvSpPr>
            <p:spPr bwMode="auto">
              <a:xfrm>
                <a:off x="4799013" y="1014413"/>
                <a:ext cx="433388" cy="420688"/>
              </a:xfrm>
              <a:custGeom>
                <a:avLst/>
                <a:gdLst>
                  <a:gd name="T0" fmla="*/ 2147483646 w 921"/>
                  <a:gd name="T1" fmla="*/ 2147483646 h 895"/>
                  <a:gd name="T2" fmla="*/ 2147483646 w 921"/>
                  <a:gd name="T3" fmla="*/ 2147483646 h 895"/>
                  <a:gd name="T4" fmla="*/ 2147483646 w 921"/>
                  <a:gd name="T5" fmla="*/ 2147483646 h 895"/>
                  <a:gd name="T6" fmla="*/ 2147483646 w 921"/>
                  <a:gd name="T7" fmla="*/ 2147483646 h 895"/>
                  <a:gd name="T8" fmla="*/ 2147483646 w 921"/>
                  <a:gd name="T9" fmla="*/ 2147483646 h 895"/>
                  <a:gd name="T10" fmla="*/ 2147483646 w 921"/>
                  <a:gd name="T11" fmla="*/ 2147483646 h 895"/>
                  <a:gd name="T12" fmla="*/ 2147483646 w 921"/>
                  <a:gd name="T13" fmla="*/ 2147483646 h 895"/>
                  <a:gd name="T14" fmla="*/ 2147483646 w 921"/>
                  <a:gd name="T15" fmla="*/ 2147483646 h 895"/>
                  <a:gd name="T16" fmla="*/ 2147483646 w 921"/>
                  <a:gd name="T17" fmla="*/ 2147483646 h 895"/>
                  <a:gd name="T18" fmla="*/ 2147483646 w 921"/>
                  <a:gd name="T19" fmla="*/ 2147483646 h 895"/>
                  <a:gd name="T20" fmla="*/ 2147483646 w 921"/>
                  <a:gd name="T21" fmla="*/ 2147483646 h 895"/>
                  <a:gd name="T22" fmla="*/ 2147483646 w 921"/>
                  <a:gd name="T23" fmla="*/ 2147483646 h 895"/>
                  <a:gd name="T24" fmla="*/ 2147483646 w 921"/>
                  <a:gd name="T25" fmla="*/ 2147483646 h 895"/>
                  <a:gd name="T26" fmla="*/ 2147483646 w 921"/>
                  <a:gd name="T27" fmla="*/ 2147483646 h 895"/>
                  <a:gd name="T28" fmla="*/ 2147483646 w 921"/>
                  <a:gd name="T29" fmla="*/ 2147483646 h 895"/>
                  <a:gd name="T30" fmla="*/ 2147483646 w 921"/>
                  <a:gd name="T31" fmla="*/ 2147483646 h 895"/>
                  <a:gd name="T32" fmla="*/ 2147483646 w 921"/>
                  <a:gd name="T33" fmla="*/ 2147483646 h 895"/>
                  <a:gd name="T34" fmla="*/ 0 w 921"/>
                  <a:gd name="T35" fmla="*/ 2147483646 h 895"/>
                  <a:gd name="T36" fmla="*/ 0 w 921"/>
                  <a:gd name="T37" fmla="*/ 2147483646 h 895"/>
                  <a:gd name="T38" fmla="*/ 2147483646 w 921"/>
                  <a:gd name="T39" fmla="*/ 0 h 895"/>
                  <a:gd name="T40" fmla="*/ 2147483646 w 921"/>
                  <a:gd name="T41" fmla="*/ 0 h 895"/>
                  <a:gd name="T42" fmla="*/ 2147483646 w 921"/>
                  <a:gd name="T43" fmla="*/ 2147483646 h 895"/>
                  <a:gd name="T44" fmla="*/ 2147483646 w 921"/>
                  <a:gd name="T45" fmla="*/ 2147483646 h 895"/>
                  <a:gd name="T46" fmla="*/ 2147483646 w 921"/>
                  <a:gd name="T47" fmla="*/ 2147483646 h 89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921" h="895">
                    <a:moveTo>
                      <a:pt x="818" y="895"/>
                    </a:moveTo>
                    <a:lnTo>
                      <a:pt x="818" y="895"/>
                    </a:lnTo>
                    <a:lnTo>
                      <a:pt x="694" y="895"/>
                    </a:lnTo>
                    <a:cubicBezTo>
                      <a:pt x="678" y="895"/>
                      <a:pt x="666" y="882"/>
                      <a:pt x="666" y="867"/>
                    </a:cubicBezTo>
                    <a:cubicBezTo>
                      <a:pt x="666" y="852"/>
                      <a:pt x="678" y="840"/>
                      <a:pt x="694" y="840"/>
                    </a:cubicBezTo>
                    <a:lnTo>
                      <a:pt x="818" y="840"/>
                    </a:lnTo>
                    <a:cubicBezTo>
                      <a:pt x="845" y="840"/>
                      <a:pt x="866" y="822"/>
                      <a:pt x="866" y="800"/>
                    </a:cubicBezTo>
                    <a:lnTo>
                      <a:pt x="866" y="95"/>
                    </a:lnTo>
                    <a:cubicBezTo>
                      <a:pt x="866" y="73"/>
                      <a:pt x="845" y="55"/>
                      <a:pt x="818" y="55"/>
                    </a:cubicBezTo>
                    <a:lnTo>
                      <a:pt x="103" y="55"/>
                    </a:lnTo>
                    <a:cubicBezTo>
                      <a:pt x="77" y="55"/>
                      <a:pt x="55" y="73"/>
                      <a:pt x="55" y="95"/>
                    </a:cubicBezTo>
                    <a:lnTo>
                      <a:pt x="55" y="800"/>
                    </a:lnTo>
                    <a:cubicBezTo>
                      <a:pt x="55" y="822"/>
                      <a:pt x="77" y="840"/>
                      <a:pt x="103" y="840"/>
                    </a:cubicBezTo>
                    <a:lnTo>
                      <a:pt x="518" y="840"/>
                    </a:lnTo>
                    <a:cubicBezTo>
                      <a:pt x="534" y="840"/>
                      <a:pt x="546" y="852"/>
                      <a:pt x="546" y="867"/>
                    </a:cubicBezTo>
                    <a:cubicBezTo>
                      <a:pt x="546" y="882"/>
                      <a:pt x="534" y="895"/>
                      <a:pt x="518" y="895"/>
                    </a:cubicBezTo>
                    <a:lnTo>
                      <a:pt x="103" y="895"/>
                    </a:lnTo>
                    <a:cubicBezTo>
                      <a:pt x="47" y="895"/>
                      <a:pt x="0" y="852"/>
                      <a:pt x="0" y="800"/>
                    </a:cubicBezTo>
                    <a:lnTo>
                      <a:pt x="0" y="95"/>
                    </a:lnTo>
                    <a:cubicBezTo>
                      <a:pt x="0" y="43"/>
                      <a:pt x="47" y="0"/>
                      <a:pt x="103" y="0"/>
                    </a:cubicBezTo>
                    <a:lnTo>
                      <a:pt x="818" y="0"/>
                    </a:lnTo>
                    <a:cubicBezTo>
                      <a:pt x="875" y="0"/>
                      <a:pt x="921" y="43"/>
                      <a:pt x="921" y="95"/>
                    </a:cubicBezTo>
                    <a:lnTo>
                      <a:pt x="921" y="800"/>
                    </a:lnTo>
                    <a:cubicBezTo>
                      <a:pt x="921" y="852"/>
                      <a:pt x="875" y="895"/>
                      <a:pt x="818" y="895"/>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1" name="Freeform 301"/>
              <p:cNvSpPr>
                <a:spLocks/>
              </p:cNvSpPr>
              <p:nvPr/>
            </p:nvSpPr>
            <p:spPr bwMode="auto">
              <a:xfrm>
                <a:off x="4940300" y="909638"/>
                <a:ext cx="25400" cy="130175"/>
              </a:xfrm>
              <a:custGeom>
                <a:avLst/>
                <a:gdLst>
                  <a:gd name="T0" fmla="*/ 2147483646 w 55"/>
                  <a:gd name="T1" fmla="*/ 2147483646 h 276"/>
                  <a:gd name="T2" fmla="*/ 2147483646 w 55"/>
                  <a:gd name="T3" fmla="*/ 2147483646 h 276"/>
                  <a:gd name="T4" fmla="*/ 0 w 55"/>
                  <a:gd name="T5" fmla="*/ 2147483646 h 276"/>
                  <a:gd name="T6" fmla="*/ 0 w 55"/>
                  <a:gd name="T7" fmla="*/ 2147483646 h 276"/>
                  <a:gd name="T8" fmla="*/ 2147483646 w 55"/>
                  <a:gd name="T9" fmla="*/ 0 h 276"/>
                  <a:gd name="T10" fmla="*/ 2147483646 w 55"/>
                  <a:gd name="T11" fmla="*/ 2147483646 h 276"/>
                  <a:gd name="T12" fmla="*/ 2147483646 w 55"/>
                  <a:gd name="T13" fmla="*/ 2147483646 h 276"/>
                  <a:gd name="T14" fmla="*/ 2147483646 w 55"/>
                  <a:gd name="T15" fmla="*/ 2147483646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276">
                    <a:moveTo>
                      <a:pt x="27" y="276"/>
                    </a:moveTo>
                    <a:lnTo>
                      <a:pt x="27" y="276"/>
                    </a:lnTo>
                    <a:cubicBezTo>
                      <a:pt x="12" y="276"/>
                      <a:pt x="0" y="264"/>
                      <a:pt x="0" y="248"/>
                    </a:cubicBezTo>
                    <a:lnTo>
                      <a:pt x="0" y="27"/>
                    </a:lnTo>
                    <a:cubicBezTo>
                      <a:pt x="0" y="12"/>
                      <a:pt x="12" y="0"/>
                      <a:pt x="27" y="0"/>
                    </a:cubicBezTo>
                    <a:cubicBezTo>
                      <a:pt x="43" y="0"/>
                      <a:pt x="55" y="12"/>
                      <a:pt x="55" y="27"/>
                    </a:cubicBezTo>
                    <a:lnTo>
                      <a:pt x="55" y="248"/>
                    </a:lnTo>
                    <a:cubicBezTo>
                      <a:pt x="55" y="264"/>
                      <a:pt x="43" y="276"/>
                      <a:pt x="27" y="27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2" name="Freeform 302"/>
              <p:cNvSpPr>
                <a:spLocks/>
              </p:cNvSpPr>
              <p:nvPr/>
            </p:nvSpPr>
            <p:spPr bwMode="auto">
              <a:xfrm>
                <a:off x="5065713" y="909638"/>
                <a:ext cx="25400" cy="130175"/>
              </a:xfrm>
              <a:custGeom>
                <a:avLst/>
                <a:gdLst>
                  <a:gd name="T0" fmla="*/ 2147483646 w 55"/>
                  <a:gd name="T1" fmla="*/ 2147483646 h 276"/>
                  <a:gd name="T2" fmla="*/ 2147483646 w 55"/>
                  <a:gd name="T3" fmla="*/ 2147483646 h 276"/>
                  <a:gd name="T4" fmla="*/ 0 w 55"/>
                  <a:gd name="T5" fmla="*/ 2147483646 h 276"/>
                  <a:gd name="T6" fmla="*/ 0 w 55"/>
                  <a:gd name="T7" fmla="*/ 2147483646 h 276"/>
                  <a:gd name="T8" fmla="*/ 2147483646 w 55"/>
                  <a:gd name="T9" fmla="*/ 0 h 276"/>
                  <a:gd name="T10" fmla="*/ 2147483646 w 55"/>
                  <a:gd name="T11" fmla="*/ 2147483646 h 276"/>
                  <a:gd name="T12" fmla="*/ 2147483646 w 55"/>
                  <a:gd name="T13" fmla="*/ 2147483646 h 276"/>
                  <a:gd name="T14" fmla="*/ 2147483646 w 55"/>
                  <a:gd name="T15" fmla="*/ 2147483646 h 2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276">
                    <a:moveTo>
                      <a:pt x="27" y="276"/>
                    </a:moveTo>
                    <a:lnTo>
                      <a:pt x="27" y="276"/>
                    </a:lnTo>
                    <a:cubicBezTo>
                      <a:pt x="12" y="276"/>
                      <a:pt x="0" y="264"/>
                      <a:pt x="0" y="248"/>
                    </a:cubicBezTo>
                    <a:lnTo>
                      <a:pt x="0" y="27"/>
                    </a:lnTo>
                    <a:cubicBezTo>
                      <a:pt x="0" y="12"/>
                      <a:pt x="12" y="0"/>
                      <a:pt x="27" y="0"/>
                    </a:cubicBezTo>
                    <a:cubicBezTo>
                      <a:pt x="42" y="0"/>
                      <a:pt x="55" y="12"/>
                      <a:pt x="55" y="27"/>
                    </a:cubicBezTo>
                    <a:lnTo>
                      <a:pt x="55" y="248"/>
                    </a:lnTo>
                    <a:cubicBezTo>
                      <a:pt x="55" y="264"/>
                      <a:pt x="42" y="276"/>
                      <a:pt x="27" y="27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3" name="Freeform 303"/>
              <p:cNvSpPr>
                <a:spLocks/>
              </p:cNvSpPr>
              <p:nvPr/>
            </p:nvSpPr>
            <p:spPr bwMode="auto">
              <a:xfrm>
                <a:off x="4930775" y="1157288"/>
                <a:ext cx="168275" cy="134938"/>
              </a:xfrm>
              <a:custGeom>
                <a:avLst/>
                <a:gdLst>
                  <a:gd name="T0" fmla="*/ 2147483646 w 357"/>
                  <a:gd name="T1" fmla="*/ 2147483646 h 285"/>
                  <a:gd name="T2" fmla="*/ 2147483646 w 357"/>
                  <a:gd name="T3" fmla="*/ 2147483646 h 285"/>
                  <a:gd name="T4" fmla="*/ 2147483646 w 357"/>
                  <a:gd name="T5" fmla="*/ 2147483646 h 285"/>
                  <a:gd name="T6" fmla="*/ 2147483646 w 357"/>
                  <a:gd name="T7" fmla="*/ 2147483646 h 285"/>
                  <a:gd name="T8" fmla="*/ 2147483646 w 357"/>
                  <a:gd name="T9" fmla="*/ 2147483646 h 285"/>
                  <a:gd name="T10" fmla="*/ 2147483646 w 357"/>
                  <a:gd name="T11" fmla="*/ 2147483646 h 285"/>
                  <a:gd name="T12" fmla="*/ 2147483646 w 357"/>
                  <a:gd name="T13" fmla="*/ 0 h 285"/>
                  <a:gd name="T14" fmla="*/ 0 w 357"/>
                  <a:gd name="T15" fmla="*/ 0 h 285"/>
                  <a:gd name="T16" fmla="*/ 0 w 357"/>
                  <a:gd name="T17" fmla="*/ 2147483646 h 285"/>
                  <a:gd name="T18" fmla="*/ 2147483646 w 357"/>
                  <a:gd name="T19" fmla="*/ 2147483646 h 2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57" h="285">
                    <a:moveTo>
                      <a:pt x="79" y="206"/>
                    </a:moveTo>
                    <a:lnTo>
                      <a:pt x="79" y="206"/>
                    </a:lnTo>
                    <a:lnTo>
                      <a:pt x="79" y="285"/>
                    </a:lnTo>
                    <a:lnTo>
                      <a:pt x="279" y="285"/>
                    </a:lnTo>
                    <a:lnTo>
                      <a:pt x="279" y="206"/>
                    </a:lnTo>
                    <a:lnTo>
                      <a:pt x="357" y="206"/>
                    </a:lnTo>
                    <a:lnTo>
                      <a:pt x="357" y="0"/>
                    </a:lnTo>
                    <a:lnTo>
                      <a:pt x="0" y="0"/>
                    </a:lnTo>
                    <a:lnTo>
                      <a:pt x="0" y="206"/>
                    </a:lnTo>
                    <a:lnTo>
                      <a:pt x="79" y="206"/>
                    </a:ln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4" name="Freeform 304"/>
              <p:cNvSpPr>
                <a:spLocks/>
              </p:cNvSpPr>
              <p:nvPr/>
            </p:nvSpPr>
            <p:spPr bwMode="auto">
              <a:xfrm>
                <a:off x="5321300" y="1158875"/>
                <a:ext cx="46038" cy="141288"/>
              </a:xfrm>
              <a:custGeom>
                <a:avLst/>
                <a:gdLst>
                  <a:gd name="T0" fmla="*/ 2147483646 w 100"/>
                  <a:gd name="T1" fmla="*/ 2147483646 h 298"/>
                  <a:gd name="T2" fmla="*/ 2147483646 w 100"/>
                  <a:gd name="T3" fmla="*/ 2147483646 h 298"/>
                  <a:gd name="T4" fmla="*/ 2147483646 w 100"/>
                  <a:gd name="T5" fmla="*/ 2147483646 h 298"/>
                  <a:gd name="T6" fmla="*/ 2147483646 w 100"/>
                  <a:gd name="T7" fmla="*/ 2147483646 h 298"/>
                  <a:gd name="T8" fmla="*/ 2147483646 w 100"/>
                  <a:gd name="T9" fmla="*/ 2147483646 h 298"/>
                  <a:gd name="T10" fmla="*/ 2147483646 w 100"/>
                  <a:gd name="T11" fmla="*/ 2147483646 h 298"/>
                  <a:gd name="T12" fmla="*/ 2147483646 w 100"/>
                  <a:gd name="T13" fmla="*/ 2147483646 h 298"/>
                  <a:gd name="T14" fmla="*/ 2147483646 w 100"/>
                  <a:gd name="T15" fmla="*/ 2147483646 h 298"/>
                  <a:gd name="T16" fmla="*/ 2147483646 w 100"/>
                  <a:gd name="T17" fmla="*/ 2147483646 h 298"/>
                  <a:gd name="T18" fmla="*/ 2147483646 w 100"/>
                  <a:gd name="T19" fmla="*/ 2147483646 h 298"/>
                  <a:gd name="T20" fmla="*/ 2147483646 w 100"/>
                  <a:gd name="T21" fmla="*/ 2147483646 h 2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0" h="298">
                    <a:moveTo>
                      <a:pt x="31" y="298"/>
                    </a:moveTo>
                    <a:lnTo>
                      <a:pt x="31" y="298"/>
                    </a:lnTo>
                    <a:cubicBezTo>
                      <a:pt x="25" y="298"/>
                      <a:pt x="19" y="296"/>
                      <a:pt x="14" y="292"/>
                    </a:cubicBezTo>
                    <a:cubicBezTo>
                      <a:pt x="2" y="282"/>
                      <a:pt x="0" y="265"/>
                      <a:pt x="9" y="253"/>
                    </a:cubicBezTo>
                    <a:cubicBezTo>
                      <a:pt x="33" y="224"/>
                      <a:pt x="45" y="188"/>
                      <a:pt x="45" y="151"/>
                    </a:cubicBezTo>
                    <a:cubicBezTo>
                      <a:pt x="45" y="113"/>
                      <a:pt x="33" y="77"/>
                      <a:pt x="9" y="48"/>
                    </a:cubicBezTo>
                    <a:cubicBezTo>
                      <a:pt x="0" y="36"/>
                      <a:pt x="2" y="19"/>
                      <a:pt x="14" y="9"/>
                    </a:cubicBezTo>
                    <a:cubicBezTo>
                      <a:pt x="26" y="0"/>
                      <a:pt x="43" y="2"/>
                      <a:pt x="52" y="13"/>
                    </a:cubicBezTo>
                    <a:cubicBezTo>
                      <a:pt x="83" y="52"/>
                      <a:pt x="100" y="101"/>
                      <a:pt x="100" y="151"/>
                    </a:cubicBezTo>
                    <a:cubicBezTo>
                      <a:pt x="100" y="200"/>
                      <a:pt x="83" y="249"/>
                      <a:pt x="52" y="287"/>
                    </a:cubicBezTo>
                    <a:cubicBezTo>
                      <a:pt x="47" y="294"/>
                      <a:pt x="39" y="298"/>
                      <a:pt x="31" y="29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5" name="Freeform 305"/>
              <p:cNvSpPr>
                <a:spLocks/>
              </p:cNvSpPr>
              <p:nvPr/>
            </p:nvSpPr>
            <p:spPr bwMode="auto">
              <a:xfrm>
                <a:off x="5353050" y="1127125"/>
                <a:ext cx="61913" cy="204788"/>
              </a:xfrm>
              <a:custGeom>
                <a:avLst/>
                <a:gdLst>
                  <a:gd name="T0" fmla="*/ 2147483646 w 133"/>
                  <a:gd name="T1" fmla="*/ 2147483646 h 437"/>
                  <a:gd name="T2" fmla="*/ 2147483646 w 133"/>
                  <a:gd name="T3" fmla="*/ 2147483646 h 437"/>
                  <a:gd name="T4" fmla="*/ 2147483646 w 133"/>
                  <a:gd name="T5" fmla="*/ 2147483646 h 437"/>
                  <a:gd name="T6" fmla="*/ 2147483646 w 133"/>
                  <a:gd name="T7" fmla="*/ 2147483646 h 437"/>
                  <a:gd name="T8" fmla="*/ 2147483646 w 133"/>
                  <a:gd name="T9" fmla="*/ 2147483646 h 437"/>
                  <a:gd name="T10" fmla="*/ 2147483646 w 133"/>
                  <a:gd name="T11" fmla="*/ 2147483646 h 437"/>
                  <a:gd name="T12" fmla="*/ 2147483646 w 133"/>
                  <a:gd name="T13" fmla="*/ 2147483646 h 437"/>
                  <a:gd name="T14" fmla="*/ 2147483646 w 133"/>
                  <a:gd name="T15" fmla="*/ 2147483646 h 437"/>
                  <a:gd name="T16" fmla="*/ 2147483646 w 133"/>
                  <a:gd name="T17" fmla="*/ 2147483646 h 437"/>
                  <a:gd name="T18" fmla="*/ 2147483646 w 133"/>
                  <a:gd name="T19" fmla="*/ 2147483646 h 437"/>
                  <a:gd name="T20" fmla="*/ 2147483646 w 133"/>
                  <a:gd name="T21" fmla="*/ 2147483646 h 4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3" h="437">
                    <a:moveTo>
                      <a:pt x="32" y="437"/>
                    </a:moveTo>
                    <a:lnTo>
                      <a:pt x="32" y="437"/>
                    </a:lnTo>
                    <a:cubicBezTo>
                      <a:pt x="26" y="437"/>
                      <a:pt x="19" y="434"/>
                      <a:pt x="14" y="430"/>
                    </a:cubicBezTo>
                    <a:cubicBezTo>
                      <a:pt x="2" y="419"/>
                      <a:pt x="2" y="402"/>
                      <a:pt x="12" y="391"/>
                    </a:cubicBezTo>
                    <a:cubicBezTo>
                      <a:pt x="54" y="344"/>
                      <a:pt x="78" y="284"/>
                      <a:pt x="78" y="221"/>
                    </a:cubicBezTo>
                    <a:cubicBezTo>
                      <a:pt x="78" y="157"/>
                      <a:pt x="54" y="96"/>
                      <a:pt x="11" y="49"/>
                    </a:cubicBezTo>
                    <a:cubicBezTo>
                      <a:pt x="0" y="38"/>
                      <a:pt x="1" y="20"/>
                      <a:pt x="12" y="10"/>
                    </a:cubicBezTo>
                    <a:cubicBezTo>
                      <a:pt x="23" y="0"/>
                      <a:pt x="41" y="0"/>
                      <a:pt x="51" y="12"/>
                    </a:cubicBezTo>
                    <a:cubicBezTo>
                      <a:pt x="104" y="69"/>
                      <a:pt x="133" y="143"/>
                      <a:pt x="133" y="221"/>
                    </a:cubicBezTo>
                    <a:cubicBezTo>
                      <a:pt x="133" y="297"/>
                      <a:pt x="104" y="371"/>
                      <a:pt x="52" y="428"/>
                    </a:cubicBezTo>
                    <a:cubicBezTo>
                      <a:pt x="47" y="434"/>
                      <a:pt x="40" y="437"/>
                      <a:pt x="32" y="43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6" name="Freeform 306"/>
              <p:cNvSpPr>
                <a:spLocks/>
              </p:cNvSpPr>
              <p:nvPr/>
            </p:nvSpPr>
            <p:spPr bwMode="auto">
              <a:xfrm>
                <a:off x="5384800" y="1095375"/>
                <a:ext cx="76200" cy="268288"/>
              </a:xfrm>
              <a:custGeom>
                <a:avLst/>
                <a:gdLst>
                  <a:gd name="T0" fmla="*/ 2147483646 w 161"/>
                  <a:gd name="T1" fmla="*/ 2147483646 h 571"/>
                  <a:gd name="T2" fmla="*/ 2147483646 w 161"/>
                  <a:gd name="T3" fmla="*/ 2147483646 h 571"/>
                  <a:gd name="T4" fmla="*/ 2147483646 w 161"/>
                  <a:gd name="T5" fmla="*/ 2147483646 h 571"/>
                  <a:gd name="T6" fmla="*/ 2147483646 w 161"/>
                  <a:gd name="T7" fmla="*/ 2147483646 h 571"/>
                  <a:gd name="T8" fmla="*/ 2147483646 w 161"/>
                  <a:gd name="T9" fmla="*/ 2147483646 h 571"/>
                  <a:gd name="T10" fmla="*/ 2147483646 w 161"/>
                  <a:gd name="T11" fmla="*/ 2147483646 h 571"/>
                  <a:gd name="T12" fmla="*/ 2147483646 w 161"/>
                  <a:gd name="T13" fmla="*/ 2147483646 h 571"/>
                  <a:gd name="T14" fmla="*/ 2147483646 w 161"/>
                  <a:gd name="T15" fmla="*/ 2147483646 h 571"/>
                  <a:gd name="T16" fmla="*/ 2147483646 w 161"/>
                  <a:gd name="T17" fmla="*/ 2147483646 h 571"/>
                  <a:gd name="T18" fmla="*/ 2147483646 w 161"/>
                  <a:gd name="T19" fmla="*/ 2147483646 h 571"/>
                  <a:gd name="T20" fmla="*/ 2147483646 w 161"/>
                  <a:gd name="T21" fmla="*/ 2147483646 h 5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1" h="571">
                    <a:moveTo>
                      <a:pt x="30" y="571"/>
                    </a:moveTo>
                    <a:lnTo>
                      <a:pt x="30" y="571"/>
                    </a:lnTo>
                    <a:cubicBezTo>
                      <a:pt x="23" y="571"/>
                      <a:pt x="17" y="568"/>
                      <a:pt x="11" y="563"/>
                    </a:cubicBezTo>
                    <a:cubicBezTo>
                      <a:pt x="0" y="552"/>
                      <a:pt x="0" y="535"/>
                      <a:pt x="11" y="524"/>
                    </a:cubicBezTo>
                    <a:cubicBezTo>
                      <a:pt x="72" y="460"/>
                      <a:pt x="106" y="375"/>
                      <a:pt x="106" y="287"/>
                    </a:cubicBezTo>
                    <a:cubicBezTo>
                      <a:pt x="106" y="198"/>
                      <a:pt x="72" y="114"/>
                      <a:pt x="11" y="50"/>
                    </a:cubicBezTo>
                    <a:cubicBezTo>
                      <a:pt x="1" y="39"/>
                      <a:pt x="1" y="21"/>
                      <a:pt x="12" y="11"/>
                    </a:cubicBezTo>
                    <a:cubicBezTo>
                      <a:pt x="23" y="0"/>
                      <a:pt x="40" y="1"/>
                      <a:pt x="51" y="12"/>
                    </a:cubicBezTo>
                    <a:cubicBezTo>
                      <a:pt x="122" y="86"/>
                      <a:pt x="161" y="184"/>
                      <a:pt x="161" y="287"/>
                    </a:cubicBezTo>
                    <a:cubicBezTo>
                      <a:pt x="161" y="390"/>
                      <a:pt x="122" y="488"/>
                      <a:pt x="50" y="562"/>
                    </a:cubicBezTo>
                    <a:cubicBezTo>
                      <a:pt x="45" y="568"/>
                      <a:pt x="38" y="571"/>
                      <a:pt x="30" y="57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47" name="Freeform 307"/>
              <p:cNvSpPr>
                <a:spLocks/>
              </p:cNvSpPr>
              <p:nvPr/>
            </p:nvSpPr>
            <p:spPr bwMode="auto">
              <a:xfrm>
                <a:off x="5265738" y="1203325"/>
                <a:ext cx="53975" cy="53975"/>
              </a:xfrm>
              <a:custGeom>
                <a:avLst/>
                <a:gdLst>
                  <a:gd name="T0" fmla="*/ 2147483646 w 114"/>
                  <a:gd name="T1" fmla="*/ 2147483646 h 114"/>
                  <a:gd name="T2" fmla="*/ 2147483646 w 114"/>
                  <a:gd name="T3" fmla="*/ 2147483646 h 114"/>
                  <a:gd name="T4" fmla="*/ 0 w 114"/>
                  <a:gd name="T5" fmla="*/ 2147483646 h 114"/>
                  <a:gd name="T6" fmla="*/ 2147483646 w 114"/>
                  <a:gd name="T7" fmla="*/ 0 h 114"/>
                  <a:gd name="T8" fmla="*/ 2147483646 w 114"/>
                  <a:gd name="T9" fmla="*/ 2147483646 h 114"/>
                  <a:gd name="T10" fmla="*/ 2147483646 w 114"/>
                  <a:gd name="T11" fmla="*/ 2147483646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57" y="114"/>
                    </a:moveTo>
                    <a:lnTo>
                      <a:pt x="57" y="114"/>
                    </a:lnTo>
                    <a:cubicBezTo>
                      <a:pt x="25" y="114"/>
                      <a:pt x="0" y="89"/>
                      <a:pt x="0" y="57"/>
                    </a:cubicBezTo>
                    <a:cubicBezTo>
                      <a:pt x="0" y="25"/>
                      <a:pt x="25" y="0"/>
                      <a:pt x="57" y="0"/>
                    </a:cubicBezTo>
                    <a:cubicBezTo>
                      <a:pt x="88" y="0"/>
                      <a:pt x="114" y="25"/>
                      <a:pt x="114" y="57"/>
                    </a:cubicBezTo>
                    <a:cubicBezTo>
                      <a:pt x="114" y="89"/>
                      <a:pt x="88" y="114"/>
                      <a:pt x="57" y="114"/>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grpSp>
      <p:sp>
        <p:nvSpPr>
          <p:cNvPr id="48" name="文本框 47"/>
          <p:cNvSpPr txBox="1"/>
          <p:nvPr/>
        </p:nvSpPr>
        <p:spPr>
          <a:xfrm>
            <a:off x="34355" y="1988840"/>
            <a:ext cx="692818"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电力线</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155836" y="1176590"/>
            <a:ext cx="460040" cy="703204"/>
            <a:chOff x="3245185" y="1555461"/>
            <a:chExt cx="2147913" cy="3283239"/>
          </a:xfrm>
          <a:solidFill>
            <a:srgbClr val="FFA21B"/>
          </a:solidFill>
        </p:grpSpPr>
        <p:sp>
          <p:nvSpPr>
            <p:cNvPr id="50" name="圆角矩形 49"/>
            <p:cNvSpPr/>
            <p:nvPr/>
          </p:nvSpPr>
          <p:spPr>
            <a:xfrm>
              <a:off x="3647728" y="2924944"/>
              <a:ext cx="1324322" cy="1913756"/>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组合 27025"/>
            <p:cNvGrpSpPr>
              <a:grpSpLocks/>
            </p:cNvGrpSpPr>
            <p:nvPr/>
          </p:nvGrpSpPr>
          <p:grpSpPr bwMode="auto">
            <a:xfrm>
              <a:off x="3245185" y="1555461"/>
              <a:ext cx="2147913" cy="3283239"/>
              <a:chOff x="6188075" y="785813"/>
              <a:chExt cx="444500" cy="679450"/>
            </a:xfrm>
            <a:grpFill/>
          </p:grpSpPr>
          <p:sp>
            <p:nvSpPr>
              <p:cNvPr id="52" name="Freeform 309"/>
              <p:cNvSpPr>
                <a:spLocks/>
              </p:cNvSpPr>
              <p:nvPr/>
            </p:nvSpPr>
            <p:spPr bwMode="auto">
              <a:xfrm>
                <a:off x="6275388" y="1068388"/>
                <a:ext cx="271463" cy="396875"/>
              </a:xfrm>
              <a:custGeom>
                <a:avLst/>
                <a:gdLst>
                  <a:gd name="T0" fmla="*/ 2147483646 w 575"/>
                  <a:gd name="T1" fmla="*/ 2147483646 h 846"/>
                  <a:gd name="T2" fmla="*/ 2147483646 w 575"/>
                  <a:gd name="T3" fmla="*/ 2147483646 h 846"/>
                  <a:gd name="T4" fmla="*/ 2147483646 w 575"/>
                  <a:gd name="T5" fmla="*/ 2147483646 h 846"/>
                  <a:gd name="T6" fmla="*/ 2147483646 w 575"/>
                  <a:gd name="T7" fmla="*/ 2147483646 h 846"/>
                  <a:gd name="T8" fmla="*/ 2147483646 w 575"/>
                  <a:gd name="T9" fmla="*/ 2147483646 h 846"/>
                  <a:gd name="T10" fmla="*/ 2147483646 w 575"/>
                  <a:gd name="T11" fmla="*/ 2147483646 h 846"/>
                  <a:gd name="T12" fmla="*/ 2147483646 w 575"/>
                  <a:gd name="T13" fmla="*/ 2147483646 h 846"/>
                  <a:gd name="T14" fmla="*/ 2147483646 w 575"/>
                  <a:gd name="T15" fmla="*/ 2147483646 h 846"/>
                  <a:gd name="T16" fmla="*/ 2147483646 w 575"/>
                  <a:gd name="T17" fmla="*/ 2147483646 h 846"/>
                  <a:gd name="T18" fmla="*/ 2147483646 w 575"/>
                  <a:gd name="T19" fmla="*/ 2147483646 h 846"/>
                  <a:gd name="T20" fmla="*/ 2147483646 w 575"/>
                  <a:gd name="T21" fmla="*/ 2147483646 h 846"/>
                  <a:gd name="T22" fmla="*/ 2147483646 w 575"/>
                  <a:gd name="T23" fmla="*/ 2147483646 h 846"/>
                  <a:gd name="T24" fmla="*/ 2147483646 w 575"/>
                  <a:gd name="T25" fmla="*/ 2147483646 h 846"/>
                  <a:gd name="T26" fmla="*/ 2147483646 w 575"/>
                  <a:gd name="T27" fmla="*/ 2147483646 h 846"/>
                  <a:gd name="T28" fmla="*/ 2147483646 w 575"/>
                  <a:gd name="T29" fmla="*/ 2147483646 h 846"/>
                  <a:gd name="T30" fmla="*/ 2147483646 w 575"/>
                  <a:gd name="T31" fmla="*/ 2147483646 h 846"/>
                  <a:gd name="T32" fmla="*/ 2147483646 w 575"/>
                  <a:gd name="T33" fmla="*/ 2147483646 h 846"/>
                  <a:gd name="T34" fmla="*/ 0 w 575"/>
                  <a:gd name="T35" fmla="*/ 2147483646 h 846"/>
                  <a:gd name="T36" fmla="*/ 0 w 575"/>
                  <a:gd name="T37" fmla="*/ 2147483646 h 846"/>
                  <a:gd name="T38" fmla="*/ 2147483646 w 575"/>
                  <a:gd name="T39" fmla="*/ 0 h 846"/>
                  <a:gd name="T40" fmla="*/ 2147483646 w 575"/>
                  <a:gd name="T41" fmla="*/ 0 h 846"/>
                  <a:gd name="T42" fmla="*/ 2147483646 w 575"/>
                  <a:gd name="T43" fmla="*/ 2147483646 h 846"/>
                  <a:gd name="T44" fmla="*/ 2147483646 w 575"/>
                  <a:gd name="T45" fmla="*/ 2147483646 h 846"/>
                  <a:gd name="T46" fmla="*/ 2147483646 w 575"/>
                  <a:gd name="T47" fmla="*/ 2147483646 h 84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75" h="846">
                    <a:moveTo>
                      <a:pt x="497" y="846"/>
                    </a:moveTo>
                    <a:lnTo>
                      <a:pt x="497" y="846"/>
                    </a:lnTo>
                    <a:lnTo>
                      <a:pt x="433" y="846"/>
                    </a:lnTo>
                    <a:cubicBezTo>
                      <a:pt x="420" y="846"/>
                      <a:pt x="410" y="835"/>
                      <a:pt x="410" y="822"/>
                    </a:cubicBezTo>
                    <a:cubicBezTo>
                      <a:pt x="410" y="809"/>
                      <a:pt x="420" y="799"/>
                      <a:pt x="433" y="799"/>
                    </a:cubicBezTo>
                    <a:lnTo>
                      <a:pt x="497" y="799"/>
                    </a:lnTo>
                    <a:cubicBezTo>
                      <a:pt x="514" y="799"/>
                      <a:pt x="528" y="785"/>
                      <a:pt x="528" y="768"/>
                    </a:cubicBezTo>
                    <a:lnTo>
                      <a:pt x="528" y="78"/>
                    </a:lnTo>
                    <a:cubicBezTo>
                      <a:pt x="528" y="61"/>
                      <a:pt x="514" y="48"/>
                      <a:pt x="497" y="48"/>
                    </a:cubicBezTo>
                    <a:lnTo>
                      <a:pt x="78" y="48"/>
                    </a:lnTo>
                    <a:cubicBezTo>
                      <a:pt x="61" y="48"/>
                      <a:pt x="47" y="61"/>
                      <a:pt x="47" y="78"/>
                    </a:cubicBezTo>
                    <a:lnTo>
                      <a:pt x="47" y="768"/>
                    </a:lnTo>
                    <a:cubicBezTo>
                      <a:pt x="47" y="785"/>
                      <a:pt x="61" y="799"/>
                      <a:pt x="78" y="799"/>
                    </a:cubicBezTo>
                    <a:lnTo>
                      <a:pt x="299" y="799"/>
                    </a:lnTo>
                    <a:cubicBezTo>
                      <a:pt x="312" y="799"/>
                      <a:pt x="322" y="809"/>
                      <a:pt x="322" y="822"/>
                    </a:cubicBezTo>
                    <a:cubicBezTo>
                      <a:pt x="322" y="835"/>
                      <a:pt x="312" y="846"/>
                      <a:pt x="299" y="846"/>
                    </a:cubicBezTo>
                    <a:lnTo>
                      <a:pt x="78" y="846"/>
                    </a:lnTo>
                    <a:cubicBezTo>
                      <a:pt x="35" y="846"/>
                      <a:pt x="0" y="811"/>
                      <a:pt x="0" y="768"/>
                    </a:cubicBezTo>
                    <a:lnTo>
                      <a:pt x="0" y="78"/>
                    </a:lnTo>
                    <a:cubicBezTo>
                      <a:pt x="0" y="35"/>
                      <a:pt x="35" y="0"/>
                      <a:pt x="78" y="0"/>
                    </a:cubicBezTo>
                    <a:lnTo>
                      <a:pt x="497" y="0"/>
                    </a:lnTo>
                    <a:cubicBezTo>
                      <a:pt x="540" y="0"/>
                      <a:pt x="575" y="35"/>
                      <a:pt x="575" y="78"/>
                    </a:cubicBezTo>
                    <a:lnTo>
                      <a:pt x="575" y="768"/>
                    </a:lnTo>
                    <a:cubicBezTo>
                      <a:pt x="575" y="811"/>
                      <a:pt x="540" y="846"/>
                      <a:pt x="497" y="84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3" name="Freeform 312"/>
              <p:cNvSpPr>
                <a:spLocks/>
              </p:cNvSpPr>
              <p:nvPr/>
            </p:nvSpPr>
            <p:spPr bwMode="auto">
              <a:xfrm>
                <a:off x="6534150" y="1143000"/>
                <a:ext cx="49213" cy="39688"/>
              </a:xfrm>
              <a:custGeom>
                <a:avLst/>
                <a:gdLst>
                  <a:gd name="T0" fmla="*/ 2147483646 w 102"/>
                  <a:gd name="T1" fmla="*/ 2147483646 h 85"/>
                  <a:gd name="T2" fmla="*/ 2147483646 w 102"/>
                  <a:gd name="T3" fmla="*/ 2147483646 h 85"/>
                  <a:gd name="T4" fmla="*/ 0 w 102"/>
                  <a:gd name="T5" fmla="*/ 2147483646 h 85"/>
                  <a:gd name="T6" fmla="*/ 0 w 102"/>
                  <a:gd name="T7" fmla="*/ 0 h 85"/>
                  <a:gd name="T8" fmla="*/ 2147483646 w 102"/>
                  <a:gd name="T9" fmla="*/ 0 h 85"/>
                  <a:gd name="T10" fmla="*/ 2147483646 w 102"/>
                  <a:gd name="T11" fmla="*/ 214748364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2" h="85">
                    <a:moveTo>
                      <a:pt x="102" y="85"/>
                    </a:moveTo>
                    <a:lnTo>
                      <a:pt x="102" y="85"/>
                    </a:lnTo>
                    <a:lnTo>
                      <a:pt x="0" y="85"/>
                    </a:lnTo>
                    <a:lnTo>
                      <a:pt x="0" y="0"/>
                    </a:lnTo>
                    <a:lnTo>
                      <a:pt x="102" y="0"/>
                    </a:lnTo>
                    <a:lnTo>
                      <a:pt x="102" y="8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4" name="Freeform 313"/>
              <p:cNvSpPr>
                <a:spLocks noEditPoints="1"/>
              </p:cNvSpPr>
              <p:nvPr/>
            </p:nvSpPr>
            <p:spPr bwMode="auto">
              <a:xfrm>
                <a:off x="6572250" y="785813"/>
                <a:ext cx="60325" cy="428625"/>
              </a:xfrm>
              <a:custGeom>
                <a:avLst/>
                <a:gdLst>
                  <a:gd name="T0" fmla="*/ 2147483646 w 131"/>
                  <a:gd name="T1" fmla="*/ 2147483646 h 909"/>
                  <a:gd name="T2" fmla="*/ 2147483646 w 131"/>
                  <a:gd name="T3" fmla="*/ 2147483646 h 909"/>
                  <a:gd name="T4" fmla="*/ 2147483646 w 131"/>
                  <a:gd name="T5" fmla="*/ 2147483646 h 909"/>
                  <a:gd name="T6" fmla="*/ 2147483646 w 131"/>
                  <a:gd name="T7" fmla="*/ 2147483646 h 909"/>
                  <a:gd name="T8" fmla="*/ 2147483646 w 131"/>
                  <a:gd name="T9" fmla="*/ 2147483646 h 909"/>
                  <a:gd name="T10" fmla="*/ 2147483646 w 131"/>
                  <a:gd name="T11" fmla="*/ 2147483646 h 909"/>
                  <a:gd name="T12" fmla="*/ 2147483646 w 131"/>
                  <a:gd name="T13" fmla="*/ 2147483646 h 909"/>
                  <a:gd name="T14" fmla="*/ 2147483646 w 131"/>
                  <a:gd name="T15" fmla="*/ 2147483646 h 909"/>
                  <a:gd name="T16" fmla="*/ 2147483646 w 131"/>
                  <a:gd name="T17" fmla="*/ 2147483646 h 909"/>
                  <a:gd name="T18" fmla="*/ 2147483646 w 131"/>
                  <a:gd name="T19" fmla="*/ 2147483646 h 909"/>
                  <a:gd name="T20" fmla="*/ 0 w 131"/>
                  <a:gd name="T21" fmla="*/ 2147483646 h 909"/>
                  <a:gd name="T22" fmla="*/ 2147483646 w 131"/>
                  <a:gd name="T23" fmla="*/ 0 h 909"/>
                  <a:gd name="T24" fmla="*/ 2147483646 w 131"/>
                  <a:gd name="T25" fmla="*/ 2147483646 h 909"/>
                  <a:gd name="T26" fmla="*/ 2147483646 w 131"/>
                  <a:gd name="T27" fmla="*/ 2147483646 h 9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1" h="909">
                    <a:moveTo>
                      <a:pt x="48" y="862"/>
                    </a:moveTo>
                    <a:lnTo>
                      <a:pt x="48" y="862"/>
                    </a:lnTo>
                    <a:lnTo>
                      <a:pt x="84" y="862"/>
                    </a:lnTo>
                    <a:lnTo>
                      <a:pt x="84" y="73"/>
                    </a:lnTo>
                    <a:cubicBezTo>
                      <a:pt x="84" y="47"/>
                      <a:pt x="74" y="47"/>
                      <a:pt x="65" y="47"/>
                    </a:cubicBezTo>
                    <a:cubicBezTo>
                      <a:pt x="57" y="47"/>
                      <a:pt x="48" y="47"/>
                      <a:pt x="48" y="73"/>
                    </a:cubicBezTo>
                    <a:lnTo>
                      <a:pt x="48" y="862"/>
                    </a:lnTo>
                    <a:close/>
                    <a:moveTo>
                      <a:pt x="131" y="909"/>
                    </a:moveTo>
                    <a:lnTo>
                      <a:pt x="131" y="909"/>
                    </a:lnTo>
                    <a:lnTo>
                      <a:pt x="1" y="909"/>
                    </a:lnTo>
                    <a:lnTo>
                      <a:pt x="0" y="73"/>
                    </a:lnTo>
                    <a:cubicBezTo>
                      <a:pt x="0" y="27"/>
                      <a:pt x="25" y="0"/>
                      <a:pt x="65" y="0"/>
                    </a:cubicBezTo>
                    <a:cubicBezTo>
                      <a:pt x="106" y="0"/>
                      <a:pt x="131" y="27"/>
                      <a:pt x="131" y="73"/>
                    </a:cubicBezTo>
                    <a:lnTo>
                      <a:pt x="131" y="90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5" name="Freeform 314"/>
              <p:cNvSpPr>
                <a:spLocks/>
              </p:cNvSpPr>
              <p:nvPr/>
            </p:nvSpPr>
            <p:spPr bwMode="auto">
              <a:xfrm>
                <a:off x="6238875" y="1143000"/>
                <a:ext cx="47625" cy="39688"/>
              </a:xfrm>
              <a:custGeom>
                <a:avLst/>
                <a:gdLst>
                  <a:gd name="T0" fmla="*/ 0 w 101"/>
                  <a:gd name="T1" fmla="*/ 2147483646 h 85"/>
                  <a:gd name="T2" fmla="*/ 0 w 101"/>
                  <a:gd name="T3" fmla="*/ 2147483646 h 85"/>
                  <a:gd name="T4" fmla="*/ 2147483646 w 101"/>
                  <a:gd name="T5" fmla="*/ 2147483646 h 85"/>
                  <a:gd name="T6" fmla="*/ 2147483646 w 101"/>
                  <a:gd name="T7" fmla="*/ 0 h 85"/>
                  <a:gd name="T8" fmla="*/ 0 w 101"/>
                  <a:gd name="T9" fmla="*/ 0 h 85"/>
                  <a:gd name="T10" fmla="*/ 0 w 101"/>
                  <a:gd name="T11" fmla="*/ 214748364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1" h="85">
                    <a:moveTo>
                      <a:pt x="0" y="85"/>
                    </a:moveTo>
                    <a:lnTo>
                      <a:pt x="0" y="85"/>
                    </a:lnTo>
                    <a:lnTo>
                      <a:pt x="101" y="85"/>
                    </a:lnTo>
                    <a:lnTo>
                      <a:pt x="101" y="0"/>
                    </a:lnTo>
                    <a:lnTo>
                      <a:pt x="0" y="0"/>
                    </a:lnTo>
                    <a:lnTo>
                      <a:pt x="0" y="8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6" name="Freeform 315"/>
              <p:cNvSpPr>
                <a:spLocks noEditPoints="1"/>
              </p:cNvSpPr>
              <p:nvPr/>
            </p:nvSpPr>
            <p:spPr bwMode="auto">
              <a:xfrm>
                <a:off x="6188075" y="785813"/>
                <a:ext cx="61913" cy="428625"/>
              </a:xfrm>
              <a:custGeom>
                <a:avLst/>
                <a:gdLst>
                  <a:gd name="T0" fmla="*/ 2147483646 w 130"/>
                  <a:gd name="T1" fmla="*/ 2147483646 h 909"/>
                  <a:gd name="T2" fmla="*/ 2147483646 w 130"/>
                  <a:gd name="T3" fmla="*/ 2147483646 h 909"/>
                  <a:gd name="T4" fmla="*/ 2147483646 w 130"/>
                  <a:gd name="T5" fmla="*/ 2147483646 h 909"/>
                  <a:gd name="T6" fmla="*/ 2147483646 w 130"/>
                  <a:gd name="T7" fmla="*/ 2147483646 h 909"/>
                  <a:gd name="T8" fmla="*/ 2147483646 w 130"/>
                  <a:gd name="T9" fmla="*/ 2147483646 h 909"/>
                  <a:gd name="T10" fmla="*/ 2147483646 w 130"/>
                  <a:gd name="T11" fmla="*/ 2147483646 h 909"/>
                  <a:gd name="T12" fmla="*/ 2147483646 w 130"/>
                  <a:gd name="T13" fmla="*/ 2147483646 h 909"/>
                  <a:gd name="T14" fmla="*/ 2147483646 w 130"/>
                  <a:gd name="T15" fmla="*/ 2147483646 h 909"/>
                  <a:gd name="T16" fmla="*/ 2147483646 w 130"/>
                  <a:gd name="T17" fmla="*/ 2147483646 h 909"/>
                  <a:gd name="T18" fmla="*/ 0 w 130"/>
                  <a:gd name="T19" fmla="*/ 2147483646 h 909"/>
                  <a:gd name="T20" fmla="*/ 0 w 130"/>
                  <a:gd name="T21" fmla="*/ 2147483646 h 909"/>
                  <a:gd name="T22" fmla="*/ 2147483646 w 130"/>
                  <a:gd name="T23" fmla="*/ 0 h 909"/>
                  <a:gd name="T24" fmla="*/ 2147483646 w 130"/>
                  <a:gd name="T25" fmla="*/ 2147483646 h 909"/>
                  <a:gd name="T26" fmla="*/ 2147483646 w 130"/>
                  <a:gd name="T27" fmla="*/ 2147483646 h 9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0" h="909">
                    <a:moveTo>
                      <a:pt x="47" y="862"/>
                    </a:moveTo>
                    <a:lnTo>
                      <a:pt x="47" y="862"/>
                    </a:lnTo>
                    <a:lnTo>
                      <a:pt x="83" y="862"/>
                    </a:lnTo>
                    <a:lnTo>
                      <a:pt x="83" y="73"/>
                    </a:lnTo>
                    <a:cubicBezTo>
                      <a:pt x="83" y="47"/>
                      <a:pt x="74" y="47"/>
                      <a:pt x="66" y="47"/>
                    </a:cubicBezTo>
                    <a:cubicBezTo>
                      <a:pt x="57" y="47"/>
                      <a:pt x="47" y="47"/>
                      <a:pt x="47" y="73"/>
                    </a:cubicBezTo>
                    <a:lnTo>
                      <a:pt x="47" y="862"/>
                    </a:lnTo>
                    <a:close/>
                    <a:moveTo>
                      <a:pt x="130" y="909"/>
                    </a:moveTo>
                    <a:lnTo>
                      <a:pt x="130" y="909"/>
                    </a:lnTo>
                    <a:lnTo>
                      <a:pt x="0" y="909"/>
                    </a:lnTo>
                    <a:lnTo>
                      <a:pt x="0" y="73"/>
                    </a:lnTo>
                    <a:cubicBezTo>
                      <a:pt x="0" y="27"/>
                      <a:pt x="25" y="0"/>
                      <a:pt x="66" y="0"/>
                    </a:cubicBezTo>
                    <a:cubicBezTo>
                      <a:pt x="106" y="0"/>
                      <a:pt x="130" y="27"/>
                      <a:pt x="130" y="73"/>
                    </a:cubicBezTo>
                    <a:lnTo>
                      <a:pt x="130" y="90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7" name="Freeform 316"/>
              <p:cNvSpPr>
                <a:spLocks noEditPoints="1"/>
              </p:cNvSpPr>
              <p:nvPr/>
            </p:nvSpPr>
            <p:spPr bwMode="auto">
              <a:xfrm>
                <a:off x="6311900" y="1319213"/>
                <a:ext cx="61913" cy="109538"/>
              </a:xfrm>
              <a:custGeom>
                <a:avLst/>
                <a:gdLst>
                  <a:gd name="T0" fmla="*/ 2147483646 w 132"/>
                  <a:gd name="T1" fmla="*/ 2147483646 h 233"/>
                  <a:gd name="T2" fmla="*/ 2147483646 w 132"/>
                  <a:gd name="T3" fmla="*/ 2147483646 h 233"/>
                  <a:gd name="T4" fmla="*/ 2147483646 w 132"/>
                  <a:gd name="T5" fmla="*/ 2147483646 h 233"/>
                  <a:gd name="T6" fmla="*/ 2147483646 w 132"/>
                  <a:gd name="T7" fmla="*/ 2147483646 h 233"/>
                  <a:gd name="T8" fmla="*/ 2147483646 w 132"/>
                  <a:gd name="T9" fmla="*/ 2147483646 h 233"/>
                  <a:gd name="T10" fmla="*/ 2147483646 w 132"/>
                  <a:gd name="T11" fmla="*/ 2147483646 h 233"/>
                  <a:gd name="T12" fmla="*/ 2147483646 w 132"/>
                  <a:gd name="T13" fmla="*/ 2147483646 h 233"/>
                  <a:gd name="T14" fmla="*/ 2147483646 w 132"/>
                  <a:gd name="T15" fmla="*/ 2147483646 h 233"/>
                  <a:gd name="T16" fmla="*/ 2147483646 w 132"/>
                  <a:gd name="T17" fmla="*/ 2147483646 h 233"/>
                  <a:gd name="T18" fmla="*/ 0 w 132"/>
                  <a:gd name="T19" fmla="*/ 2147483646 h 233"/>
                  <a:gd name="T20" fmla="*/ 0 w 132"/>
                  <a:gd name="T21" fmla="*/ 2147483646 h 233"/>
                  <a:gd name="T22" fmla="*/ 2147483646 w 132"/>
                  <a:gd name="T23" fmla="*/ 0 h 233"/>
                  <a:gd name="T24" fmla="*/ 2147483646 w 132"/>
                  <a:gd name="T25" fmla="*/ 0 h 233"/>
                  <a:gd name="T26" fmla="*/ 2147483646 w 132"/>
                  <a:gd name="T27" fmla="*/ 2147483646 h 233"/>
                  <a:gd name="T28" fmla="*/ 2147483646 w 132"/>
                  <a:gd name="T29" fmla="*/ 2147483646 h 233"/>
                  <a:gd name="T30" fmla="*/ 2147483646 w 132"/>
                  <a:gd name="T31" fmla="*/ 2147483646 h 2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2" h="233">
                    <a:moveTo>
                      <a:pt x="47" y="185"/>
                    </a:moveTo>
                    <a:lnTo>
                      <a:pt x="47" y="185"/>
                    </a:lnTo>
                    <a:lnTo>
                      <a:pt x="85" y="185"/>
                    </a:lnTo>
                    <a:lnTo>
                      <a:pt x="85" y="47"/>
                    </a:lnTo>
                    <a:lnTo>
                      <a:pt x="47" y="47"/>
                    </a:lnTo>
                    <a:lnTo>
                      <a:pt x="47" y="185"/>
                    </a:lnTo>
                    <a:close/>
                    <a:moveTo>
                      <a:pt x="99" y="233"/>
                    </a:moveTo>
                    <a:lnTo>
                      <a:pt x="99" y="233"/>
                    </a:lnTo>
                    <a:lnTo>
                      <a:pt x="33" y="233"/>
                    </a:lnTo>
                    <a:cubicBezTo>
                      <a:pt x="15" y="233"/>
                      <a:pt x="0" y="218"/>
                      <a:pt x="0" y="200"/>
                    </a:cubicBezTo>
                    <a:lnTo>
                      <a:pt x="0" y="33"/>
                    </a:lnTo>
                    <a:cubicBezTo>
                      <a:pt x="0" y="15"/>
                      <a:pt x="15" y="0"/>
                      <a:pt x="33" y="0"/>
                    </a:cubicBezTo>
                    <a:lnTo>
                      <a:pt x="99" y="0"/>
                    </a:lnTo>
                    <a:cubicBezTo>
                      <a:pt x="117" y="0"/>
                      <a:pt x="132" y="15"/>
                      <a:pt x="132" y="33"/>
                    </a:cubicBezTo>
                    <a:lnTo>
                      <a:pt x="132" y="200"/>
                    </a:lnTo>
                    <a:cubicBezTo>
                      <a:pt x="132" y="218"/>
                      <a:pt x="117" y="233"/>
                      <a:pt x="99" y="23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58" name="Freeform 317"/>
              <p:cNvSpPr>
                <a:spLocks/>
              </p:cNvSpPr>
              <p:nvPr/>
            </p:nvSpPr>
            <p:spPr bwMode="auto">
              <a:xfrm>
                <a:off x="6354763" y="800100"/>
                <a:ext cx="112713" cy="231775"/>
              </a:xfrm>
              <a:custGeom>
                <a:avLst/>
                <a:gdLst>
                  <a:gd name="T0" fmla="*/ 2147483646 w 240"/>
                  <a:gd name="T1" fmla="*/ 0 h 493"/>
                  <a:gd name="T2" fmla="*/ 2147483646 w 240"/>
                  <a:gd name="T3" fmla="*/ 0 h 493"/>
                  <a:gd name="T4" fmla="*/ 0 w 240"/>
                  <a:gd name="T5" fmla="*/ 2147483646 h 493"/>
                  <a:gd name="T6" fmla="*/ 2147483646 w 240"/>
                  <a:gd name="T7" fmla="*/ 2147483646 h 493"/>
                  <a:gd name="T8" fmla="*/ 2147483646 w 240"/>
                  <a:gd name="T9" fmla="*/ 2147483646 h 493"/>
                  <a:gd name="T10" fmla="*/ 2147483646 w 240"/>
                  <a:gd name="T11" fmla="*/ 2147483646 h 493"/>
                  <a:gd name="T12" fmla="*/ 2147483646 w 240"/>
                  <a:gd name="T13" fmla="*/ 2147483646 h 493"/>
                  <a:gd name="T14" fmla="*/ 2147483646 w 240"/>
                  <a:gd name="T15" fmla="*/ 0 h 4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0" h="493">
                    <a:moveTo>
                      <a:pt x="170" y="0"/>
                    </a:moveTo>
                    <a:lnTo>
                      <a:pt x="170" y="0"/>
                    </a:lnTo>
                    <a:lnTo>
                      <a:pt x="0" y="265"/>
                    </a:lnTo>
                    <a:lnTo>
                      <a:pt x="122" y="265"/>
                    </a:lnTo>
                    <a:lnTo>
                      <a:pt x="64" y="493"/>
                    </a:lnTo>
                    <a:lnTo>
                      <a:pt x="240" y="214"/>
                    </a:lnTo>
                    <a:lnTo>
                      <a:pt x="118" y="214"/>
                    </a:lnTo>
                    <a:lnTo>
                      <a:pt x="17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grpSp>
      <p:grpSp>
        <p:nvGrpSpPr>
          <p:cNvPr id="59" name="组合 58"/>
          <p:cNvGrpSpPr/>
          <p:nvPr/>
        </p:nvGrpSpPr>
        <p:grpSpPr>
          <a:xfrm>
            <a:off x="1127448" y="1178775"/>
            <a:ext cx="234699" cy="681227"/>
            <a:chOff x="3402746" y="787378"/>
            <a:chExt cx="1796598" cy="5214730"/>
          </a:xfrm>
          <a:solidFill>
            <a:srgbClr val="FFA21B"/>
          </a:solidFill>
        </p:grpSpPr>
        <p:sp>
          <p:nvSpPr>
            <p:cNvPr id="60" name="矩形 59"/>
            <p:cNvSpPr/>
            <p:nvPr/>
          </p:nvSpPr>
          <p:spPr>
            <a:xfrm>
              <a:off x="3481342" y="2342615"/>
              <a:ext cx="1606689" cy="247266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组合 1513"/>
            <p:cNvGrpSpPr>
              <a:grpSpLocks/>
            </p:cNvGrpSpPr>
            <p:nvPr/>
          </p:nvGrpSpPr>
          <p:grpSpPr bwMode="auto">
            <a:xfrm>
              <a:off x="3402746" y="787378"/>
              <a:ext cx="1796598" cy="5214730"/>
              <a:chOff x="6524932" y="2773619"/>
              <a:chExt cx="232780" cy="677972"/>
            </a:xfrm>
            <a:grpFill/>
          </p:grpSpPr>
          <p:sp>
            <p:nvSpPr>
              <p:cNvPr id="67" name="Freeform 1496"/>
              <p:cNvSpPr>
                <a:spLocks/>
              </p:cNvSpPr>
              <p:nvPr/>
            </p:nvSpPr>
            <p:spPr bwMode="auto">
              <a:xfrm>
                <a:off x="6524932" y="2866731"/>
                <a:ext cx="232780" cy="49467"/>
              </a:xfrm>
              <a:custGeom>
                <a:avLst/>
                <a:gdLst>
                  <a:gd name="T0" fmla="*/ 2147483646 w 731"/>
                  <a:gd name="T1" fmla="*/ 2147483646 h 158"/>
                  <a:gd name="T2" fmla="*/ 2147483646 w 731"/>
                  <a:gd name="T3" fmla="*/ 2147483646 h 158"/>
                  <a:gd name="T4" fmla="*/ 0 w 731"/>
                  <a:gd name="T5" fmla="*/ 2147483646 h 158"/>
                  <a:gd name="T6" fmla="*/ 2147483646 w 731"/>
                  <a:gd name="T7" fmla="*/ 0 h 158"/>
                  <a:gd name="T8" fmla="*/ 2147483646 w 731"/>
                  <a:gd name="T9" fmla="*/ 2147483646 h 158"/>
                  <a:gd name="T10" fmla="*/ 2147483646 w 731"/>
                  <a:gd name="T11" fmla="*/ 2147483646 h 158"/>
                  <a:gd name="T12" fmla="*/ 2147483646 w 731"/>
                  <a:gd name="T13" fmla="*/ 2147483646 h 158"/>
                  <a:gd name="T14" fmla="*/ 2147483646 w 731"/>
                  <a:gd name="T15" fmla="*/ 0 h 158"/>
                  <a:gd name="T16" fmla="*/ 2147483646 w 731"/>
                  <a:gd name="T17" fmla="*/ 2147483646 h 158"/>
                  <a:gd name="T18" fmla="*/ 2147483646 w 731"/>
                  <a:gd name="T19" fmla="*/ 2147483646 h 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1" h="158">
                    <a:moveTo>
                      <a:pt x="366" y="158"/>
                    </a:moveTo>
                    <a:lnTo>
                      <a:pt x="366" y="158"/>
                    </a:lnTo>
                    <a:cubicBezTo>
                      <a:pt x="230" y="158"/>
                      <a:pt x="0" y="132"/>
                      <a:pt x="0" y="33"/>
                    </a:cubicBezTo>
                    <a:cubicBezTo>
                      <a:pt x="0" y="15"/>
                      <a:pt x="15" y="0"/>
                      <a:pt x="34" y="0"/>
                    </a:cubicBezTo>
                    <a:cubicBezTo>
                      <a:pt x="52" y="0"/>
                      <a:pt x="66" y="14"/>
                      <a:pt x="67" y="32"/>
                    </a:cubicBezTo>
                    <a:cubicBezTo>
                      <a:pt x="78" y="50"/>
                      <a:pt x="176" y="92"/>
                      <a:pt x="366" y="92"/>
                    </a:cubicBezTo>
                    <a:cubicBezTo>
                      <a:pt x="556" y="92"/>
                      <a:pt x="654" y="50"/>
                      <a:pt x="664" y="32"/>
                    </a:cubicBezTo>
                    <a:cubicBezTo>
                      <a:pt x="665" y="14"/>
                      <a:pt x="680" y="0"/>
                      <a:pt x="697" y="0"/>
                    </a:cubicBezTo>
                    <a:cubicBezTo>
                      <a:pt x="716" y="0"/>
                      <a:pt x="731" y="15"/>
                      <a:pt x="731" y="33"/>
                    </a:cubicBezTo>
                    <a:cubicBezTo>
                      <a:pt x="731" y="132"/>
                      <a:pt x="501" y="158"/>
                      <a:pt x="366" y="15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8" name="Freeform 1497"/>
              <p:cNvSpPr>
                <a:spLocks/>
              </p:cNvSpPr>
              <p:nvPr/>
            </p:nvSpPr>
            <p:spPr bwMode="auto">
              <a:xfrm>
                <a:off x="6548210" y="2846362"/>
                <a:ext cx="183314" cy="34917"/>
              </a:xfrm>
              <a:custGeom>
                <a:avLst/>
                <a:gdLst>
                  <a:gd name="T0" fmla="*/ 2147483646 w 566"/>
                  <a:gd name="T1" fmla="*/ 2147483646 h 101"/>
                  <a:gd name="T2" fmla="*/ 2147483646 w 566"/>
                  <a:gd name="T3" fmla="*/ 2147483646 h 101"/>
                  <a:gd name="T4" fmla="*/ 2147483646 w 566"/>
                  <a:gd name="T5" fmla="*/ 2147483646 h 101"/>
                  <a:gd name="T6" fmla="*/ 2147483646 w 566"/>
                  <a:gd name="T7" fmla="*/ 2147483646 h 101"/>
                  <a:gd name="T8" fmla="*/ 2147483646 w 566"/>
                  <a:gd name="T9" fmla="*/ 2147483646 h 101"/>
                  <a:gd name="T10" fmla="*/ 2147483646 w 566"/>
                  <a:gd name="T11" fmla="*/ 2147483646 h 101"/>
                  <a:gd name="T12" fmla="*/ 2147483646 w 566"/>
                  <a:gd name="T13" fmla="*/ 2147483646 h 101"/>
                  <a:gd name="T14" fmla="*/ 2147483646 w 566"/>
                  <a:gd name="T15" fmla="*/ 2147483646 h 101"/>
                  <a:gd name="T16" fmla="*/ 2147483646 w 566"/>
                  <a:gd name="T17" fmla="*/ 2147483646 h 101"/>
                  <a:gd name="T18" fmla="*/ 2147483646 w 566"/>
                  <a:gd name="T19" fmla="*/ 2147483646 h 10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6" h="101">
                    <a:moveTo>
                      <a:pt x="286" y="101"/>
                    </a:moveTo>
                    <a:lnTo>
                      <a:pt x="286" y="101"/>
                    </a:lnTo>
                    <a:cubicBezTo>
                      <a:pt x="172" y="101"/>
                      <a:pt x="69" y="83"/>
                      <a:pt x="17" y="53"/>
                    </a:cubicBezTo>
                    <a:cubicBezTo>
                      <a:pt x="4" y="46"/>
                      <a:pt x="0" y="30"/>
                      <a:pt x="7" y="17"/>
                    </a:cubicBezTo>
                    <a:cubicBezTo>
                      <a:pt x="15" y="4"/>
                      <a:pt x="31" y="0"/>
                      <a:pt x="44" y="7"/>
                    </a:cubicBezTo>
                    <a:cubicBezTo>
                      <a:pt x="87" y="31"/>
                      <a:pt x="182" y="47"/>
                      <a:pt x="286" y="47"/>
                    </a:cubicBezTo>
                    <a:cubicBezTo>
                      <a:pt x="385" y="47"/>
                      <a:pt x="478" y="32"/>
                      <a:pt x="523" y="9"/>
                    </a:cubicBezTo>
                    <a:cubicBezTo>
                      <a:pt x="536" y="2"/>
                      <a:pt x="553" y="8"/>
                      <a:pt x="559" y="21"/>
                    </a:cubicBezTo>
                    <a:cubicBezTo>
                      <a:pt x="566" y="34"/>
                      <a:pt x="561" y="50"/>
                      <a:pt x="548" y="57"/>
                    </a:cubicBezTo>
                    <a:cubicBezTo>
                      <a:pt x="494" y="84"/>
                      <a:pt x="396" y="101"/>
                      <a:pt x="286" y="10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9" name="Freeform 1498"/>
              <p:cNvSpPr>
                <a:spLocks/>
              </p:cNvSpPr>
              <p:nvPr/>
            </p:nvSpPr>
            <p:spPr bwMode="auto">
              <a:xfrm>
                <a:off x="6524932" y="2866731"/>
                <a:ext cx="20367" cy="468472"/>
              </a:xfrm>
              <a:custGeom>
                <a:avLst/>
                <a:gdLst>
                  <a:gd name="T0" fmla="*/ 2147483646 w 67"/>
                  <a:gd name="T1" fmla="*/ 2147483646 h 1466"/>
                  <a:gd name="T2" fmla="*/ 2147483646 w 67"/>
                  <a:gd name="T3" fmla="*/ 2147483646 h 1466"/>
                  <a:gd name="T4" fmla="*/ 0 w 67"/>
                  <a:gd name="T5" fmla="*/ 2147483646 h 1466"/>
                  <a:gd name="T6" fmla="*/ 0 w 67"/>
                  <a:gd name="T7" fmla="*/ 2147483646 h 1466"/>
                  <a:gd name="T8" fmla="*/ 2147483646 w 67"/>
                  <a:gd name="T9" fmla="*/ 0 h 1466"/>
                  <a:gd name="T10" fmla="*/ 2147483646 w 67"/>
                  <a:gd name="T11" fmla="*/ 2147483646 h 1466"/>
                  <a:gd name="T12" fmla="*/ 2147483646 w 67"/>
                  <a:gd name="T13" fmla="*/ 2147483646 h 1466"/>
                  <a:gd name="T14" fmla="*/ 2147483646 w 67"/>
                  <a:gd name="T15" fmla="*/ 2147483646 h 14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1466">
                    <a:moveTo>
                      <a:pt x="34" y="1466"/>
                    </a:moveTo>
                    <a:lnTo>
                      <a:pt x="34" y="1466"/>
                    </a:lnTo>
                    <a:cubicBezTo>
                      <a:pt x="15" y="1466"/>
                      <a:pt x="0" y="1452"/>
                      <a:pt x="0" y="1433"/>
                    </a:cubicBezTo>
                    <a:lnTo>
                      <a:pt x="0" y="33"/>
                    </a:lnTo>
                    <a:cubicBezTo>
                      <a:pt x="0" y="15"/>
                      <a:pt x="15" y="0"/>
                      <a:pt x="34" y="0"/>
                    </a:cubicBezTo>
                    <a:cubicBezTo>
                      <a:pt x="52" y="0"/>
                      <a:pt x="67" y="15"/>
                      <a:pt x="67" y="33"/>
                    </a:cubicBezTo>
                    <a:lnTo>
                      <a:pt x="67" y="1433"/>
                    </a:lnTo>
                    <a:cubicBezTo>
                      <a:pt x="67" y="1452"/>
                      <a:pt x="52" y="1466"/>
                      <a:pt x="34" y="146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0" name="Freeform 1499"/>
              <p:cNvSpPr>
                <a:spLocks/>
              </p:cNvSpPr>
              <p:nvPr/>
            </p:nvSpPr>
            <p:spPr bwMode="auto">
              <a:xfrm>
                <a:off x="6737343" y="3230450"/>
                <a:ext cx="20367" cy="104751"/>
              </a:xfrm>
              <a:custGeom>
                <a:avLst/>
                <a:gdLst>
                  <a:gd name="T0" fmla="*/ 2147483646 w 67"/>
                  <a:gd name="T1" fmla="*/ 2147483646 h 326"/>
                  <a:gd name="T2" fmla="*/ 2147483646 w 67"/>
                  <a:gd name="T3" fmla="*/ 2147483646 h 326"/>
                  <a:gd name="T4" fmla="*/ 0 w 67"/>
                  <a:gd name="T5" fmla="*/ 2147483646 h 326"/>
                  <a:gd name="T6" fmla="*/ 0 w 67"/>
                  <a:gd name="T7" fmla="*/ 2147483646 h 326"/>
                  <a:gd name="T8" fmla="*/ 2147483646 w 67"/>
                  <a:gd name="T9" fmla="*/ 0 h 326"/>
                  <a:gd name="T10" fmla="*/ 2147483646 w 67"/>
                  <a:gd name="T11" fmla="*/ 2147483646 h 326"/>
                  <a:gd name="T12" fmla="*/ 2147483646 w 67"/>
                  <a:gd name="T13" fmla="*/ 2147483646 h 326"/>
                  <a:gd name="T14" fmla="*/ 2147483646 w 67"/>
                  <a:gd name="T15" fmla="*/ 2147483646 h 32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26">
                    <a:moveTo>
                      <a:pt x="33" y="326"/>
                    </a:moveTo>
                    <a:lnTo>
                      <a:pt x="33" y="326"/>
                    </a:lnTo>
                    <a:cubicBezTo>
                      <a:pt x="15" y="326"/>
                      <a:pt x="0" y="312"/>
                      <a:pt x="0" y="293"/>
                    </a:cubicBezTo>
                    <a:lnTo>
                      <a:pt x="0" y="33"/>
                    </a:lnTo>
                    <a:cubicBezTo>
                      <a:pt x="0" y="15"/>
                      <a:pt x="15" y="0"/>
                      <a:pt x="33" y="0"/>
                    </a:cubicBezTo>
                    <a:cubicBezTo>
                      <a:pt x="52" y="0"/>
                      <a:pt x="67" y="15"/>
                      <a:pt x="67" y="33"/>
                    </a:cubicBezTo>
                    <a:lnTo>
                      <a:pt x="67" y="293"/>
                    </a:lnTo>
                    <a:cubicBezTo>
                      <a:pt x="67" y="312"/>
                      <a:pt x="52" y="326"/>
                      <a:pt x="33" y="32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1" name="Freeform 1500"/>
              <p:cNvSpPr>
                <a:spLocks/>
              </p:cNvSpPr>
              <p:nvPr/>
            </p:nvSpPr>
            <p:spPr bwMode="auto">
              <a:xfrm>
                <a:off x="6737343" y="2866731"/>
                <a:ext cx="20367" cy="399518"/>
              </a:xfrm>
              <a:custGeom>
                <a:avLst/>
                <a:gdLst>
                  <a:gd name="T0" fmla="*/ 2147483646 w 67"/>
                  <a:gd name="T1" fmla="*/ 2147483646 h 989"/>
                  <a:gd name="T2" fmla="*/ 2147483646 w 67"/>
                  <a:gd name="T3" fmla="*/ 2147483646 h 989"/>
                  <a:gd name="T4" fmla="*/ 0 w 67"/>
                  <a:gd name="T5" fmla="*/ 2147483646 h 989"/>
                  <a:gd name="T6" fmla="*/ 0 w 67"/>
                  <a:gd name="T7" fmla="*/ 2147483646 h 989"/>
                  <a:gd name="T8" fmla="*/ 2147483646 w 67"/>
                  <a:gd name="T9" fmla="*/ 0 h 989"/>
                  <a:gd name="T10" fmla="*/ 2147483646 w 67"/>
                  <a:gd name="T11" fmla="*/ 2147483646 h 989"/>
                  <a:gd name="T12" fmla="*/ 2147483646 w 67"/>
                  <a:gd name="T13" fmla="*/ 2147483646 h 989"/>
                  <a:gd name="T14" fmla="*/ 2147483646 w 67"/>
                  <a:gd name="T15" fmla="*/ 2147483646 h 9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989">
                    <a:moveTo>
                      <a:pt x="33" y="989"/>
                    </a:moveTo>
                    <a:lnTo>
                      <a:pt x="33" y="989"/>
                    </a:lnTo>
                    <a:cubicBezTo>
                      <a:pt x="15" y="989"/>
                      <a:pt x="0" y="974"/>
                      <a:pt x="0" y="956"/>
                    </a:cubicBezTo>
                    <a:lnTo>
                      <a:pt x="0" y="33"/>
                    </a:lnTo>
                    <a:cubicBezTo>
                      <a:pt x="0" y="15"/>
                      <a:pt x="15" y="0"/>
                      <a:pt x="33" y="0"/>
                    </a:cubicBezTo>
                    <a:cubicBezTo>
                      <a:pt x="52" y="0"/>
                      <a:pt x="67" y="15"/>
                      <a:pt x="67" y="33"/>
                    </a:cubicBezTo>
                    <a:lnTo>
                      <a:pt x="67" y="956"/>
                    </a:lnTo>
                    <a:cubicBezTo>
                      <a:pt x="67" y="974"/>
                      <a:pt x="52" y="989"/>
                      <a:pt x="33" y="98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2" name="Freeform 1501"/>
              <p:cNvSpPr>
                <a:spLocks/>
              </p:cNvSpPr>
              <p:nvPr/>
            </p:nvSpPr>
            <p:spPr bwMode="auto">
              <a:xfrm>
                <a:off x="6527841" y="2927835"/>
                <a:ext cx="224050" cy="4655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3" name="Freeform 1502"/>
              <p:cNvSpPr>
                <a:spLocks/>
              </p:cNvSpPr>
              <p:nvPr/>
            </p:nvSpPr>
            <p:spPr bwMode="auto">
              <a:xfrm>
                <a:off x="6527841" y="3271186"/>
                <a:ext cx="224050" cy="55286"/>
              </a:xfrm>
              <a:custGeom>
                <a:avLst/>
                <a:gdLst>
                  <a:gd name="T0" fmla="*/ 2147483646 w 703"/>
                  <a:gd name="T1" fmla="*/ 2147483646 h 169"/>
                  <a:gd name="T2" fmla="*/ 2147483646 w 703"/>
                  <a:gd name="T3" fmla="*/ 2147483646 h 169"/>
                  <a:gd name="T4" fmla="*/ 0 w 703"/>
                  <a:gd name="T5" fmla="*/ 2147483646 h 169"/>
                  <a:gd name="T6" fmla="*/ 2147483646 w 703"/>
                  <a:gd name="T7" fmla="*/ 0 h 169"/>
                  <a:gd name="T8" fmla="*/ 2147483646 w 703"/>
                  <a:gd name="T9" fmla="*/ 2147483646 h 169"/>
                  <a:gd name="T10" fmla="*/ 2147483646 w 703"/>
                  <a:gd name="T11" fmla="*/ 2147483646 h 169"/>
                  <a:gd name="T12" fmla="*/ 2147483646 w 703"/>
                  <a:gd name="T13" fmla="*/ 2147483646 h 169"/>
                  <a:gd name="T14" fmla="*/ 2147483646 w 703"/>
                  <a:gd name="T15" fmla="*/ 0 h 169"/>
                  <a:gd name="T16" fmla="*/ 2147483646 w 703"/>
                  <a:gd name="T17" fmla="*/ 2147483646 h 169"/>
                  <a:gd name="T18" fmla="*/ 2147483646 w 703"/>
                  <a:gd name="T19" fmla="*/ 2147483646 h 1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69">
                    <a:moveTo>
                      <a:pt x="352" y="169"/>
                    </a:moveTo>
                    <a:lnTo>
                      <a:pt x="352" y="169"/>
                    </a:lnTo>
                    <a:cubicBezTo>
                      <a:pt x="164" y="169"/>
                      <a:pt x="0" y="100"/>
                      <a:pt x="0" y="20"/>
                    </a:cubicBezTo>
                    <a:cubicBezTo>
                      <a:pt x="0" y="9"/>
                      <a:pt x="9" y="0"/>
                      <a:pt x="20" y="0"/>
                    </a:cubicBezTo>
                    <a:cubicBezTo>
                      <a:pt x="31" y="0"/>
                      <a:pt x="40" y="9"/>
                      <a:pt x="40" y="20"/>
                    </a:cubicBezTo>
                    <a:cubicBezTo>
                      <a:pt x="40" y="63"/>
                      <a:pt x="174" y="129"/>
                      <a:pt x="352" y="129"/>
                    </a:cubicBezTo>
                    <a:cubicBezTo>
                      <a:pt x="530" y="129"/>
                      <a:pt x="663" y="63"/>
                      <a:pt x="663" y="20"/>
                    </a:cubicBezTo>
                    <a:cubicBezTo>
                      <a:pt x="663" y="9"/>
                      <a:pt x="672" y="0"/>
                      <a:pt x="683" y="0"/>
                    </a:cubicBezTo>
                    <a:cubicBezTo>
                      <a:pt x="695" y="0"/>
                      <a:pt x="703" y="9"/>
                      <a:pt x="703" y="20"/>
                    </a:cubicBezTo>
                    <a:cubicBezTo>
                      <a:pt x="703" y="100"/>
                      <a:pt x="539" y="169"/>
                      <a:pt x="352" y="16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4" name="Freeform 1503"/>
              <p:cNvSpPr>
                <a:spLocks/>
              </p:cNvSpPr>
              <p:nvPr/>
            </p:nvSpPr>
            <p:spPr bwMode="auto">
              <a:xfrm>
                <a:off x="6524932" y="2846362"/>
                <a:ext cx="43645" cy="34917"/>
              </a:xfrm>
              <a:custGeom>
                <a:avLst/>
                <a:gdLst>
                  <a:gd name="T0" fmla="*/ 2147483646 w 134"/>
                  <a:gd name="T1" fmla="*/ 2147483646 h 108"/>
                  <a:gd name="T2" fmla="*/ 2147483646 w 134"/>
                  <a:gd name="T3" fmla="*/ 2147483646 h 108"/>
                  <a:gd name="T4" fmla="*/ 2147483646 w 134"/>
                  <a:gd name="T5" fmla="*/ 2147483646 h 108"/>
                  <a:gd name="T6" fmla="*/ 2147483646 w 134"/>
                  <a:gd name="T7" fmla="*/ 2147483646 h 108"/>
                  <a:gd name="T8" fmla="*/ 2147483646 w 134"/>
                  <a:gd name="T9" fmla="*/ 2147483646 h 108"/>
                  <a:gd name="T10" fmla="*/ 2147483646 w 134"/>
                  <a:gd name="T11" fmla="*/ 2147483646 h 108"/>
                  <a:gd name="T12" fmla="*/ 2147483646 w 134"/>
                  <a:gd name="T13" fmla="*/ 2147483646 h 108"/>
                  <a:gd name="T14" fmla="*/ 2147483646 w 134"/>
                  <a:gd name="T15" fmla="*/ 2147483646 h 108"/>
                  <a:gd name="T16" fmla="*/ 2147483646 w 134"/>
                  <a:gd name="T17" fmla="*/ 2147483646 h 1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4" h="108">
                    <a:moveTo>
                      <a:pt x="30" y="108"/>
                    </a:moveTo>
                    <a:lnTo>
                      <a:pt x="30" y="108"/>
                    </a:lnTo>
                    <a:cubicBezTo>
                      <a:pt x="21" y="108"/>
                      <a:pt x="13" y="104"/>
                      <a:pt x="8" y="96"/>
                    </a:cubicBezTo>
                    <a:cubicBezTo>
                      <a:pt x="0" y="84"/>
                      <a:pt x="3" y="67"/>
                      <a:pt x="15" y="59"/>
                    </a:cubicBezTo>
                    <a:lnTo>
                      <a:pt x="89" y="8"/>
                    </a:lnTo>
                    <a:cubicBezTo>
                      <a:pt x="101" y="0"/>
                      <a:pt x="117" y="3"/>
                      <a:pt x="126" y="15"/>
                    </a:cubicBezTo>
                    <a:cubicBezTo>
                      <a:pt x="134" y="27"/>
                      <a:pt x="131" y="44"/>
                      <a:pt x="119" y="52"/>
                    </a:cubicBezTo>
                    <a:lnTo>
                      <a:pt x="45" y="103"/>
                    </a:lnTo>
                    <a:cubicBezTo>
                      <a:pt x="40" y="106"/>
                      <a:pt x="35" y="108"/>
                      <a:pt x="30" y="10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5" name="Freeform 1504"/>
              <p:cNvSpPr>
                <a:spLocks/>
              </p:cNvSpPr>
              <p:nvPr/>
            </p:nvSpPr>
            <p:spPr bwMode="auto">
              <a:xfrm>
                <a:off x="6711156" y="2849273"/>
                <a:ext cx="46556" cy="32008"/>
              </a:xfrm>
              <a:custGeom>
                <a:avLst/>
                <a:gdLst>
                  <a:gd name="T0" fmla="*/ 2147483646 w 143"/>
                  <a:gd name="T1" fmla="*/ 2147483646 h 106"/>
                  <a:gd name="T2" fmla="*/ 2147483646 w 143"/>
                  <a:gd name="T3" fmla="*/ 2147483646 h 106"/>
                  <a:gd name="T4" fmla="*/ 2147483646 w 143"/>
                  <a:gd name="T5" fmla="*/ 2147483646 h 106"/>
                  <a:gd name="T6" fmla="*/ 2147483646 w 143"/>
                  <a:gd name="T7" fmla="*/ 2147483646 h 106"/>
                  <a:gd name="T8" fmla="*/ 2147483646 w 143"/>
                  <a:gd name="T9" fmla="*/ 2147483646 h 106"/>
                  <a:gd name="T10" fmla="*/ 2147483646 w 143"/>
                  <a:gd name="T11" fmla="*/ 2147483646 h 106"/>
                  <a:gd name="T12" fmla="*/ 2147483646 w 143"/>
                  <a:gd name="T13" fmla="*/ 2147483646 h 106"/>
                  <a:gd name="T14" fmla="*/ 2147483646 w 143"/>
                  <a:gd name="T15" fmla="*/ 2147483646 h 106"/>
                  <a:gd name="T16" fmla="*/ 2147483646 w 143"/>
                  <a:gd name="T17" fmla="*/ 2147483646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43" h="106">
                    <a:moveTo>
                      <a:pt x="112" y="106"/>
                    </a:moveTo>
                    <a:lnTo>
                      <a:pt x="112" y="106"/>
                    </a:lnTo>
                    <a:cubicBezTo>
                      <a:pt x="108" y="106"/>
                      <a:pt x="103" y="105"/>
                      <a:pt x="99" y="102"/>
                    </a:cubicBezTo>
                    <a:lnTo>
                      <a:pt x="17" y="54"/>
                    </a:lnTo>
                    <a:cubicBezTo>
                      <a:pt x="4" y="46"/>
                      <a:pt x="0" y="30"/>
                      <a:pt x="8" y="17"/>
                    </a:cubicBezTo>
                    <a:cubicBezTo>
                      <a:pt x="15" y="5"/>
                      <a:pt x="31" y="0"/>
                      <a:pt x="44" y="8"/>
                    </a:cubicBezTo>
                    <a:lnTo>
                      <a:pt x="126" y="56"/>
                    </a:lnTo>
                    <a:cubicBezTo>
                      <a:pt x="139" y="64"/>
                      <a:pt x="143" y="80"/>
                      <a:pt x="135" y="93"/>
                    </a:cubicBezTo>
                    <a:cubicBezTo>
                      <a:pt x="130" y="101"/>
                      <a:pt x="122" y="106"/>
                      <a:pt x="112" y="10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6" name="Freeform 1505"/>
              <p:cNvSpPr>
                <a:spLocks/>
              </p:cNvSpPr>
              <p:nvPr/>
            </p:nvSpPr>
            <p:spPr bwMode="auto">
              <a:xfrm>
                <a:off x="6600585" y="3364298"/>
                <a:ext cx="75654" cy="87293"/>
              </a:xfrm>
              <a:custGeom>
                <a:avLst/>
                <a:gdLst>
                  <a:gd name="T0" fmla="*/ 2147483646 w 236"/>
                  <a:gd name="T1" fmla="*/ 2147483646 h 277"/>
                  <a:gd name="T2" fmla="*/ 2147483646 w 236"/>
                  <a:gd name="T3" fmla="*/ 2147483646 h 277"/>
                  <a:gd name="T4" fmla="*/ 0 w 236"/>
                  <a:gd name="T5" fmla="*/ 2147483646 h 277"/>
                  <a:gd name="T6" fmla="*/ 0 w 236"/>
                  <a:gd name="T7" fmla="*/ 2147483646 h 277"/>
                  <a:gd name="T8" fmla="*/ 2147483646 w 236"/>
                  <a:gd name="T9" fmla="*/ 2147483646 h 277"/>
                  <a:gd name="T10" fmla="*/ 2147483646 w 236"/>
                  <a:gd name="T11" fmla="*/ 2147483646 h 277"/>
                  <a:gd name="T12" fmla="*/ 2147483646 w 236"/>
                  <a:gd name="T13" fmla="*/ 2147483646 h 277"/>
                  <a:gd name="T14" fmla="*/ 2147483646 w 236"/>
                  <a:gd name="T15" fmla="*/ 2147483646 h 277"/>
                  <a:gd name="T16" fmla="*/ 2147483646 w 236"/>
                  <a:gd name="T17" fmla="*/ 2147483646 h 277"/>
                  <a:gd name="T18" fmla="*/ 2147483646 w 236"/>
                  <a:gd name="T19" fmla="*/ 0 h 277"/>
                  <a:gd name="T20" fmla="*/ 2147483646 w 236"/>
                  <a:gd name="T21" fmla="*/ 2147483646 h 277"/>
                  <a:gd name="T22" fmla="*/ 2147483646 w 236"/>
                  <a:gd name="T23" fmla="*/ 2147483646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277">
                    <a:moveTo>
                      <a:pt x="236" y="277"/>
                    </a:moveTo>
                    <a:lnTo>
                      <a:pt x="236" y="277"/>
                    </a:lnTo>
                    <a:lnTo>
                      <a:pt x="0" y="277"/>
                    </a:lnTo>
                    <a:lnTo>
                      <a:pt x="0" y="31"/>
                    </a:lnTo>
                    <a:cubicBezTo>
                      <a:pt x="0" y="20"/>
                      <a:pt x="9" y="11"/>
                      <a:pt x="20" y="11"/>
                    </a:cubicBezTo>
                    <a:cubicBezTo>
                      <a:pt x="31" y="11"/>
                      <a:pt x="40" y="20"/>
                      <a:pt x="40" y="31"/>
                    </a:cubicBezTo>
                    <a:lnTo>
                      <a:pt x="40" y="237"/>
                    </a:lnTo>
                    <a:lnTo>
                      <a:pt x="196" y="237"/>
                    </a:lnTo>
                    <a:lnTo>
                      <a:pt x="196" y="20"/>
                    </a:lnTo>
                    <a:cubicBezTo>
                      <a:pt x="196" y="9"/>
                      <a:pt x="205" y="0"/>
                      <a:pt x="216" y="0"/>
                    </a:cubicBezTo>
                    <a:cubicBezTo>
                      <a:pt x="227" y="0"/>
                      <a:pt x="236" y="9"/>
                      <a:pt x="236" y="20"/>
                    </a:cubicBezTo>
                    <a:lnTo>
                      <a:pt x="236" y="27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7" name="Freeform 1506"/>
              <p:cNvSpPr>
                <a:spLocks/>
              </p:cNvSpPr>
              <p:nvPr/>
            </p:nvSpPr>
            <p:spPr bwMode="auto">
              <a:xfrm>
                <a:off x="6600585" y="2773619"/>
                <a:ext cx="75654" cy="104751"/>
              </a:xfrm>
              <a:custGeom>
                <a:avLst/>
                <a:gdLst>
                  <a:gd name="T0" fmla="*/ 2147483646 w 236"/>
                  <a:gd name="T1" fmla="*/ 2147483646 h 322"/>
                  <a:gd name="T2" fmla="*/ 2147483646 w 236"/>
                  <a:gd name="T3" fmla="*/ 2147483646 h 322"/>
                  <a:gd name="T4" fmla="*/ 0 w 236"/>
                  <a:gd name="T5" fmla="*/ 2147483646 h 322"/>
                  <a:gd name="T6" fmla="*/ 0 w 236"/>
                  <a:gd name="T7" fmla="*/ 0 h 322"/>
                  <a:gd name="T8" fmla="*/ 2147483646 w 236"/>
                  <a:gd name="T9" fmla="*/ 0 h 322"/>
                  <a:gd name="T10" fmla="*/ 2147483646 w 236"/>
                  <a:gd name="T11" fmla="*/ 2147483646 h 322"/>
                  <a:gd name="T12" fmla="*/ 2147483646 w 236"/>
                  <a:gd name="T13" fmla="*/ 2147483646 h 322"/>
                  <a:gd name="T14" fmla="*/ 2147483646 w 236"/>
                  <a:gd name="T15" fmla="*/ 2147483646 h 322"/>
                  <a:gd name="T16" fmla="*/ 2147483646 w 236"/>
                  <a:gd name="T17" fmla="*/ 2147483646 h 322"/>
                  <a:gd name="T18" fmla="*/ 2147483646 w 236"/>
                  <a:gd name="T19" fmla="*/ 2147483646 h 322"/>
                  <a:gd name="T20" fmla="*/ 2147483646 w 236"/>
                  <a:gd name="T21" fmla="*/ 2147483646 h 322"/>
                  <a:gd name="T22" fmla="*/ 2147483646 w 236"/>
                  <a:gd name="T23" fmla="*/ 2147483646 h 3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6" h="322">
                    <a:moveTo>
                      <a:pt x="20" y="322"/>
                    </a:moveTo>
                    <a:lnTo>
                      <a:pt x="20" y="322"/>
                    </a:lnTo>
                    <a:cubicBezTo>
                      <a:pt x="9" y="322"/>
                      <a:pt x="0" y="313"/>
                      <a:pt x="0" y="302"/>
                    </a:cubicBezTo>
                    <a:lnTo>
                      <a:pt x="0" y="0"/>
                    </a:lnTo>
                    <a:lnTo>
                      <a:pt x="236" y="0"/>
                    </a:lnTo>
                    <a:lnTo>
                      <a:pt x="236" y="296"/>
                    </a:lnTo>
                    <a:cubicBezTo>
                      <a:pt x="236" y="307"/>
                      <a:pt x="227" y="316"/>
                      <a:pt x="216" y="316"/>
                    </a:cubicBezTo>
                    <a:cubicBezTo>
                      <a:pt x="205" y="316"/>
                      <a:pt x="196" y="307"/>
                      <a:pt x="196" y="296"/>
                    </a:cubicBezTo>
                    <a:lnTo>
                      <a:pt x="196" y="40"/>
                    </a:lnTo>
                    <a:lnTo>
                      <a:pt x="40" y="40"/>
                    </a:lnTo>
                    <a:lnTo>
                      <a:pt x="40" y="302"/>
                    </a:lnTo>
                    <a:cubicBezTo>
                      <a:pt x="40" y="313"/>
                      <a:pt x="31" y="322"/>
                      <a:pt x="20" y="32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78" name="Freeform 1507"/>
              <p:cNvSpPr>
                <a:spLocks/>
              </p:cNvSpPr>
              <p:nvPr/>
            </p:nvSpPr>
            <p:spPr bwMode="auto">
              <a:xfrm>
                <a:off x="6524932" y="3314833"/>
                <a:ext cx="232780" cy="66925"/>
              </a:xfrm>
              <a:custGeom>
                <a:avLst/>
                <a:gdLst>
                  <a:gd name="T0" fmla="*/ 2147483646 w 730"/>
                  <a:gd name="T1" fmla="*/ 2147483646 h 216"/>
                  <a:gd name="T2" fmla="*/ 2147483646 w 730"/>
                  <a:gd name="T3" fmla="*/ 2147483646 h 216"/>
                  <a:gd name="T4" fmla="*/ 0 w 730"/>
                  <a:gd name="T5" fmla="*/ 2147483646 h 216"/>
                  <a:gd name="T6" fmla="*/ 2147483646 w 730"/>
                  <a:gd name="T7" fmla="*/ 0 h 216"/>
                  <a:gd name="T8" fmla="*/ 2147483646 w 730"/>
                  <a:gd name="T9" fmla="*/ 2147483646 h 216"/>
                  <a:gd name="T10" fmla="*/ 2147483646 w 730"/>
                  <a:gd name="T11" fmla="*/ 2147483646 h 216"/>
                  <a:gd name="T12" fmla="*/ 2147483646 w 730"/>
                  <a:gd name="T13" fmla="*/ 2147483646 h 216"/>
                  <a:gd name="T14" fmla="*/ 2147483646 w 730"/>
                  <a:gd name="T15" fmla="*/ 0 h 216"/>
                  <a:gd name="T16" fmla="*/ 2147483646 w 730"/>
                  <a:gd name="T17" fmla="*/ 2147483646 h 216"/>
                  <a:gd name="T18" fmla="*/ 2147483646 w 730"/>
                  <a:gd name="T19" fmla="*/ 2147483646 h 2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0" h="216">
                    <a:moveTo>
                      <a:pt x="365" y="216"/>
                    </a:moveTo>
                    <a:lnTo>
                      <a:pt x="365" y="216"/>
                    </a:lnTo>
                    <a:cubicBezTo>
                      <a:pt x="150" y="216"/>
                      <a:pt x="0" y="141"/>
                      <a:pt x="0" y="33"/>
                    </a:cubicBezTo>
                    <a:cubicBezTo>
                      <a:pt x="0" y="15"/>
                      <a:pt x="15" y="0"/>
                      <a:pt x="33" y="0"/>
                    </a:cubicBezTo>
                    <a:cubicBezTo>
                      <a:pt x="52" y="0"/>
                      <a:pt x="67" y="15"/>
                      <a:pt x="67" y="33"/>
                    </a:cubicBezTo>
                    <a:cubicBezTo>
                      <a:pt x="67" y="90"/>
                      <a:pt x="178" y="150"/>
                      <a:pt x="365" y="150"/>
                    </a:cubicBezTo>
                    <a:cubicBezTo>
                      <a:pt x="552" y="150"/>
                      <a:pt x="663" y="90"/>
                      <a:pt x="663" y="33"/>
                    </a:cubicBezTo>
                    <a:cubicBezTo>
                      <a:pt x="663" y="15"/>
                      <a:pt x="678" y="0"/>
                      <a:pt x="697" y="0"/>
                    </a:cubicBezTo>
                    <a:cubicBezTo>
                      <a:pt x="715" y="0"/>
                      <a:pt x="730" y="15"/>
                      <a:pt x="730" y="33"/>
                    </a:cubicBezTo>
                    <a:cubicBezTo>
                      <a:pt x="730" y="141"/>
                      <a:pt x="580" y="216"/>
                      <a:pt x="365" y="21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sp>
          <p:nvSpPr>
            <p:cNvPr id="62" name="Freeform 1501"/>
            <p:cNvSpPr>
              <a:spLocks/>
            </p:cNvSpPr>
            <p:nvPr/>
          </p:nvSpPr>
          <p:spPr bwMode="auto">
            <a:xfrm>
              <a:off x="3425198" y="1984522"/>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3" name="Freeform 1501"/>
            <p:cNvSpPr>
              <a:spLocks/>
            </p:cNvSpPr>
            <p:nvPr/>
          </p:nvSpPr>
          <p:spPr bwMode="auto">
            <a:xfrm>
              <a:off x="3425198" y="2087144"/>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4" name="Freeform 1501"/>
            <p:cNvSpPr>
              <a:spLocks/>
            </p:cNvSpPr>
            <p:nvPr/>
          </p:nvSpPr>
          <p:spPr bwMode="auto">
            <a:xfrm>
              <a:off x="3425198" y="4504264"/>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5" name="Freeform 1501"/>
            <p:cNvSpPr>
              <a:spLocks/>
            </p:cNvSpPr>
            <p:nvPr/>
          </p:nvSpPr>
          <p:spPr bwMode="auto">
            <a:xfrm>
              <a:off x="3447650" y="4530716"/>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sp>
          <p:nvSpPr>
            <p:cNvPr id="66" name="Freeform 1501"/>
            <p:cNvSpPr>
              <a:spLocks/>
            </p:cNvSpPr>
            <p:nvPr/>
          </p:nvSpPr>
          <p:spPr bwMode="auto">
            <a:xfrm>
              <a:off x="3413975" y="4413608"/>
              <a:ext cx="1729220" cy="439646"/>
            </a:xfrm>
            <a:custGeom>
              <a:avLst/>
              <a:gdLst>
                <a:gd name="T0" fmla="*/ 2147483646 w 703"/>
                <a:gd name="T1" fmla="*/ 2147483646 h 151"/>
                <a:gd name="T2" fmla="*/ 2147483646 w 703"/>
                <a:gd name="T3" fmla="*/ 2147483646 h 151"/>
                <a:gd name="T4" fmla="*/ 0 w 703"/>
                <a:gd name="T5" fmla="*/ 2147483646 h 151"/>
                <a:gd name="T6" fmla="*/ 2147483646 w 703"/>
                <a:gd name="T7" fmla="*/ 0 h 151"/>
                <a:gd name="T8" fmla="*/ 2147483646 w 703"/>
                <a:gd name="T9" fmla="*/ 2147483646 h 151"/>
                <a:gd name="T10" fmla="*/ 2147483646 w 703"/>
                <a:gd name="T11" fmla="*/ 2147483646 h 151"/>
                <a:gd name="T12" fmla="*/ 2147483646 w 703"/>
                <a:gd name="T13" fmla="*/ 2147483646 h 151"/>
                <a:gd name="T14" fmla="*/ 2147483646 w 703"/>
                <a:gd name="T15" fmla="*/ 0 h 151"/>
                <a:gd name="T16" fmla="*/ 2147483646 w 703"/>
                <a:gd name="T17" fmla="*/ 2147483646 h 151"/>
                <a:gd name="T18" fmla="*/ 2147483646 w 703"/>
                <a:gd name="T19" fmla="*/ 2147483646 h 1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3" h="151">
                  <a:moveTo>
                    <a:pt x="352" y="151"/>
                  </a:moveTo>
                  <a:lnTo>
                    <a:pt x="352" y="151"/>
                  </a:lnTo>
                  <a:cubicBezTo>
                    <a:pt x="181" y="151"/>
                    <a:pt x="0" y="105"/>
                    <a:pt x="0" y="20"/>
                  </a:cubicBezTo>
                  <a:cubicBezTo>
                    <a:pt x="0" y="9"/>
                    <a:pt x="9" y="0"/>
                    <a:pt x="20" y="0"/>
                  </a:cubicBezTo>
                  <a:cubicBezTo>
                    <a:pt x="31" y="0"/>
                    <a:pt x="40" y="9"/>
                    <a:pt x="40" y="20"/>
                  </a:cubicBezTo>
                  <a:cubicBezTo>
                    <a:pt x="40" y="58"/>
                    <a:pt x="158" y="111"/>
                    <a:pt x="352" y="111"/>
                  </a:cubicBezTo>
                  <a:cubicBezTo>
                    <a:pt x="545" y="111"/>
                    <a:pt x="663" y="58"/>
                    <a:pt x="663" y="20"/>
                  </a:cubicBezTo>
                  <a:cubicBezTo>
                    <a:pt x="663" y="9"/>
                    <a:pt x="672" y="0"/>
                    <a:pt x="683" y="0"/>
                  </a:cubicBezTo>
                  <a:cubicBezTo>
                    <a:pt x="695" y="0"/>
                    <a:pt x="703" y="9"/>
                    <a:pt x="703" y="20"/>
                  </a:cubicBezTo>
                  <a:cubicBezTo>
                    <a:pt x="703" y="105"/>
                    <a:pt x="522" y="151"/>
                    <a:pt x="352" y="15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en-US"/>
            </a:p>
          </p:txBody>
        </p:sp>
      </p:grpSp>
      <p:sp>
        <p:nvSpPr>
          <p:cNvPr id="79" name="文本框 78"/>
          <p:cNvSpPr txBox="1"/>
          <p:nvPr/>
        </p:nvSpPr>
        <p:spPr>
          <a:xfrm>
            <a:off x="915024" y="1988840"/>
            <a:ext cx="577402" cy="230832"/>
          </a:xfrm>
          <a:prstGeom prst="rect">
            <a:avLst/>
          </a:prstGeom>
          <a:noFill/>
        </p:spPr>
        <p:txBody>
          <a:bodyPr wrap="none" rtlCol="0">
            <a:spAutoFit/>
          </a:bodyPr>
          <a:lstStyle/>
          <a:p>
            <a:r>
              <a:rPr lang="zh-CN" altLang="en-US" sz="900" b="1" dirty="0" smtClean="0">
                <a:latin typeface="微软雅黑" panose="020B0503020204020204" pitchFamily="34" charset="-122"/>
                <a:ea typeface="微软雅黑" panose="020B0503020204020204" pitchFamily="34" charset="-122"/>
              </a:rPr>
              <a:t>抱杆</a:t>
            </a:r>
            <a:r>
              <a:rPr lang="en-US" altLang="zh-CN" sz="900" b="1" dirty="0" smtClean="0">
                <a:latin typeface="微软雅黑" panose="020B0503020204020204" pitchFamily="34" charset="-122"/>
                <a:ea typeface="微软雅黑" panose="020B0503020204020204" pitchFamily="34" charset="-122"/>
              </a:rPr>
              <a:t>AP</a:t>
            </a:r>
            <a:endParaRPr lang="en-US" sz="900" b="1" dirty="0">
              <a:latin typeface="微软雅黑" panose="020B0503020204020204" pitchFamily="34" charset="-122"/>
              <a:ea typeface="微软雅黑" panose="020B0503020204020204" pitchFamily="34" charset="-122"/>
            </a:endParaRPr>
          </a:p>
        </p:txBody>
      </p:sp>
      <p:grpSp>
        <p:nvGrpSpPr>
          <p:cNvPr id="80" name="组合 79"/>
          <p:cNvGrpSpPr/>
          <p:nvPr/>
        </p:nvGrpSpPr>
        <p:grpSpPr>
          <a:xfrm>
            <a:off x="1771745" y="1231043"/>
            <a:ext cx="543967" cy="668626"/>
            <a:chOff x="3647728" y="2060848"/>
            <a:chExt cx="3456384" cy="4248470"/>
          </a:xfrm>
        </p:grpSpPr>
        <p:sp>
          <p:nvSpPr>
            <p:cNvPr id="81" name="椭圆 80"/>
            <p:cNvSpPr/>
            <p:nvPr/>
          </p:nvSpPr>
          <p:spPr>
            <a:xfrm>
              <a:off x="3647728" y="2060848"/>
              <a:ext cx="3456384" cy="3456384"/>
            </a:xfrm>
            <a:prstGeom prst="ellipse">
              <a:avLst/>
            </a:prstGeom>
            <a:solidFill>
              <a:srgbClr val="FFA21B"/>
            </a:solidFill>
            <a:ln w="76200">
              <a:solidFill>
                <a:srgbClr val="FFA2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82" name="椭圆 81"/>
            <p:cNvSpPr/>
            <p:nvPr/>
          </p:nvSpPr>
          <p:spPr>
            <a:xfrm>
              <a:off x="4021569" y="2434689"/>
              <a:ext cx="2708701" cy="2708701"/>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83" name="椭圆 82"/>
            <p:cNvSpPr/>
            <p:nvPr/>
          </p:nvSpPr>
          <p:spPr>
            <a:xfrm>
              <a:off x="4583832" y="2996952"/>
              <a:ext cx="1584176" cy="1584176"/>
            </a:xfrm>
            <a:prstGeom prst="ellipse">
              <a:avLst/>
            </a:prstGeom>
            <a:solidFill>
              <a:srgbClr val="FFA21B"/>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84" name="椭圆 83"/>
            <p:cNvSpPr/>
            <p:nvPr/>
          </p:nvSpPr>
          <p:spPr>
            <a:xfrm>
              <a:off x="5367536" y="3060576"/>
              <a:ext cx="584448" cy="584448"/>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dirty="0"/>
            </a:p>
          </p:txBody>
        </p:sp>
        <p:sp>
          <p:nvSpPr>
            <p:cNvPr id="85" name="同侧圆角矩形 84"/>
            <p:cNvSpPr/>
            <p:nvPr/>
          </p:nvSpPr>
          <p:spPr>
            <a:xfrm>
              <a:off x="3797569" y="5647444"/>
              <a:ext cx="3156696" cy="661874"/>
            </a:xfrm>
            <a:prstGeom prst="round2SameRect">
              <a:avLst>
                <a:gd name="adj1" fmla="val 50000"/>
                <a:gd name="adj2" fmla="val 0"/>
              </a:avLst>
            </a:prstGeom>
            <a:solidFill>
              <a:srgbClr val="FFA2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 name="文本框 85"/>
          <p:cNvSpPr txBox="1"/>
          <p:nvPr/>
        </p:nvSpPr>
        <p:spPr>
          <a:xfrm>
            <a:off x="1676710" y="1988840"/>
            <a:ext cx="761747"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球形</a:t>
            </a:r>
            <a:r>
              <a:rPr lang="zh-CN" altLang="en-US" sz="900" b="1" dirty="0" smtClean="0">
                <a:latin typeface="微软雅黑" panose="020B0503020204020204" pitchFamily="34" charset="-122"/>
                <a:ea typeface="微软雅黑" panose="020B0503020204020204" pitchFamily="34" charset="-122"/>
              </a:rPr>
              <a:t>摄像头</a:t>
            </a:r>
            <a:endParaRPr lang="en-US" sz="9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4853804"/>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
            <a:srgbClr val="CC9900"/>
          </a:buClr>
          <a:buSzTx/>
          <a:buFont typeface="Wingdings" pitchFamily="2" charset="2"/>
          <a:buChar char="n"/>
          <a:tabLst/>
          <a:defRPr kumimoji="0" sz="1800" b="0" i="0" u="none" strike="noStrike" cap="none" normalizeH="0" baseline="0" smtClean="0">
            <a:ln>
              <a:noFill/>
            </a:ln>
            <a:solidFill>
              <a:schemeClr val="tx1"/>
            </a:solidFill>
            <a:effectLst/>
            <a:latin typeface="Arial" charset="0"/>
            <a:ea typeface="宋体" charset="-122"/>
          </a:defRPr>
        </a:defPPr>
      </a:lstStyle>
    </a:spDef>
    <a:lnDef>
      <a:spPr bwMode="auto">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177</TotalTime>
  <Words>184</Words>
  <Application>Microsoft Office PowerPoint</Application>
  <PresentationFormat>宽屏</PresentationFormat>
  <Paragraphs>109</Paragraphs>
  <Slides>2</Slides>
  <Notes>0</Notes>
  <HiddenSlides>0</HiddenSlides>
  <MMClips>0</MMClips>
  <ScaleCrop>false</ScaleCrop>
  <HeadingPairs>
    <vt:vector size="6" baseType="variant">
      <vt:variant>
        <vt:lpstr>已用的字体</vt:lpstr>
      </vt:variant>
      <vt:variant>
        <vt:i4>13</vt:i4>
      </vt:variant>
      <vt:variant>
        <vt:lpstr>主题</vt:lpstr>
      </vt:variant>
      <vt:variant>
        <vt:i4>10</vt:i4>
      </vt:variant>
      <vt:variant>
        <vt:lpstr>幻灯片标题</vt:lpstr>
      </vt:variant>
      <vt:variant>
        <vt:i4>2</vt:i4>
      </vt:variant>
    </vt:vector>
  </HeadingPairs>
  <TitlesOfParts>
    <vt:vector size="25" baseType="lpstr">
      <vt:lpstr>MS PGothic</vt:lpstr>
      <vt:lpstr>MS PGothic</vt:lpstr>
      <vt:lpstr>黑体</vt:lpstr>
      <vt:lpstr>华文细黑</vt:lpstr>
      <vt:lpstr>宋体</vt:lpstr>
      <vt:lpstr>微软雅黑</vt:lpstr>
      <vt:lpstr>Arial</vt:lpstr>
      <vt:lpstr>Calibri</vt:lpstr>
      <vt:lpstr>Calibri Light</vt:lpstr>
      <vt:lpstr>FrutigerNext LT Bold</vt:lpstr>
      <vt:lpstr>FrutigerNext LT Medium</vt:lpstr>
      <vt:lpstr>FrutigerNext LT Regular</vt:lpstr>
      <vt:lpstr>Wingdings</vt:lpstr>
      <vt:lpstr>Blank</vt:lpstr>
      <vt:lpstr>1_主题1</vt:lpstr>
      <vt:lpstr>4_主题1</vt:lpstr>
      <vt:lpstr>5_主题1</vt:lpstr>
      <vt:lpstr>6_主题1</vt:lpstr>
      <vt:lpstr>7_主题1</vt:lpstr>
      <vt:lpstr>8_主题1</vt:lpstr>
      <vt:lpstr>9_主题1</vt:lpstr>
      <vt:lpstr>10_主题1</vt:lpstr>
      <vt:lpstr>Office 主题</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yingzhihan</dc:creator>
  <cp:lastModifiedBy>应智瀚 Y00429564</cp:lastModifiedBy>
  <cp:revision>21</cp:revision>
  <dcterms:created xsi:type="dcterms:W3CDTF">2011-12-01T07:18:24Z</dcterms:created>
  <dcterms:modified xsi:type="dcterms:W3CDTF">2018-07-31T09:25:04Z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(4)+mRI5gXQHovmfVtvGi8YEj8MNucGyGqF6+S9e0Cq/oHdRt7j1cQpCgfR2wT34wXo3ifSLdp2_x000d_
yKWO99KTItGSQ+TlzeBGJwsp349jT3IYFg4uIIAGN1Sr6+zVCJQ83zqXieIpRC0ddyp00XIe_x000d_
AGQKlhgmFM3HQOYoMc7WxtsaVOvJxMXiHg0qf/nNhokoPB4Wp9r/kNZ90e1txeJqHcJWACTu_x000d_
VqQv5ACQ2nD4EZ87NP</vt:lpwstr>
  </property>
  <property fmtid="{D5CDD505-2E9C-101B-9397-08002B2CF9AE}" pid="3" name="_ms_pID_7253431">
    <vt:lpwstr>px3Ik0ZLGzfQzcCJsqyA3kvMOARvCMBL8Dhd75pjtmUV1aC6+8Ocxe_x000d_
bTa5I8Vdm6Kj28DsD6+YWqoh2lvpINNVtub7jghbMZ2e2pMxL4FAIVSA3xq1LicoEfUbh+E3_x000d_
+mvpI/wSYvDz2t8u1JHubKvNV7JNQUiW7iXzGhZb8OEDRGzgpz/C2sKYFd3zk/zuyM8TKKtY_x000d_
I+kyilpsAB3ZpR2buezpdf7vRdHbktFqV01V</vt:lpwstr>
  </property>
  <property fmtid="{D5CDD505-2E9C-101B-9397-08002B2CF9AE}" pid="4" name="_ms_pID_7253432">
    <vt:lpwstr>bPscNl73h+KBMIOAsGC5BjFPwGo4c9Erl1dl_x000d_
vs9OFVH4nUw6/t2aDq73yszRyL3FPUhqCxmmmuwVQHBnVOI56+ChAskHL52OZcAKavGhiXII_x000d_
aFSH+fQOLCuyhbAuBRYHGK3Tn2LIm/L/CRUstyABzM1b5HQdNsEncFPMhWribToTFsuj6hAo_x000d_
mvmyMQyM4tgghZnUKjGMVJQFQC0Bt2gS/+gcFl+EcP/wCA/uiZjETW</vt:lpwstr>
  </property>
  <property fmtid="{D5CDD505-2E9C-101B-9397-08002B2CF9AE}" pid="5" name="_ms_pID_7253433">
    <vt:lpwstr>9m</vt:lpwstr>
  </property>
  <property fmtid="{D5CDD505-2E9C-101B-9397-08002B2CF9AE}" pid="6" name="_2015_ms_pID_725343">
    <vt:lpwstr>(2)lSpibqSJYzg0PjXbg6xUVVhJ/HMOADPhtAawDBIX3ClqKUGxqnQxxDWXiql7i946REPPBrxW
f9no1DMQPQkYZbq5coVJWqkFtffjwJrm45eGgXCmPTeHzIHc8smKwxmIj/a1LD6hwTJOk3KE
PQ8OEyZGG0z0NaEA4Psqm0PnzkQBANmpTfx6w410ZnRC1q9zghxSNlh0e/rFQJOB2VwubvCr
sbuLKJqlWZMWxtz1Z7</vt:lpwstr>
  </property>
  <property fmtid="{D5CDD505-2E9C-101B-9397-08002B2CF9AE}" pid="7" name="_2015_ms_pID_7253431">
    <vt:lpwstr>o44nuhzphJZxgPOOTCY+IQOgmrykABaQGGllZaMtT80M4dEIY6pDag
Ue+U2QHedcaFXREdsFpBaK+zbIt4Pjy3nFLzlwpcpF5yPPCCJS6LAhPRYJNd4kAAymuMXdCi
wSzvw2bOk2sQXEgsIoywdHvhzjDUBO7lQWcZFMuM3m6Ji4vnDH8afHuZgkqnHUvZcqA=</vt:lpwstr>
  </property>
  <property fmtid="{D5CDD505-2E9C-101B-9397-08002B2CF9AE}" pid="8" name="_readonly">
    <vt:lpwstr/>
  </property>
  <property fmtid="{D5CDD505-2E9C-101B-9397-08002B2CF9AE}" pid="9" name="_change">
    <vt:lpwstr/>
  </property>
  <property fmtid="{D5CDD505-2E9C-101B-9397-08002B2CF9AE}" pid="10" name="_full-control">
    <vt:lpwstr/>
  </property>
  <property fmtid="{D5CDD505-2E9C-101B-9397-08002B2CF9AE}" pid="11" name="sflag">
    <vt:lpwstr>1533025487</vt:lpwstr>
  </property>
</Properties>
</file>