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theme/theme4.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5.xml" ContentType="application/vnd.openxmlformats-officedocument.theme+xml"/>
  <Override PartName="/ppt/slideLayouts/slideLayout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2" r:id="rId1"/>
    <p:sldMasterId id="2147483785" r:id="rId2"/>
    <p:sldMasterId id="2147483796" r:id="rId3"/>
    <p:sldMasterId id="2147483799" r:id="rId4"/>
    <p:sldMasterId id="2147483802" r:id="rId5"/>
    <p:sldMasterId id="2147483805" r:id="rId6"/>
    <p:sldMasterId id="2147483808" r:id="rId7"/>
    <p:sldMasterId id="2147483811" r:id="rId8"/>
    <p:sldMasterId id="2147483814" r:id="rId9"/>
    <p:sldMasterId id="2147483853" r:id="rId10"/>
  </p:sldMasterIdLst>
  <p:handoutMasterIdLst>
    <p:handoutMasterId r:id="rId13"/>
  </p:handoutMasterIdLst>
  <p:sldIdLst>
    <p:sldId id="262" r:id="rId11"/>
    <p:sldId id="263" r:id="rId12"/>
  </p:sldIdLst>
  <p:sldSz cx="12192000" cy="6858000"/>
  <p:notesSz cx="6858000" cy="9144000"/>
  <p:defaultTex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p:defaultTextStyle>
  <p:extLst>
    <p:ext uri="{EFAFB233-063F-42B5-8137-9DF3F51BA10A}">
      <p15:sldGuideLst xmlns:p15="http://schemas.microsoft.com/office/powerpoint/2012/main">
        <p15:guide id="1" orient="horz" pos="436" userDrawn="1">
          <p15:clr>
            <a:srgbClr val="A4A3A4"/>
          </p15:clr>
        </p15:guide>
        <p15:guide id="2" orient="horz" pos="618" userDrawn="1">
          <p15:clr>
            <a:srgbClr val="A4A3A4"/>
          </p15:clr>
        </p15:guide>
        <p15:guide id="3" orient="horz" pos="845" userDrawn="1">
          <p15:clr>
            <a:srgbClr val="A4A3A4"/>
          </p15:clr>
        </p15:guide>
        <p15:guide id="4" orient="horz" pos="2840" userDrawn="1">
          <p15:clr>
            <a:srgbClr val="A4A3A4"/>
          </p15:clr>
        </p15:guide>
        <p15:guide id="5" orient="horz" pos="4020" userDrawn="1">
          <p15:clr>
            <a:srgbClr val="A4A3A4"/>
          </p15:clr>
        </p15:guide>
        <p15:guide id="6" pos="7045" userDrawn="1">
          <p15:clr>
            <a:srgbClr val="A4A3A4"/>
          </p15:clr>
        </p15:guide>
        <p15:guide id="7" pos="529"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777777"/>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399" autoAdjust="0"/>
    <p:restoredTop sz="94660"/>
  </p:normalViewPr>
  <p:slideViewPr>
    <p:cSldViewPr showGuides="1">
      <p:cViewPr varScale="1">
        <p:scale>
          <a:sx n="116" d="100"/>
          <a:sy n="116" d="100"/>
        </p:scale>
        <p:origin x="120" y="144"/>
      </p:cViewPr>
      <p:guideLst>
        <p:guide orient="horz" pos="436"/>
        <p:guide orient="horz" pos="618"/>
        <p:guide orient="horz" pos="845"/>
        <p:guide orient="horz" pos="2840"/>
        <p:guide orient="horz" pos="4020"/>
        <p:guide pos="7045"/>
        <p:guide pos="529"/>
      </p:guideLst>
    </p:cSldViewPr>
  </p:slideViewPr>
  <p:notesTextViewPr>
    <p:cViewPr>
      <p:scale>
        <a:sx n="1" d="1"/>
        <a:sy n="1" d="1"/>
      </p:scale>
      <p:origin x="0" y="0"/>
    </p:cViewPr>
  </p:notesTextViewPr>
  <p:sorterViewPr>
    <p:cViewPr>
      <p:scale>
        <a:sx n="100" d="100"/>
        <a:sy n="100" d="100"/>
      </p:scale>
      <p:origin x="0" y="0"/>
    </p:cViewPr>
  </p:sorterViewPr>
  <p:notesViewPr>
    <p:cSldViewPr showGuides="1">
      <p:cViewPr varScale="1">
        <p:scale>
          <a:sx n="70" d="100"/>
          <a:sy n="70" d="100"/>
        </p:scale>
        <p:origin x="-163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handoutMaster" Target="handoutMasters/handoutMaster1.xml"/><Relationship Id="rId3" Type="http://schemas.openxmlformats.org/officeDocument/2006/relationships/slideMaster" Target="slideMasters/slideMaster3.xml"/><Relationship Id="rId7" Type="http://schemas.openxmlformats.org/officeDocument/2006/relationships/slideMaster" Target="slideMasters/slideMaster7.xml"/><Relationship Id="rId12" Type="http://schemas.openxmlformats.org/officeDocument/2006/relationships/slide" Target="slides/slide2.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1.xml"/><Relationship Id="rId5" Type="http://schemas.openxmlformats.org/officeDocument/2006/relationships/slideMaster" Target="slideMasters/slideMaster5.xml"/><Relationship Id="rId15" Type="http://schemas.openxmlformats.org/officeDocument/2006/relationships/viewProps" Target="viewProps.xml"/><Relationship Id="rId10" Type="http://schemas.openxmlformats.org/officeDocument/2006/relationships/slideMaster" Target="slideMasters/slideMaster1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733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200">
                <a:ea typeface="宋体" pitchFamily="2" charset="-122"/>
              </a:defRPr>
            </a:lvl1pPr>
          </a:lstStyle>
          <a:p>
            <a:pPr>
              <a:defRPr/>
            </a:pPr>
            <a:endParaRPr lang="zh-CN" altLang="en-US"/>
          </a:p>
        </p:txBody>
      </p:sp>
      <p:sp>
        <p:nvSpPr>
          <p:cNvPr id="227331"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200">
                <a:ea typeface="宋体" pitchFamily="2" charset="-122"/>
              </a:defRPr>
            </a:lvl1pPr>
          </a:lstStyle>
          <a:p>
            <a:pPr>
              <a:defRPr/>
            </a:pPr>
            <a:fld id="{FD6B2986-D06E-4F3C-B19C-CC0A0E2B9416}" type="datetimeFigureOut">
              <a:rPr lang="zh-CN" altLang="en-US"/>
              <a:pPr>
                <a:defRPr/>
              </a:pPr>
              <a:t>2018/7/28</a:t>
            </a:fld>
            <a:endParaRPr lang="en-US" altLang="zh-CN"/>
          </a:p>
        </p:txBody>
      </p:sp>
      <p:sp>
        <p:nvSpPr>
          <p:cNvPr id="227332"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defRPr sz="1200">
                <a:ea typeface="宋体" pitchFamily="2" charset="-122"/>
              </a:defRPr>
            </a:lvl1pPr>
          </a:lstStyle>
          <a:p>
            <a:pPr>
              <a:defRPr/>
            </a:pPr>
            <a:endParaRPr lang="en-US" altLang="zh-CN"/>
          </a:p>
        </p:txBody>
      </p:sp>
      <p:sp>
        <p:nvSpPr>
          <p:cNvPr id="227333"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defRPr sz="1200">
                <a:ea typeface="宋体" pitchFamily="2" charset="-122"/>
              </a:defRPr>
            </a:lvl1pPr>
          </a:lstStyle>
          <a:p>
            <a:pPr>
              <a:defRPr/>
            </a:pPr>
            <a:fld id="{4B569440-9C1A-4A13-B530-46C3A9E17375}" type="slidenum">
              <a:rPr lang="zh-CN" altLang="en-US"/>
              <a:pPr>
                <a:defRPr/>
              </a:pPr>
              <a:t>‹#›</a:t>
            </a:fld>
            <a:endParaRPr lang="en-US" altLang="zh-CN"/>
          </a:p>
        </p:txBody>
      </p:sp>
    </p:spTree>
    <p:extLst>
      <p:ext uri="{BB962C8B-B14F-4D97-AF65-F5344CB8AC3E}">
        <p14:creationId xmlns:p14="http://schemas.microsoft.com/office/powerpoint/2010/main" val="94173920"/>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175085"/>
            <a:ext cx="7488767" cy="586957"/>
          </a:xfrm>
        </p:spPr>
        <p:txBody>
          <a:bodyPr/>
          <a:lstStyle/>
          <a:p>
            <a:r>
              <a:rPr lang="zh-CN" altLang="en-US" smtClean="0"/>
              <a:t>单击此处编辑母版标题样式</a:t>
            </a:r>
            <a:endParaRPr lang="zh-CN" altLang="en-US" dirty="0"/>
          </a:p>
        </p:txBody>
      </p:sp>
      <p:sp>
        <p:nvSpPr>
          <p:cNvPr id="8" name="副标题 2"/>
          <p:cNvSpPr>
            <a:spLocks noGrp="1"/>
          </p:cNvSpPr>
          <p:nvPr>
            <p:ph type="subTitle" idx="11"/>
          </p:nvPr>
        </p:nvSpPr>
        <p:spPr>
          <a:xfrm>
            <a:off x="1007533" y="3068639"/>
            <a:ext cx="8534400" cy="461665"/>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dirty="0"/>
          </a:p>
        </p:txBody>
      </p:sp>
      <p:sp>
        <p:nvSpPr>
          <p:cNvPr id="4" name="Rectangle 19"/>
          <p:cNvSpPr>
            <a:spLocks noGrp="1" noChangeArrowheads="1"/>
          </p:cNvSpPr>
          <p:nvPr>
            <p:ph type="dt"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3976553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636839"/>
            <a:ext cx="7488767" cy="584775"/>
          </a:xfrm>
        </p:spPr>
        <p:txBody>
          <a:bodyPr/>
          <a:lstStyle/>
          <a:p>
            <a:r>
              <a:rPr lang="zh-CN" altLang="en-US" dirty="0" smtClean="0"/>
              <a:t>单击此处编辑母版标题样式</a:t>
            </a:r>
            <a:endParaRPr lang="zh-CN" altLang="en-US" dirty="0"/>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120738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155826"/>
            <a:ext cx="7488767" cy="584775"/>
          </a:xfrm>
        </p:spPr>
        <p:txBody>
          <a:bodyPr/>
          <a:lstStyle/>
          <a:p>
            <a:r>
              <a:rPr lang="zh-CN" altLang="en-US" smtClean="0"/>
              <a:t>单击此处编辑母版标题样式</a:t>
            </a:r>
            <a:endParaRPr lang="zh-CN" altLang="en-US" dirty="0"/>
          </a:p>
        </p:txBody>
      </p:sp>
      <p:sp>
        <p:nvSpPr>
          <p:cNvPr id="8" name="副标题 2"/>
          <p:cNvSpPr>
            <a:spLocks noGrp="1"/>
          </p:cNvSpPr>
          <p:nvPr>
            <p:ph type="subTitle" idx="11"/>
          </p:nvPr>
        </p:nvSpPr>
        <p:spPr>
          <a:xfrm>
            <a:off x="1007533" y="3068639"/>
            <a:ext cx="8534400" cy="492443"/>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dirty="0"/>
          </a:p>
        </p:txBody>
      </p:sp>
      <p:sp>
        <p:nvSpPr>
          <p:cNvPr id="4" name="Rectangle 19"/>
          <p:cNvSpPr>
            <a:spLocks noGrp="1" noChangeArrowheads="1"/>
          </p:cNvSpPr>
          <p:nvPr>
            <p:ph type="dt"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13263055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4747742"/>
            <a:ext cx="7488767" cy="584775"/>
          </a:xfrm>
        </p:spPr>
        <p:txBody>
          <a:bodyPr/>
          <a:lstStyle/>
          <a:p>
            <a:r>
              <a:rPr lang="zh-CN" altLang="en-US" dirty="0" smtClean="0"/>
              <a:t>单击此处编辑母版标题样式</a:t>
            </a:r>
            <a:endParaRPr lang="zh-CN" altLang="en-US" dirty="0"/>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1107904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155826"/>
            <a:ext cx="7488767" cy="584775"/>
          </a:xfrm>
        </p:spPr>
        <p:txBody>
          <a:bodyPr/>
          <a:lstStyle/>
          <a:p>
            <a:r>
              <a:rPr lang="zh-CN" altLang="en-US" smtClean="0"/>
              <a:t>单击此处编辑母版标题样式</a:t>
            </a:r>
            <a:endParaRPr lang="zh-CN" altLang="en-US" dirty="0"/>
          </a:p>
        </p:txBody>
      </p:sp>
      <p:sp>
        <p:nvSpPr>
          <p:cNvPr id="8" name="副标题 2"/>
          <p:cNvSpPr>
            <a:spLocks noGrp="1"/>
          </p:cNvSpPr>
          <p:nvPr>
            <p:ph type="subTitle" idx="11"/>
          </p:nvPr>
        </p:nvSpPr>
        <p:spPr>
          <a:xfrm>
            <a:off x="1007533" y="3068639"/>
            <a:ext cx="8534400" cy="492443"/>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dirty="0"/>
          </a:p>
        </p:txBody>
      </p:sp>
      <p:sp>
        <p:nvSpPr>
          <p:cNvPr id="4" name="Rectangle 19"/>
          <p:cNvSpPr>
            <a:spLocks noGrp="1" noChangeArrowheads="1"/>
          </p:cNvSpPr>
          <p:nvPr>
            <p:ph type="dt"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726593722"/>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4747742"/>
            <a:ext cx="7488767" cy="584775"/>
          </a:xfrm>
        </p:spPr>
        <p:txBody>
          <a:bodyPr/>
          <a:lstStyle/>
          <a:p>
            <a:r>
              <a:rPr lang="zh-CN" altLang="en-US" dirty="0" smtClean="0"/>
              <a:t>单击此处编辑母版标题样式</a:t>
            </a:r>
            <a:endParaRPr lang="zh-CN" altLang="en-US" dirty="0"/>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773269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4747742"/>
            <a:ext cx="7488767" cy="584775"/>
          </a:xfrm>
        </p:spPr>
        <p:txBody>
          <a:bodyPr/>
          <a:lstStyle/>
          <a:p>
            <a:r>
              <a:rPr lang="zh-CN" altLang="en-US" dirty="0" smtClean="0"/>
              <a:t>单击此处编辑母版标题样式</a:t>
            </a:r>
            <a:endParaRPr lang="zh-CN" altLang="en-US" dirty="0"/>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766407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155826"/>
            <a:ext cx="7488767" cy="584775"/>
          </a:xfrm>
        </p:spPr>
        <p:txBody>
          <a:bodyPr/>
          <a:lstStyle/>
          <a:p>
            <a:r>
              <a:rPr lang="zh-CN" altLang="en-US" smtClean="0"/>
              <a:t>单击此处编辑母版标题样式</a:t>
            </a:r>
            <a:endParaRPr lang="zh-CN" altLang="en-US" dirty="0"/>
          </a:p>
        </p:txBody>
      </p:sp>
      <p:sp>
        <p:nvSpPr>
          <p:cNvPr id="8" name="副标题 2"/>
          <p:cNvSpPr>
            <a:spLocks noGrp="1"/>
          </p:cNvSpPr>
          <p:nvPr>
            <p:ph type="subTitle" idx="11"/>
          </p:nvPr>
        </p:nvSpPr>
        <p:spPr>
          <a:xfrm>
            <a:off x="1007533" y="3068639"/>
            <a:ext cx="8534400" cy="492443"/>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dirty="0"/>
          </a:p>
        </p:txBody>
      </p:sp>
      <p:sp>
        <p:nvSpPr>
          <p:cNvPr id="4" name="Rectangle 19"/>
          <p:cNvSpPr>
            <a:spLocks noGrp="1" noChangeArrowheads="1"/>
          </p:cNvSpPr>
          <p:nvPr>
            <p:ph type="dt"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752267937"/>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4747742"/>
            <a:ext cx="7488767" cy="584775"/>
          </a:xfrm>
        </p:spPr>
        <p:txBody>
          <a:bodyPr/>
          <a:lstStyle/>
          <a:p>
            <a:r>
              <a:rPr lang="zh-CN" altLang="en-US" dirty="0" smtClean="0"/>
              <a:t>单击此处编辑母版标题样式</a:t>
            </a:r>
            <a:endParaRPr lang="zh-CN" altLang="en-US" dirty="0"/>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929823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37640327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3968464058"/>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221170965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2963556120"/>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pPr>
              <a:defRPr/>
            </a:pPr>
            <a:endParaRPr lang="en-US" altLang="zh-CN"/>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2823868624"/>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pPr>
              <a:defRPr/>
            </a:pPr>
            <a:endParaRPr lang="en-US" altLang="zh-CN"/>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2881967408"/>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zh-CN"/>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3623987859"/>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2575255328"/>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456868017"/>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884348608"/>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3351957256"/>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155826"/>
            <a:ext cx="7488767" cy="625475"/>
          </a:xfrm>
        </p:spPr>
        <p:txBody>
          <a:bodyPr/>
          <a:lstStyle/>
          <a:p>
            <a:r>
              <a:rPr lang="zh-CN" altLang="en-US" smtClean="0"/>
              <a:t>单击此处编辑母版标题样式</a:t>
            </a:r>
            <a:endParaRPr lang="zh-CN" altLang="en-US" dirty="0"/>
          </a:p>
        </p:txBody>
      </p:sp>
      <p:sp>
        <p:nvSpPr>
          <p:cNvPr id="8" name="副标题 2"/>
          <p:cNvSpPr>
            <a:spLocks noGrp="1"/>
          </p:cNvSpPr>
          <p:nvPr>
            <p:ph type="subTitle" idx="11"/>
          </p:nvPr>
        </p:nvSpPr>
        <p:spPr>
          <a:xfrm>
            <a:off x="1007533" y="3068639"/>
            <a:ext cx="8534400" cy="492443"/>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dirty="0"/>
          </a:p>
        </p:txBody>
      </p:sp>
      <p:sp>
        <p:nvSpPr>
          <p:cNvPr id="4" name="Rectangle 19"/>
          <p:cNvSpPr>
            <a:spLocks noGrp="1" noChangeArrowheads="1"/>
          </p:cNvSpPr>
          <p:nvPr>
            <p:ph type="dt"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23915838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jpe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4.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2.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6.xml"/><Relationship Id="rId1" Type="http://schemas.openxmlformats.org/officeDocument/2006/relationships/slideLayout" Target="../slideLayouts/slideLayout9.xml"/><Relationship Id="rId5" Type="http://schemas.openxmlformats.org/officeDocument/2006/relationships/image" Target="../media/image11.png"/><Relationship Id="rId4" Type="http://schemas.openxmlformats.org/officeDocument/2006/relationships/image" Target="../media/image10.jpeg"/></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theme" Target="../theme/theme10.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77"/>
          <p:cNvGrpSpPr>
            <a:grpSpLocks/>
          </p:cNvGrpSpPr>
          <p:nvPr/>
        </p:nvGrpSpPr>
        <p:grpSpPr bwMode="auto">
          <a:xfrm>
            <a:off x="12433301" y="3503614"/>
            <a:ext cx="1225551" cy="3224213"/>
            <a:chOff x="5839" y="2251"/>
            <a:chExt cx="579" cy="2031"/>
          </a:xfrm>
        </p:grpSpPr>
        <p:sp>
          <p:nvSpPr>
            <p:cNvPr id="1038" name="Rectangle 78"/>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1039" name="Group 79"/>
            <p:cNvGrpSpPr>
              <a:grpSpLocks/>
            </p:cNvGrpSpPr>
            <p:nvPr userDrawn="1"/>
          </p:nvGrpSpPr>
          <p:grpSpPr bwMode="auto">
            <a:xfrm>
              <a:off x="5893" y="2387"/>
              <a:ext cx="466" cy="115"/>
              <a:chOff x="5893" y="2387"/>
              <a:chExt cx="466" cy="115"/>
            </a:xfrm>
          </p:grpSpPr>
          <p:sp>
            <p:nvSpPr>
              <p:cNvPr id="1100" name="Rectangle 80"/>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 name="Rectangle 81"/>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2" name="Rectangle 82"/>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3" name="Rectangle 83"/>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0" name="Group 84"/>
            <p:cNvGrpSpPr>
              <a:grpSpLocks/>
            </p:cNvGrpSpPr>
            <p:nvPr userDrawn="1"/>
          </p:nvGrpSpPr>
          <p:grpSpPr bwMode="auto">
            <a:xfrm>
              <a:off x="5893" y="2523"/>
              <a:ext cx="466" cy="115"/>
              <a:chOff x="5893" y="2523"/>
              <a:chExt cx="466" cy="115"/>
            </a:xfrm>
          </p:grpSpPr>
          <p:sp>
            <p:nvSpPr>
              <p:cNvPr id="1096" name="Rectangle 85"/>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7" name="Rectangle 86"/>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8" name="Rectangle 87"/>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 name="Rectangle 88"/>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1" name="Group 89"/>
            <p:cNvGrpSpPr>
              <a:grpSpLocks/>
            </p:cNvGrpSpPr>
            <p:nvPr userDrawn="1"/>
          </p:nvGrpSpPr>
          <p:grpSpPr bwMode="auto">
            <a:xfrm>
              <a:off x="5893" y="2659"/>
              <a:ext cx="466" cy="115"/>
              <a:chOff x="5893" y="2659"/>
              <a:chExt cx="466" cy="115"/>
            </a:xfrm>
          </p:grpSpPr>
          <p:sp>
            <p:nvSpPr>
              <p:cNvPr id="1092" name="Rectangle 90"/>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3" name="Rectangle 91"/>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4" name="Rectangle 92"/>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 name="Rectangle 93"/>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2" name="Group 94"/>
            <p:cNvGrpSpPr>
              <a:grpSpLocks/>
            </p:cNvGrpSpPr>
            <p:nvPr userDrawn="1"/>
          </p:nvGrpSpPr>
          <p:grpSpPr bwMode="auto">
            <a:xfrm>
              <a:off x="5893" y="2251"/>
              <a:ext cx="466" cy="119"/>
              <a:chOff x="5893" y="2251"/>
              <a:chExt cx="466" cy="119"/>
            </a:xfrm>
          </p:grpSpPr>
          <p:sp>
            <p:nvSpPr>
              <p:cNvPr id="1088" name="Rectangle 95"/>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 name="Rectangle 96"/>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0" name="Rectangle 97"/>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1" name="Rectangle 98"/>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3" name="Group 99"/>
            <p:cNvGrpSpPr>
              <a:grpSpLocks/>
            </p:cNvGrpSpPr>
            <p:nvPr userDrawn="1"/>
          </p:nvGrpSpPr>
          <p:grpSpPr bwMode="auto">
            <a:xfrm>
              <a:off x="5893" y="2886"/>
              <a:ext cx="466" cy="115"/>
              <a:chOff x="5893" y="2886"/>
              <a:chExt cx="466" cy="115"/>
            </a:xfrm>
          </p:grpSpPr>
          <p:sp>
            <p:nvSpPr>
              <p:cNvPr id="1084" name="Rectangle 100"/>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 name="Rectangle 101"/>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 name="Rectangle 102"/>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7" name="Rectangle 103"/>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4" name="Group 104"/>
            <p:cNvGrpSpPr>
              <a:grpSpLocks/>
            </p:cNvGrpSpPr>
            <p:nvPr userDrawn="1"/>
          </p:nvGrpSpPr>
          <p:grpSpPr bwMode="auto">
            <a:xfrm>
              <a:off x="5893" y="3022"/>
              <a:ext cx="466" cy="115"/>
              <a:chOff x="5893" y="3022"/>
              <a:chExt cx="466" cy="115"/>
            </a:xfrm>
          </p:grpSpPr>
          <p:sp>
            <p:nvSpPr>
              <p:cNvPr id="1080" name="Rectangle 105"/>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1" name="Rectangle 106"/>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2" name="Rectangle 107"/>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3" name="Rectangle 108"/>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5" name="Group 109"/>
            <p:cNvGrpSpPr>
              <a:grpSpLocks/>
            </p:cNvGrpSpPr>
            <p:nvPr userDrawn="1"/>
          </p:nvGrpSpPr>
          <p:grpSpPr bwMode="auto">
            <a:xfrm>
              <a:off x="5893" y="3158"/>
              <a:ext cx="466" cy="115"/>
              <a:chOff x="5893" y="3158"/>
              <a:chExt cx="466" cy="115"/>
            </a:xfrm>
          </p:grpSpPr>
          <p:sp>
            <p:nvSpPr>
              <p:cNvPr id="1076" name="Rectangle 110"/>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7" name="Rectangle 111"/>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8" name="Rectangle 112"/>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9" name="Rectangle 113"/>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6" name="Group 114"/>
            <p:cNvGrpSpPr>
              <a:grpSpLocks/>
            </p:cNvGrpSpPr>
            <p:nvPr userDrawn="1"/>
          </p:nvGrpSpPr>
          <p:grpSpPr bwMode="auto">
            <a:xfrm>
              <a:off x="5893" y="3385"/>
              <a:ext cx="466" cy="115"/>
              <a:chOff x="5893" y="3385"/>
              <a:chExt cx="466" cy="115"/>
            </a:xfrm>
          </p:grpSpPr>
          <p:sp>
            <p:nvSpPr>
              <p:cNvPr id="1072" name="Rectangle 115"/>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3" name="Rectangle 116"/>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4" name="Rectangle 117"/>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 name="Rectangle 118"/>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7" name="Group 119"/>
            <p:cNvGrpSpPr>
              <a:grpSpLocks/>
            </p:cNvGrpSpPr>
            <p:nvPr userDrawn="1"/>
          </p:nvGrpSpPr>
          <p:grpSpPr bwMode="auto">
            <a:xfrm>
              <a:off x="5893" y="3521"/>
              <a:ext cx="466" cy="115"/>
              <a:chOff x="5893" y="3521"/>
              <a:chExt cx="466" cy="115"/>
            </a:xfrm>
          </p:grpSpPr>
          <p:sp>
            <p:nvSpPr>
              <p:cNvPr id="1068" name="Rectangle 120"/>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9" name="Rectangle 121"/>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0" name="Rectangle 122"/>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1" name="Rectangle 123"/>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8" name="Group 124"/>
            <p:cNvGrpSpPr>
              <a:grpSpLocks/>
            </p:cNvGrpSpPr>
            <p:nvPr userDrawn="1"/>
          </p:nvGrpSpPr>
          <p:grpSpPr bwMode="auto">
            <a:xfrm>
              <a:off x="5893" y="3657"/>
              <a:ext cx="466" cy="115"/>
              <a:chOff x="5893" y="3657"/>
              <a:chExt cx="466" cy="115"/>
            </a:xfrm>
          </p:grpSpPr>
          <p:sp>
            <p:nvSpPr>
              <p:cNvPr id="1064" name="Rectangle 125"/>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 name="Rectangle 126"/>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6" name="Rectangle 127"/>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7" name="Rectangle 128"/>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9" name="Group 129"/>
            <p:cNvGrpSpPr>
              <a:grpSpLocks/>
            </p:cNvGrpSpPr>
            <p:nvPr userDrawn="1"/>
          </p:nvGrpSpPr>
          <p:grpSpPr bwMode="auto">
            <a:xfrm>
              <a:off x="5893" y="3884"/>
              <a:ext cx="466" cy="115"/>
              <a:chOff x="5893" y="3884"/>
              <a:chExt cx="466" cy="115"/>
            </a:xfrm>
          </p:grpSpPr>
          <p:sp>
            <p:nvSpPr>
              <p:cNvPr id="1060" name="Rectangle 130"/>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1" name="Rectangle 131"/>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2" name="Rectangle 132"/>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3" name="Rectangle 133"/>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50" name="Group 134"/>
            <p:cNvGrpSpPr>
              <a:grpSpLocks/>
            </p:cNvGrpSpPr>
            <p:nvPr userDrawn="1"/>
          </p:nvGrpSpPr>
          <p:grpSpPr bwMode="auto">
            <a:xfrm>
              <a:off x="5893" y="4026"/>
              <a:ext cx="466" cy="115"/>
              <a:chOff x="5893" y="4026"/>
              <a:chExt cx="466" cy="115"/>
            </a:xfrm>
          </p:grpSpPr>
          <p:sp>
            <p:nvSpPr>
              <p:cNvPr id="1056" name="Rectangle 135"/>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7" name="Rectangle 136"/>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8" name="Rectangle 137"/>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9" name="Rectangle 138"/>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51" name="Group 139"/>
            <p:cNvGrpSpPr>
              <a:grpSpLocks/>
            </p:cNvGrpSpPr>
            <p:nvPr userDrawn="1"/>
          </p:nvGrpSpPr>
          <p:grpSpPr bwMode="auto">
            <a:xfrm>
              <a:off x="5893" y="4167"/>
              <a:ext cx="466" cy="115"/>
              <a:chOff x="5893" y="4167"/>
              <a:chExt cx="466" cy="115"/>
            </a:xfrm>
          </p:grpSpPr>
          <p:sp>
            <p:nvSpPr>
              <p:cNvPr id="1052" name="Rectangle 140"/>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3" name="Rectangle 141"/>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 name="Rectangle 142"/>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 name="Rectangle 143"/>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027" name="Rectangle 144"/>
          <p:cNvSpPr>
            <a:spLocks noChangeArrowheads="1"/>
          </p:cNvSpPr>
          <p:nvPr/>
        </p:nvSpPr>
        <p:spPr bwMode="auto">
          <a:xfrm>
            <a:off x="12335934" y="1333500"/>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ea typeface="黑体" pitchFamily="49" charset="-122"/>
              </a:rPr>
              <a:t>配色参考方案：</a:t>
            </a:r>
          </a:p>
          <a:p>
            <a:pPr>
              <a:lnSpc>
                <a:spcPct val="120000"/>
              </a:lnSpc>
              <a:spcBef>
                <a:spcPct val="20000"/>
              </a:spcBef>
            </a:pPr>
            <a:r>
              <a:rPr lang="zh-CN" altLang="en-US" sz="1100">
                <a:solidFill>
                  <a:srgbClr val="FFFFFF"/>
                </a:solidFill>
                <a:latin typeface="Arial" pitchFamily="34" charset="0"/>
                <a:ea typeface="黑体" pitchFamily="49" charset="-122"/>
              </a:rPr>
              <a:t>建议同一页面内不超过四种颜色，以下是</a:t>
            </a:r>
            <a:r>
              <a:rPr lang="en-US" altLang="zh-CN" sz="1100">
                <a:solidFill>
                  <a:srgbClr val="FFFFFF"/>
                </a:solidFill>
                <a:latin typeface="Arial" pitchFamily="34" charset="0"/>
                <a:ea typeface="黑体" pitchFamily="49" charset="-122"/>
              </a:rPr>
              <a:t>13</a:t>
            </a:r>
            <a:r>
              <a:rPr lang="zh-CN" altLang="en-US" sz="1100">
                <a:solidFill>
                  <a:srgbClr val="FFFFFF"/>
                </a:solidFill>
                <a:latin typeface="Arial" pitchFamily="34" charset="0"/>
                <a:ea typeface="黑体" pitchFamily="49" charset="-122"/>
              </a:rPr>
              <a:t>组配色方案，同一页面内只选择一组使用。（仅供参考）</a:t>
            </a:r>
          </a:p>
        </p:txBody>
      </p:sp>
      <p:sp>
        <p:nvSpPr>
          <p:cNvPr id="1028" name="Rectangle 145"/>
          <p:cNvSpPr>
            <a:spLocks noChangeArrowheads="1"/>
          </p:cNvSpPr>
          <p:nvPr/>
        </p:nvSpPr>
        <p:spPr bwMode="auto">
          <a:xfrm>
            <a:off x="12335934" y="1"/>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ea typeface="黑体" pitchFamily="49" charset="-122"/>
              </a:rPr>
              <a:t>客户或者合作伙伴的标志放在右上角</a:t>
            </a:r>
            <a:r>
              <a:rPr lang="en-US" altLang="zh-CN" sz="1100">
                <a:solidFill>
                  <a:srgbClr val="FFFFFF"/>
                </a:solidFill>
                <a:latin typeface="Arial" pitchFamily="34" charset="0"/>
                <a:ea typeface="黑体" pitchFamily="49" charset="-122"/>
              </a:rPr>
              <a:t>.</a:t>
            </a:r>
            <a:endParaRPr lang="zh-CN" altLang="en-US" sz="1100">
              <a:solidFill>
                <a:srgbClr val="FFFFFF"/>
              </a:solidFill>
              <a:latin typeface="Arial" pitchFamily="34" charset="0"/>
              <a:ea typeface="黑体" pitchFamily="49" charset="-122"/>
            </a:endParaRPr>
          </a:p>
        </p:txBody>
      </p:sp>
      <p:pic>
        <p:nvPicPr>
          <p:cNvPr id="1029" name="Picture 146" descr="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0" y="973138"/>
            <a:ext cx="121920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3" name="Text Box 7"/>
          <p:cNvSpPr txBox="1">
            <a:spLocks noChangeArrowheads="1"/>
          </p:cNvSpPr>
          <p:nvPr/>
        </p:nvSpPr>
        <p:spPr bwMode="auto">
          <a:xfrm>
            <a:off x="9639300" y="4011613"/>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sp>
        <p:nvSpPr>
          <p:cNvPr id="1031" name="Rectangle 2"/>
          <p:cNvSpPr>
            <a:spLocks noGrp="1" noChangeArrowheads="1"/>
          </p:cNvSpPr>
          <p:nvPr>
            <p:ph type="title"/>
          </p:nvPr>
        </p:nvSpPr>
        <p:spPr bwMode="auto">
          <a:xfrm>
            <a:off x="1007534" y="2174292"/>
            <a:ext cx="7488767" cy="586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6800" rIns="91440" bIns="46800" numCol="1" anchor="ctr" anchorCtr="0" compatLnSpc="1">
            <a:prstTxWarp prst="textNoShape">
              <a:avLst/>
            </a:prstTxWarp>
            <a:spAutoFit/>
          </a:bodyPr>
          <a:lstStyle/>
          <a:p>
            <a:pPr lvl="0"/>
            <a:r>
              <a:rPr lang="zh-CN" altLang="en-US" dirty="0" smtClean="0"/>
              <a:t>单击此处编辑母版标题样式</a:t>
            </a:r>
          </a:p>
        </p:txBody>
      </p:sp>
      <p:sp>
        <p:nvSpPr>
          <p:cNvPr id="1032" name="Rectangle 3"/>
          <p:cNvSpPr>
            <a:spLocks noGrp="1" noChangeArrowheads="1"/>
          </p:cNvSpPr>
          <p:nvPr>
            <p:ph type="body" idx="1"/>
          </p:nvPr>
        </p:nvSpPr>
        <p:spPr bwMode="auto">
          <a:xfrm>
            <a:off x="1007533" y="3068638"/>
            <a:ext cx="710565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单击此处编辑母版文本样式</a:t>
            </a:r>
          </a:p>
        </p:txBody>
      </p:sp>
      <p:sp>
        <p:nvSpPr>
          <p:cNvPr id="1033" name="Rectangle 7"/>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gn="r">
              <a:lnSpc>
                <a:spcPct val="125000"/>
              </a:lnSpc>
              <a:spcBef>
                <a:spcPct val="20000"/>
              </a:spcBef>
            </a:pPr>
            <a:r>
              <a:rPr lang="zh-CN" altLang="en-US" sz="1100" dirty="0">
                <a:solidFill>
                  <a:srgbClr val="FFFFFF"/>
                </a:solidFill>
                <a:latin typeface="Arial" pitchFamily="34" charset="0"/>
                <a:ea typeface="黑体" pitchFamily="49" charset="-122"/>
              </a:rPr>
              <a:t>英文标题</a:t>
            </a:r>
            <a:r>
              <a:rPr lang="en-US" altLang="zh-CN" sz="1100" dirty="0">
                <a:solidFill>
                  <a:srgbClr val="FFFFFF"/>
                </a:solidFill>
                <a:latin typeface="Arial" pitchFamily="34" charset="0"/>
                <a:ea typeface="黑体" pitchFamily="49" charset="-122"/>
              </a:rPr>
              <a:t>:32-35pt  </a:t>
            </a:r>
            <a:endParaRPr lang="zh-CN" altLang="en-US"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颜色</a:t>
            </a:r>
            <a:r>
              <a:rPr lang="en-US" altLang="zh-CN" sz="1100" dirty="0">
                <a:solidFill>
                  <a:srgbClr val="FFFFFF"/>
                </a:solidFill>
                <a:latin typeface="Arial" pitchFamily="34" charset="0"/>
                <a:ea typeface="黑体" pitchFamily="49" charset="-122"/>
              </a:rPr>
              <a:t>: R153 G0 B0</a:t>
            </a:r>
          </a:p>
          <a:p>
            <a:pPr algn="r">
              <a:lnSpc>
                <a:spcPct val="125000"/>
              </a:lnSpc>
              <a:spcBef>
                <a:spcPct val="20000"/>
              </a:spcBef>
            </a:pPr>
            <a:r>
              <a:rPr lang="zh-CN" altLang="en-US" sz="1100" dirty="0">
                <a:solidFill>
                  <a:srgbClr val="FFFFFF"/>
                </a:solidFill>
                <a:latin typeface="Arial" pitchFamily="34" charset="0"/>
                <a:ea typeface="黑体" pitchFamily="49" charset="-122"/>
              </a:rPr>
              <a:t>内部使用字体 </a:t>
            </a:r>
            <a:r>
              <a:rPr lang="en-US" altLang="zh-CN" sz="1100" dirty="0">
                <a:solidFill>
                  <a:srgbClr val="FFFFFF"/>
                </a:solidFill>
                <a:latin typeface="Arial" pitchFamily="34" charset="0"/>
                <a:ea typeface="黑体" pitchFamily="49" charset="-122"/>
              </a:rPr>
              <a:t>:</a:t>
            </a:r>
          </a:p>
          <a:p>
            <a:pPr algn="r">
              <a:lnSpc>
                <a:spcPct val="125000"/>
              </a:lnSpc>
              <a:spcBef>
                <a:spcPct val="20000"/>
              </a:spcBef>
            </a:pPr>
            <a:r>
              <a:rPr lang="en-US" altLang="zh-CN" sz="1100" dirty="0" err="1">
                <a:solidFill>
                  <a:srgbClr val="FFFFFF"/>
                </a:solidFill>
                <a:latin typeface="Arial" pitchFamily="34" charset="0"/>
                <a:ea typeface="黑体" pitchFamily="49" charset="-122"/>
              </a:rPr>
              <a:t>FrutigerNext</a:t>
            </a:r>
            <a:r>
              <a:rPr lang="en-US" altLang="zh-CN" sz="1100" dirty="0">
                <a:solidFill>
                  <a:srgbClr val="FFFFFF"/>
                </a:solidFill>
                <a:latin typeface="Arial" pitchFamily="34" charset="0"/>
                <a:ea typeface="黑体" pitchFamily="49" charset="-122"/>
              </a:rPr>
              <a:t> LT Medium</a:t>
            </a:r>
          </a:p>
          <a:p>
            <a:pPr algn="r">
              <a:lnSpc>
                <a:spcPct val="125000"/>
              </a:lnSpc>
              <a:spcBef>
                <a:spcPct val="20000"/>
              </a:spcBef>
            </a:pPr>
            <a:r>
              <a:rPr lang="zh-CN" altLang="en-US" sz="1100" dirty="0">
                <a:solidFill>
                  <a:srgbClr val="FFFFFF"/>
                </a:solidFill>
                <a:latin typeface="Arial" pitchFamily="34" charset="0"/>
                <a:ea typeface="黑体" pitchFamily="49" charset="-122"/>
              </a:rPr>
              <a:t>外部使用字体 </a:t>
            </a:r>
            <a:r>
              <a:rPr lang="en-US" altLang="zh-CN" sz="1100" dirty="0">
                <a:solidFill>
                  <a:srgbClr val="FFFFFF"/>
                </a:solidFill>
                <a:latin typeface="Arial" pitchFamily="34" charset="0"/>
                <a:ea typeface="黑体" pitchFamily="49" charset="-122"/>
              </a:rPr>
              <a:t>: Arial</a:t>
            </a:r>
          </a:p>
          <a:p>
            <a:pPr algn="r">
              <a:lnSpc>
                <a:spcPct val="75000"/>
              </a:lnSpc>
              <a:spcBef>
                <a:spcPct val="20000"/>
              </a:spcBef>
            </a:pPr>
            <a:endParaRPr lang="en-US" altLang="zh-CN"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中文标题</a:t>
            </a:r>
            <a:r>
              <a:rPr lang="en-US" altLang="zh-CN" sz="1100" dirty="0">
                <a:solidFill>
                  <a:srgbClr val="FFFFFF"/>
                </a:solidFill>
                <a:latin typeface="Arial" pitchFamily="34" charset="0"/>
                <a:ea typeface="黑体" pitchFamily="49" charset="-122"/>
              </a:rPr>
              <a:t>:30-32pt  </a:t>
            </a:r>
            <a:endParaRPr lang="zh-CN" altLang="en-US"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颜色</a:t>
            </a:r>
            <a:r>
              <a:rPr lang="en-US" altLang="zh-CN" sz="1100" dirty="0">
                <a:solidFill>
                  <a:srgbClr val="FFFFFF"/>
                </a:solidFill>
                <a:latin typeface="Arial" pitchFamily="34" charset="0"/>
                <a:ea typeface="黑体" pitchFamily="49" charset="-122"/>
              </a:rPr>
              <a:t>: R153 G0 B0</a:t>
            </a:r>
          </a:p>
          <a:p>
            <a:pPr algn="r">
              <a:lnSpc>
                <a:spcPct val="125000"/>
              </a:lnSpc>
              <a:spcBef>
                <a:spcPct val="20000"/>
              </a:spcBef>
            </a:pPr>
            <a:r>
              <a:rPr lang="zh-CN" altLang="en-US" sz="1100" dirty="0">
                <a:solidFill>
                  <a:srgbClr val="FFFFFF"/>
                </a:solidFill>
                <a:latin typeface="Arial" pitchFamily="34" charset="0"/>
                <a:ea typeface="黑体" pitchFamily="49" charset="-122"/>
              </a:rPr>
              <a:t>字体</a:t>
            </a:r>
            <a:r>
              <a:rPr lang="en-US" altLang="zh-CN" sz="1100" dirty="0">
                <a:solidFill>
                  <a:srgbClr val="FFFFFF"/>
                </a:solidFill>
                <a:latin typeface="Arial" pitchFamily="34" charset="0"/>
                <a:ea typeface="黑体" pitchFamily="49" charset="-122"/>
              </a:rPr>
              <a:t>:</a:t>
            </a:r>
            <a:r>
              <a:rPr lang="zh-CN" altLang="en-US" sz="1100" dirty="0">
                <a:solidFill>
                  <a:srgbClr val="FFFFFF"/>
                </a:solidFill>
                <a:latin typeface="Arial" pitchFamily="34" charset="0"/>
                <a:ea typeface="黑体" pitchFamily="49" charset="-122"/>
              </a:rPr>
              <a:t>黑体</a:t>
            </a:r>
          </a:p>
          <a:p>
            <a:pPr algn="r">
              <a:lnSpc>
                <a:spcPct val="125000"/>
              </a:lnSpc>
              <a:spcBef>
                <a:spcPct val="20000"/>
              </a:spcBef>
            </a:pPr>
            <a:endParaRPr lang="zh-CN" altLang="en-US" sz="1100" dirty="0">
              <a:solidFill>
                <a:srgbClr val="FFFFFF"/>
              </a:solidFill>
              <a:latin typeface="Arial" pitchFamily="34" charset="0"/>
              <a:ea typeface="黑体" pitchFamily="49" charset="-122"/>
            </a:endParaRPr>
          </a:p>
          <a:p>
            <a:pPr algn="r">
              <a:lnSpc>
                <a:spcPct val="125000"/>
              </a:lnSpc>
              <a:spcBef>
                <a:spcPct val="20000"/>
              </a:spcBef>
            </a:pPr>
            <a:endParaRPr lang="zh-CN" altLang="en-US" sz="1100" dirty="0">
              <a:solidFill>
                <a:srgbClr val="FFFFFF"/>
              </a:solidFill>
              <a:latin typeface="Arial" pitchFamily="34" charset="0"/>
              <a:ea typeface="黑体" pitchFamily="49" charset="-122"/>
            </a:endParaRPr>
          </a:p>
          <a:p>
            <a:pPr algn="r">
              <a:lnSpc>
                <a:spcPct val="125000"/>
              </a:lnSpc>
              <a:spcBef>
                <a:spcPct val="20000"/>
              </a:spcBef>
            </a:pPr>
            <a:endParaRPr lang="zh-CN" altLang="en-US"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英文正文</a:t>
            </a:r>
            <a:r>
              <a:rPr lang="en-US" altLang="zh-CN" sz="1100" dirty="0">
                <a:solidFill>
                  <a:srgbClr val="FFFFFF"/>
                </a:solidFill>
                <a:latin typeface="Arial" pitchFamily="34" charset="0"/>
                <a:ea typeface="黑体" pitchFamily="49" charset="-122"/>
              </a:rPr>
              <a:t>:20-22pt</a:t>
            </a:r>
          </a:p>
          <a:p>
            <a:pPr algn="r">
              <a:lnSpc>
                <a:spcPct val="125000"/>
              </a:lnSpc>
              <a:spcBef>
                <a:spcPct val="20000"/>
              </a:spcBef>
            </a:pPr>
            <a:r>
              <a:rPr lang="zh-CN" altLang="en-US" sz="1100" dirty="0">
                <a:solidFill>
                  <a:srgbClr val="FFFFFF"/>
                </a:solidFill>
                <a:latin typeface="Arial" pitchFamily="34" charset="0"/>
                <a:ea typeface="黑体" pitchFamily="49" charset="-122"/>
              </a:rPr>
              <a:t>子目录 </a:t>
            </a:r>
            <a:r>
              <a:rPr lang="en-US" altLang="zh-CN" sz="1100" dirty="0">
                <a:solidFill>
                  <a:srgbClr val="FFFFFF"/>
                </a:solidFill>
                <a:latin typeface="Arial" pitchFamily="34" charset="0"/>
                <a:ea typeface="黑体" pitchFamily="49" charset="-122"/>
              </a:rPr>
              <a:t>(2-5</a:t>
            </a:r>
            <a:r>
              <a:rPr lang="zh-CN" altLang="en-US" sz="1100" dirty="0">
                <a:solidFill>
                  <a:srgbClr val="FFFFFF"/>
                </a:solidFill>
                <a:latin typeface="Arial" pitchFamily="34" charset="0"/>
                <a:ea typeface="黑体" pitchFamily="49" charset="-122"/>
              </a:rPr>
              <a:t>级</a:t>
            </a:r>
            <a:r>
              <a:rPr lang="en-US" altLang="zh-CN" sz="1100" dirty="0">
                <a:solidFill>
                  <a:srgbClr val="FFFFFF"/>
                </a:solidFill>
                <a:latin typeface="Arial" pitchFamily="34" charset="0"/>
                <a:ea typeface="黑体" pitchFamily="49" charset="-122"/>
              </a:rPr>
              <a:t>) :18pt  </a:t>
            </a:r>
          </a:p>
          <a:p>
            <a:pPr algn="r">
              <a:lnSpc>
                <a:spcPct val="125000"/>
              </a:lnSpc>
              <a:spcBef>
                <a:spcPct val="20000"/>
              </a:spcBef>
            </a:pPr>
            <a:r>
              <a:rPr lang="zh-CN" altLang="en-US" sz="1100" dirty="0">
                <a:solidFill>
                  <a:srgbClr val="FFFFFF"/>
                </a:solidFill>
                <a:latin typeface="Arial" pitchFamily="34" charset="0"/>
                <a:ea typeface="黑体" pitchFamily="49" charset="-122"/>
              </a:rPr>
              <a:t>颜色</a:t>
            </a:r>
            <a:r>
              <a:rPr lang="en-US" altLang="zh-CN" sz="1100" dirty="0">
                <a:solidFill>
                  <a:srgbClr val="FFFFFF"/>
                </a:solidFill>
                <a:latin typeface="Arial" pitchFamily="34" charset="0"/>
                <a:ea typeface="黑体" pitchFamily="49" charset="-122"/>
              </a:rPr>
              <a:t>:</a:t>
            </a:r>
            <a:r>
              <a:rPr lang="zh-CN" altLang="en-US" sz="1100" dirty="0">
                <a:solidFill>
                  <a:srgbClr val="FFFFFF"/>
                </a:solidFill>
                <a:latin typeface="Arial" pitchFamily="34" charset="0"/>
                <a:ea typeface="黑体" pitchFamily="49" charset="-122"/>
              </a:rPr>
              <a:t>黑色</a:t>
            </a:r>
          </a:p>
          <a:p>
            <a:pPr algn="r">
              <a:lnSpc>
                <a:spcPct val="125000"/>
              </a:lnSpc>
              <a:spcBef>
                <a:spcPct val="20000"/>
              </a:spcBef>
            </a:pPr>
            <a:r>
              <a:rPr lang="zh-CN" altLang="en-US" sz="1100" dirty="0">
                <a:solidFill>
                  <a:srgbClr val="FFFFFF"/>
                </a:solidFill>
                <a:latin typeface="Arial" pitchFamily="34" charset="0"/>
                <a:ea typeface="黑体" pitchFamily="49" charset="-122"/>
              </a:rPr>
              <a:t>内部使用字体 </a:t>
            </a:r>
            <a:r>
              <a:rPr lang="en-US" altLang="zh-CN" sz="1100" dirty="0">
                <a:solidFill>
                  <a:srgbClr val="FFFFFF"/>
                </a:solidFill>
                <a:latin typeface="Arial" pitchFamily="34" charset="0"/>
                <a:ea typeface="黑体" pitchFamily="49" charset="-122"/>
              </a:rPr>
              <a:t>:</a:t>
            </a:r>
          </a:p>
          <a:p>
            <a:pPr algn="r">
              <a:lnSpc>
                <a:spcPct val="125000"/>
              </a:lnSpc>
              <a:spcBef>
                <a:spcPct val="20000"/>
              </a:spcBef>
            </a:pPr>
            <a:r>
              <a:rPr lang="en-US" altLang="zh-CN" sz="1100" dirty="0" err="1">
                <a:solidFill>
                  <a:srgbClr val="FFFFFF"/>
                </a:solidFill>
                <a:latin typeface="Arial" pitchFamily="34" charset="0"/>
                <a:ea typeface="黑体" pitchFamily="49" charset="-122"/>
              </a:rPr>
              <a:t>FrutigerNext</a:t>
            </a:r>
            <a:r>
              <a:rPr lang="en-US" altLang="zh-CN" sz="1100" dirty="0">
                <a:solidFill>
                  <a:srgbClr val="FFFFFF"/>
                </a:solidFill>
                <a:latin typeface="Arial" pitchFamily="34" charset="0"/>
                <a:ea typeface="黑体" pitchFamily="49" charset="-122"/>
              </a:rPr>
              <a:t> LT Regular</a:t>
            </a:r>
          </a:p>
          <a:p>
            <a:pPr algn="r">
              <a:lnSpc>
                <a:spcPct val="125000"/>
              </a:lnSpc>
              <a:spcBef>
                <a:spcPct val="20000"/>
              </a:spcBef>
            </a:pPr>
            <a:r>
              <a:rPr lang="zh-CN" altLang="en-US" sz="1100" dirty="0">
                <a:solidFill>
                  <a:srgbClr val="FFFFFF"/>
                </a:solidFill>
                <a:latin typeface="Arial" pitchFamily="34" charset="0"/>
                <a:ea typeface="黑体" pitchFamily="49" charset="-122"/>
              </a:rPr>
              <a:t>外部使用字体 </a:t>
            </a:r>
            <a:r>
              <a:rPr lang="en-US" altLang="zh-CN" sz="1100" dirty="0">
                <a:solidFill>
                  <a:srgbClr val="FFFFFF"/>
                </a:solidFill>
                <a:latin typeface="Arial" pitchFamily="34" charset="0"/>
                <a:ea typeface="黑体" pitchFamily="49" charset="-122"/>
              </a:rPr>
              <a:t>: Arial</a:t>
            </a:r>
          </a:p>
          <a:p>
            <a:pPr algn="r">
              <a:lnSpc>
                <a:spcPct val="75000"/>
              </a:lnSpc>
              <a:spcBef>
                <a:spcPct val="20000"/>
              </a:spcBef>
            </a:pPr>
            <a:endParaRPr lang="en-US" altLang="zh-CN"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中文正文</a:t>
            </a:r>
            <a:r>
              <a:rPr lang="en-US" altLang="zh-CN" sz="1100" dirty="0">
                <a:solidFill>
                  <a:srgbClr val="FFFFFF"/>
                </a:solidFill>
                <a:latin typeface="Arial" pitchFamily="34" charset="0"/>
                <a:ea typeface="黑体" pitchFamily="49" charset="-122"/>
              </a:rPr>
              <a:t>:18-20pt</a:t>
            </a:r>
          </a:p>
          <a:p>
            <a:pPr algn="r">
              <a:lnSpc>
                <a:spcPct val="125000"/>
              </a:lnSpc>
              <a:spcBef>
                <a:spcPct val="20000"/>
              </a:spcBef>
            </a:pPr>
            <a:r>
              <a:rPr lang="zh-CN" altLang="en-US" sz="1100" dirty="0">
                <a:solidFill>
                  <a:srgbClr val="FFFFFF"/>
                </a:solidFill>
                <a:latin typeface="Arial" pitchFamily="34" charset="0"/>
                <a:ea typeface="黑体" pitchFamily="49" charset="-122"/>
              </a:rPr>
              <a:t>子目录</a:t>
            </a:r>
            <a:r>
              <a:rPr lang="en-US" altLang="zh-CN" sz="1100" dirty="0">
                <a:solidFill>
                  <a:srgbClr val="FFFFFF"/>
                </a:solidFill>
                <a:latin typeface="Arial" pitchFamily="34" charset="0"/>
                <a:ea typeface="黑体" pitchFamily="49" charset="-122"/>
              </a:rPr>
              <a:t>(2-5</a:t>
            </a:r>
            <a:r>
              <a:rPr lang="zh-CN" altLang="en-US" sz="1100" dirty="0">
                <a:solidFill>
                  <a:srgbClr val="FFFFFF"/>
                </a:solidFill>
                <a:latin typeface="Arial" pitchFamily="34" charset="0"/>
                <a:ea typeface="黑体" pitchFamily="49" charset="-122"/>
              </a:rPr>
              <a:t>级</a:t>
            </a:r>
            <a:r>
              <a:rPr lang="en-US" altLang="zh-CN" sz="1100" dirty="0">
                <a:solidFill>
                  <a:srgbClr val="FFFFFF"/>
                </a:solidFill>
                <a:latin typeface="Arial" pitchFamily="34" charset="0"/>
                <a:ea typeface="黑体" pitchFamily="49" charset="-122"/>
              </a:rPr>
              <a:t>):18pt </a:t>
            </a:r>
            <a:endParaRPr lang="zh-CN" altLang="en-US"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颜色</a:t>
            </a:r>
            <a:r>
              <a:rPr lang="en-US" altLang="zh-CN" sz="1100" dirty="0">
                <a:solidFill>
                  <a:srgbClr val="FFFFFF"/>
                </a:solidFill>
                <a:latin typeface="Arial" pitchFamily="34" charset="0"/>
                <a:ea typeface="黑体" pitchFamily="49" charset="-122"/>
              </a:rPr>
              <a:t>:</a:t>
            </a:r>
            <a:r>
              <a:rPr lang="zh-CN" altLang="en-US" sz="1100" dirty="0">
                <a:solidFill>
                  <a:srgbClr val="FFFFFF"/>
                </a:solidFill>
                <a:latin typeface="Arial" pitchFamily="34" charset="0"/>
                <a:ea typeface="黑体" pitchFamily="49" charset="-122"/>
              </a:rPr>
              <a:t>黑色</a:t>
            </a:r>
          </a:p>
          <a:p>
            <a:pPr algn="r">
              <a:lnSpc>
                <a:spcPct val="125000"/>
              </a:lnSpc>
              <a:spcBef>
                <a:spcPct val="20000"/>
              </a:spcBef>
            </a:pPr>
            <a:r>
              <a:rPr lang="zh-CN" altLang="en-US" sz="1100" dirty="0">
                <a:solidFill>
                  <a:srgbClr val="FFFFFF"/>
                </a:solidFill>
                <a:latin typeface="Arial" pitchFamily="34" charset="0"/>
                <a:ea typeface="黑体" pitchFamily="49" charset="-122"/>
              </a:rPr>
              <a:t>字体</a:t>
            </a:r>
            <a:r>
              <a:rPr lang="en-US" altLang="zh-CN" sz="1100" dirty="0">
                <a:solidFill>
                  <a:srgbClr val="FFFFFF"/>
                </a:solidFill>
                <a:latin typeface="Arial" pitchFamily="34" charset="0"/>
                <a:ea typeface="黑体" pitchFamily="49" charset="-122"/>
              </a:rPr>
              <a:t>:</a:t>
            </a:r>
            <a:r>
              <a:rPr lang="zh-CN" altLang="en-US" sz="1100" dirty="0">
                <a:solidFill>
                  <a:srgbClr val="FFFFFF"/>
                </a:solidFill>
                <a:latin typeface="Arial" pitchFamily="34" charset="0"/>
                <a:ea typeface="黑体" pitchFamily="49" charset="-122"/>
              </a:rPr>
              <a:t>细黑体 </a:t>
            </a:r>
            <a:endParaRPr lang="zh-CN" altLang="en-US" sz="1100" dirty="0">
              <a:solidFill>
                <a:srgbClr val="000000"/>
              </a:solidFill>
              <a:latin typeface="Arial" pitchFamily="34" charset="0"/>
              <a:ea typeface="黑体" pitchFamily="49" charset="-122"/>
            </a:endParaRPr>
          </a:p>
        </p:txBody>
      </p:sp>
      <p:sp>
        <p:nvSpPr>
          <p:cNvPr id="1036"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310" name="Rectangle 19"/>
          <p:cNvSpPr>
            <a:spLocks noGrp="1" noChangeArrowheads="1"/>
          </p:cNvSpPr>
          <p:nvPr>
            <p:ph type="dt" sz="quarter" idx="2"/>
          </p:nvPr>
        </p:nvSpPr>
        <p:spPr bwMode="auto">
          <a:xfrm>
            <a:off x="1007533" y="479426"/>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mn-lt"/>
                <a:ea typeface="+mn-ea"/>
              </a:defRPr>
            </a:lvl1pPr>
          </a:lstStyle>
          <a:p>
            <a:pPr>
              <a:defRPr/>
            </a:pPr>
            <a:endParaRPr lang="en-US" altLang="zh-CN"/>
          </a:p>
        </p:txBody>
      </p:sp>
      <p:pic>
        <p:nvPicPr>
          <p:cNvPr id="80" name="Picture 6" descr="Logo"/>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 name="Text Box 5"/>
          <p:cNvSpPr txBox="1">
            <a:spLocks noChangeArrowheads="1"/>
          </p:cNvSpPr>
          <p:nvPr/>
        </p:nvSpPr>
        <p:spPr bwMode="auto">
          <a:xfrm>
            <a:off x="1007534" y="6219825"/>
            <a:ext cx="2951770" cy="215444"/>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bIns="0">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400" dirty="0" smtClean="0">
                <a:solidFill>
                  <a:srgbClr val="000000"/>
                </a:solidFill>
                <a:latin typeface="FrutigerNext LT Bold" pitchFamily="34" charset="0"/>
                <a:ea typeface="MS PGothic" pitchFamily="34" charset="-128"/>
              </a:rPr>
              <a:t>HUAWEI TECHNOLOGIES CO., LTD.</a:t>
            </a:r>
          </a:p>
        </p:txBody>
      </p:sp>
    </p:spTree>
  </p:cSld>
  <p:clrMap bg1="lt1" tx1="dk1" bg2="lt2" tx2="dk2" accent1="accent1" accent2="accent2" accent3="accent3" accent4="accent4" accent5="accent5" accent6="accent6" hlink="hlink" folHlink="folHlink"/>
  <p:sldLayoutIdLst>
    <p:sldLayoutId id="2147483815" r:id="rId1"/>
  </p:sldLayoutIdLst>
  <p:transition advClick="0" advTm="8000">
    <p:fade thruBlk="1"/>
  </p:transition>
  <p:timing>
    <p:tnLst>
      <p:par>
        <p:cTn id="1" dur="indefinite" restart="never" nodeType="tmRoot"/>
      </p:par>
    </p:tnLst>
  </p:timing>
  <p:txStyles>
    <p:titleStyle>
      <a:lvl1pPr algn="l" rtl="0" eaLnBrk="1" fontAlgn="base" hangingPunct="1">
        <a:spcBef>
          <a:spcPct val="0"/>
        </a:spcBef>
        <a:spcAft>
          <a:spcPct val="0"/>
        </a:spcAft>
        <a:defRPr lang="zh-CN" altLang="en-US" sz="3200" b="1" dirty="0">
          <a:solidFill>
            <a:schemeClr val="bg1"/>
          </a:solidFill>
          <a:latin typeface="+mj-lt"/>
          <a:ea typeface="黑体" pitchFamily="49" charset="-122"/>
          <a:cs typeface="+mj-cs"/>
        </a:defRPr>
      </a:lvl1pPr>
      <a:lvl2pPr algn="l" rtl="0" eaLnBrk="1" fontAlgn="base" hangingPunct="1">
        <a:spcBef>
          <a:spcPct val="0"/>
        </a:spcBef>
        <a:spcAft>
          <a:spcPct val="0"/>
        </a:spcAft>
        <a:defRPr sz="3200" b="1">
          <a:solidFill>
            <a:schemeClr val="bg1"/>
          </a:solidFill>
          <a:latin typeface="黑体" pitchFamily="49" charset="-122"/>
          <a:ea typeface="黑体" pitchFamily="49" charset="-122"/>
          <a:cs typeface="宋体" charset="-122"/>
        </a:defRPr>
      </a:lvl2pPr>
      <a:lvl3pPr algn="l" rtl="0" eaLnBrk="1" fontAlgn="base" hangingPunct="1">
        <a:spcBef>
          <a:spcPct val="0"/>
        </a:spcBef>
        <a:spcAft>
          <a:spcPct val="0"/>
        </a:spcAft>
        <a:defRPr sz="3200" b="1">
          <a:solidFill>
            <a:schemeClr val="bg1"/>
          </a:solidFill>
          <a:latin typeface="黑体" pitchFamily="49" charset="-122"/>
          <a:ea typeface="黑体" pitchFamily="49" charset="-122"/>
          <a:cs typeface="宋体" charset="-122"/>
        </a:defRPr>
      </a:lvl3pPr>
      <a:lvl4pPr algn="l" rtl="0" eaLnBrk="1" fontAlgn="base" hangingPunct="1">
        <a:spcBef>
          <a:spcPct val="0"/>
        </a:spcBef>
        <a:spcAft>
          <a:spcPct val="0"/>
        </a:spcAft>
        <a:defRPr sz="3200" b="1">
          <a:solidFill>
            <a:schemeClr val="bg1"/>
          </a:solidFill>
          <a:latin typeface="黑体" pitchFamily="49" charset="-122"/>
          <a:ea typeface="黑体" pitchFamily="49" charset="-122"/>
          <a:cs typeface="宋体" charset="-122"/>
        </a:defRPr>
      </a:lvl4pPr>
      <a:lvl5pPr algn="l" rtl="0" eaLnBrk="1" fontAlgn="base" hangingPunct="1">
        <a:spcBef>
          <a:spcPct val="0"/>
        </a:spcBef>
        <a:spcAft>
          <a:spcPct val="0"/>
        </a:spcAft>
        <a:defRPr sz="3200" b="1">
          <a:solidFill>
            <a:schemeClr val="bg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1" fontAlgn="base" hangingPunct="1">
        <a:spcBef>
          <a:spcPct val="20000"/>
        </a:spcBef>
        <a:spcAft>
          <a:spcPct val="0"/>
        </a:spcAft>
        <a:buClr>
          <a:srgbClr val="990000"/>
        </a:buClr>
        <a:defRPr sz="2400" b="1">
          <a:solidFill>
            <a:schemeClr val="bg1"/>
          </a:solidFill>
          <a:latin typeface="+mn-lt"/>
          <a:ea typeface="黑体" pitchFamily="49" charset="-122"/>
          <a:cs typeface="+mn-cs"/>
        </a:defRPr>
      </a:lvl1pPr>
      <a:lvl2pPr marL="742950" indent="-285750" algn="l" rtl="0" eaLnBrk="1" fontAlgn="base" hangingPunct="1">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1" fontAlgn="base" hangingPunct="1">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1" fontAlgn="base" hangingPunct="1">
        <a:spcBef>
          <a:spcPct val="20000"/>
        </a:spcBef>
        <a:spcAft>
          <a:spcPct val="0"/>
        </a:spcAft>
        <a:buChar char="–"/>
        <a:defRPr sz="16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1" name="Picture 9" descr="封面"/>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0" y="1412875"/>
            <a:ext cx="121920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Rectangle 8"/>
          <p:cNvSpPr>
            <a:spLocks noGrp="1" noChangeArrowheads="1"/>
          </p:cNvSpPr>
          <p:nvPr>
            <p:ph type="title"/>
          </p:nvPr>
        </p:nvSpPr>
        <p:spPr bwMode="auto">
          <a:xfrm>
            <a:off x="1007534" y="2636839"/>
            <a:ext cx="739775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单击此处编辑母版标题样式</a:t>
            </a:r>
          </a:p>
        </p:txBody>
      </p:sp>
      <p:sp>
        <p:nvSpPr>
          <p:cNvPr id="2053"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81" name="Rectangle 19"/>
          <p:cNvSpPr>
            <a:spLocks noGrp="1" noChangeArrowheads="1"/>
          </p:cNvSpPr>
          <p:nvPr>
            <p:ph type="dt" sz="quarter" idx="2"/>
          </p:nvPr>
        </p:nvSpPr>
        <p:spPr bwMode="auto">
          <a:xfrm>
            <a:off x="1007533" y="479426"/>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mn-lt"/>
                <a:ea typeface="+mj-ea"/>
              </a:defRPr>
            </a:lvl1pPr>
          </a:lstStyle>
          <a:p>
            <a:pPr>
              <a:defRPr/>
            </a:pPr>
            <a:endParaRPr lang="en-US" altLang="zh-CN"/>
          </a:p>
        </p:txBody>
      </p:sp>
      <p:sp>
        <p:nvSpPr>
          <p:cNvPr id="2055" name="Rectangle 21"/>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a:lnSpc>
                <a:spcPct val="125000"/>
              </a:lnSpc>
              <a:spcBef>
                <a:spcPct val="20000"/>
              </a:spcBef>
            </a:pPr>
            <a:r>
              <a:rPr lang="zh-CN" altLang="en-US" sz="1100" dirty="0">
                <a:solidFill>
                  <a:srgbClr val="FFFFFF"/>
                </a:solidFill>
                <a:latin typeface="Arial" pitchFamily="34" charset="0"/>
              </a:rPr>
              <a:t>英文标题</a:t>
            </a:r>
            <a:r>
              <a:rPr lang="en-US" altLang="zh-CN" sz="1100" dirty="0">
                <a:solidFill>
                  <a:srgbClr val="FFFFFF"/>
                </a:solidFill>
                <a:latin typeface="Arial" pitchFamily="34" charset="0"/>
              </a:rPr>
              <a:t>:32-35pt  </a:t>
            </a:r>
            <a:endParaRPr lang="zh-CN" altLang="en-US"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颜色</a:t>
            </a:r>
            <a:r>
              <a:rPr lang="en-US" altLang="zh-CN" sz="1100" dirty="0">
                <a:solidFill>
                  <a:srgbClr val="FFFFFF"/>
                </a:solidFill>
                <a:latin typeface="Arial" pitchFamily="34" charset="0"/>
              </a:rPr>
              <a:t>: R153 G0 B0</a:t>
            </a:r>
          </a:p>
          <a:p>
            <a:pPr marL="342900" indent="-342900" algn="r">
              <a:lnSpc>
                <a:spcPct val="125000"/>
              </a:lnSpc>
              <a:spcBef>
                <a:spcPct val="20000"/>
              </a:spcBef>
            </a:pPr>
            <a:r>
              <a:rPr lang="zh-CN" altLang="en-US" sz="1100" dirty="0">
                <a:solidFill>
                  <a:srgbClr val="FFFFFF"/>
                </a:solidFill>
                <a:latin typeface="Arial" pitchFamily="34" charset="0"/>
              </a:rPr>
              <a:t>内部使用字体 </a:t>
            </a:r>
            <a:r>
              <a:rPr lang="en-US" altLang="zh-CN" sz="1100" dirty="0">
                <a:solidFill>
                  <a:srgbClr val="FFFFFF"/>
                </a:solidFill>
                <a:latin typeface="Arial" pitchFamily="34" charset="0"/>
              </a:rPr>
              <a:t>:</a:t>
            </a:r>
          </a:p>
          <a:p>
            <a:pPr marL="342900" indent="-342900" algn="r">
              <a:lnSpc>
                <a:spcPct val="125000"/>
              </a:lnSpc>
              <a:spcBef>
                <a:spcPct val="20000"/>
              </a:spcBef>
            </a:pPr>
            <a:r>
              <a:rPr lang="en-US" altLang="zh-CN" sz="1100" dirty="0" err="1">
                <a:solidFill>
                  <a:srgbClr val="FFFFFF"/>
                </a:solidFill>
                <a:latin typeface="Arial" pitchFamily="34" charset="0"/>
              </a:rPr>
              <a:t>FrutigerNext</a:t>
            </a:r>
            <a:r>
              <a:rPr lang="en-US" altLang="zh-CN" sz="1100" dirty="0">
                <a:solidFill>
                  <a:srgbClr val="FFFFFF"/>
                </a:solidFill>
                <a:latin typeface="Arial" pitchFamily="34" charset="0"/>
              </a:rPr>
              <a:t> LT Medium</a:t>
            </a:r>
          </a:p>
          <a:p>
            <a:pPr marL="342900" indent="-342900" algn="r">
              <a:lnSpc>
                <a:spcPct val="125000"/>
              </a:lnSpc>
              <a:spcBef>
                <a:spcPct val="20000"/>
              </a:spcBef>
            </a:pPr>
            <a:r>
              <a:rPr lang="zh-CN" altLang="en-US" sz="1100" dirty="0">
                <a:solidFill>
                  <a:srgbClr val="FFFFFF"/>
                </a:solidFill>
                <a:latin typeface="Arial" pitchFamily="34" charset="0"/>
              </a:rPr>
              <a:t>外部使用字体 </a:t>
            </a:r>
            <a:r>
              <a:rPr lang="en-US" altLang="zh-CN" sz="1100" dirty="0">
                <a:solidFill>
                  <a:srgbClr val="FFFFFF"/>
                </a:solidFill>
                <a:latin typeface="Arial" pitchFamily="34" charset="0"/>
              </a:rPr>
              <a:t>: Arial</a:t>
            </a:r>
          </a:p>
          <a:p>
            <a:pPr marL="342900" indent="-342900" algn="r">
              <a:lnSpc>
                <a:spcPct val="75000"/>
              </a:lnSpc>
              <a:spcBef>
                <a:spcPct val="20000"/>
              </a:spcBef>
            </a:pPr>
            <a:endParaRPr lang="en-US" altLang="zh-CN"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中文标题</a:t>
            </a:r>
            <a:r>
              <a:rPr lang="en-US" altLang="zh-CN" sz="1100" dirty="0">
                <a:solidFill>
                  <a:srgbClr val="FFFFFF"/>
                </a:solidFill>
                <a:latin typeface="Arial" pitchFamily="34" charset="0"/>
              </a:rPr>
              <a:t>:30-32pt  </a:t>
            </a:r>
            <a:endParaRPr lang="zh-CN" altLang="en-US"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颜色</a:t>
            </a:r>
            <a:r>
              <a:rPr lang="en-US" altLang="zh-CN" sz="1100" dirty="0">
                <a:solidFill>
                  <a:srgbClr val="FFFFFF"/>
                </a:solidFill>
                <a:latin typeface="Arial" pitchFamily="34" charset="0"/>
              </a:rPr>
              <a:t>: R153 G0 B0</a:t>
            </a:r>
          </a:p>
          <a:p>
            <a:pPr marL="342900" indent="-342900" algn="r">
              <a:lnSpc>
                <a:spcPct val="125000"/>
              </a:lnSpc>
              <a:spcBef>
                <a:spcPct val="20000"/>
              </a:spcBef>
            </a:pPr>
            <a:r>
              <a:rPr lang="zh-CN" altLang="en-US" sz="1100" dirty="0">
                <a:solidFill>
                  <a:srgbClr val="FFFFFF"/>
                </a:solidFill>
                <a:latin typeface="Arial" pitchFamily="34" charset="0"/>
              </a:rPr>
              <a:t>字体</a:t>
            </a:r>
            <a:r>
              <a:rPr lang="en-US" altLang="zh-CN" sz="1100" dirty="0">
                <a:solidFill>
                  <a:srgbClr val="FFFFFF"/>
                </a:solidFill>
                <a:latin typeface="Arial" pitchFamily="34" charset="0"/>
              </a:rPr>
              <a:t>:</a:t>
            </a:r>
            <a:r>
              <a:rPr lang="zh-CN" altLang="en-US" sz="1100" dirty="0">
                <a:solidFill>
                  <a:srgbClr val="FFFFFF"/>
                </a:solidFill>
                <a:latin typeface="Arial" pitchFamily="34" charset="0"/>
              </a:rPr>
              <a:t>黑体</a:t>
            </a:r>
          </a:p>
          <a:p>
            <a:pPr marL="342900" indent="-342900" algn="r">
              <a:lnSpc>
                <a:spcPct val="125000"/>
              </a:lnSpc>
              <a:spcBef>
                <a:spcPct val="20000"/>
              </a:spcBef>
            </a:pPr>
            <a:endParaRPr lang="zh-CN" altLang="en-US" sz="1100" dirty="0">
              <a:solidFill>
                <a:srgbClr val="FFFFFF"/>
              </a:solidFill>
              <a:latin typeface="Arial" pitchFamily="34" charset="0"/>
            </a:endParaRPr>
          </a:p>
          <a:p>
            <a:pPr marL="342900" indent="-342900" algn="r">
              <a:lnSpc>
                <a:spcPct val="125000"/>
              </a:lnSpc>
              <a:spcBef>
                <a:spcPct val="20000"/>
              </a:spcBef>
            </a:pPr>
            <a:endParaRPr lang="zh-CN" altLang="en-US" sz="1100" dirty="0">
              <a:solidFill>
                <a:srgbClr val="FFFFFF"/>
              </a:solidFill>
              <a:latin typeface="Arial" pitchFamily="34" charset="0"/>
            </a:endParaRPr>
          </a:p>
          <a:p>
            <a:pPr marL="342900" indent="-342900" algn="r">
              <a:lnSpc>
                <a:spcPct val="125000"/>
              </a:lnSpc>
              <a:spcBef>
                <a:spcPct val="20000"/>
              </a:spcBef>
            </a:pPr>
            <a:endParaRPr lang="zh-CN" altLang="en-US"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英文正文</a:t>
            </a:r>
            <a:r>
              <a:rPr lang="en-US" altLang="zh-CN" sz="1100" dirty="0">
                <a:solidFill>
                  <a:srgbClr val="FFFFFF"/>
                </a:solidFill>
                <a:latin typeface="Arial" pitchFamily="34" charset="0"/>
              </a:rPr>
              <a:t>:20-22pt</a:t>
            </a:r>
          </a:p>
          <a:p>
            <a:pPr marL="342900" indent="-342900" algn="r">
              <a:lnSpc>
                <a:spcPct val="125000"/>
              </a:lnSpc>
              <a:spcBef>
                <a:spcPct val="20000"/>
              </a:spcBef>
            </a:pPr>
            <a:r>
              <a:rPr lang="zh-CN" altLang="en-US" sz="1100" dirty="0">
                <a:solidFill>
                  <a:srgbClr val="FFFFFF"/>
                </a:solidFill>
                <a:latin typeface="Arial" pitchFamily="34" charset="0"/>
              </a:rPr>
              <a:t>子目录 </a:t>
            </a:r>
            <a:r>
              <a:rPr lang="en-US" altLang="zh-CN" sz="1100" dirty="0">
                <a:solidFill>
                  <a:srgbClr val="FFFFFF"/>
                </a:solidFill>
                <a:latin typeface="Arial" pitchFamily="34" charset="0"/>
              </a:rPr>
              <a:t>(2-5</a:t>
            </a:r>
            <a:r>
              <a:rPr lang="zh-CN" altLang="en-US" sz="1100" dirty="0">
                <a:solidFill>
                  <a:srgbClr val="FFFFFF"/>
                </a:solidFill>
                <a:latin typeface="Arial" pitchFamily="34" charset="0"/>
              </a:rPr>
              <a:t>级</a:t>
            </a:r>
            <a:r>
              <a:rPr lang="en-US" altLang="zh-CN" sz="1100" dirty="0">
                <a:solidFill>
                  <a:srgbClr val="FFFFFF"/>
                </a:solidFill>
                <a:latin typeface="Arial" pitchFamily="34" charset="0"/>
              </a:rPr>
              <a:t>) :18pt  </a:t>
            </a:r>
          </a:p>
          <a:p>
            <a:pPr marL="342900" indent="-342900" algn="r">
              <a:lnSpc>
                <a:spcPct val="125000"/>
              </a:lnSpc>
              <a:spcBef>
                <a:spcPct val="20000"/>
              </a:spcBef>
            </a:pPr>
            <a:r>
              <a:rPr lang="zh-CN" altLang="en-US" sz="1100" dirty="0">
                <a:solidFill>
                  <a:srgbClr val="FFFFFF"/>
                </a:solidFill>
                <a:latin typeface="Arial" pitchFamily="34" charset="0"/>
              </a:rPr>
              <a:t>颜色</a:t>
            </a:r>
            <a:r>
              <a:rPr lang="en-US" altLang="zh-CN" sz="1100" dirty="0">
                <a:solidFill>
                  <a:srgbClr val="FFFFFF"/>
                </a:solidFill>
                <a:latin typeface="Arial" pitchFamily="34" charset="0"/>
              </a:rPr>
              <a:t>:</a:t>
            </a:r>
            <a:r>
              <a:rPr lang="zh-CN" altLang="en-US" sz="1100" dirty="0">
                <a:solidFill>
                  <a:srgbClr val="FFFFFF"/>
                </a:solidFill>
                <a:latin typeface="Arial" pitchFamily="34" charset="0"/>
              </a:rPr>
              <a:t>黑色</a:t>
            </a:r>
          </a:p>
          <a:p>
            <a:pPr marL="342900" indent="-342900" algn="r">
              <a:lnSpc>
                <a:spcPct val="125000"/>
              </a:lnSpc>
              <a:spcBef>
                <a:spcPct val="20000"/>
              </a:spcBef>
            </a:pPr>
            <a:r>
              <a:rPr lang="zh-CN" altLang="en-US" sz="1100" dirty="0">
                <a:solidFill>
                  <a:srgbClr val="FFFFFF"/>
                </a:solidFill>
                <a:latin typeface="Arial" pitchFamily="34" charset="0"/>
              </a:rPr>
              <a:t>内部使用字体 </a:t>
            </a:r>
            <a:r>
              <a:rPr lang="en-US" altLang="zh-CN" sz="1100" dirty="0">
                <a:solidFill>
                  <a:srgbClr val="FFFFFF"/>
                </a:solidFill>
                <a:latin typeface="Arial" pitchFamily="34" charset="0"/>
              </a:rPr>
              <a:t>:</a:t>
            </a:r>
          </a:p>
          <a:p>
            <a:pPr marL="342900" indent="-342900" algn="r">
              <a:lnSpc>
                <a:spcPct val="125000"/>
              </a:lnSpc>
              <a:spcBef>
                <a:spcPct val="20000"/>
              </a:spcBef>
            </a:pPr>
            <a:r>
              <a:rPr lang="en-US" altLang="zh-CN" sz="1100" dirty="0" err="1">
                <a:solidFill>
                  <a:srgbClr val="FFFFFF"/>
                </a:solidFill>
                <a:latin typeface="Arial" pitchFamily="34" charset="0"/>
              </a:rPr>
              <a:t>FrutigerNext</a:t>
            </a:r>
            <a:r>
              <a:rPr lang="en-US" altLang="zh-CN" sz="1100" dirty="0">
                <a:solidFill>
                  <a:srgbClr val="FFFFFF"/>
                </a:solidFill>
                <a:latin typeface="Arial" pitchFamily="34" charset="0"/>
              </a:rPr>
              <a:t> LT Regular</a:t>
            </a:r>
          </a:p>
          <a:p>
            <a:pPr marL="342900" indent="-342900" algn="r">
              <a:lnSpc>
                <a:spcPct val="125000"/>
              </a:lnSpc>
              <a:spcBef>
                <a:spcPct val="20000"/>
              </a:spcBef>
            </a:pPr>
            <a:r>
              <a:rPr lang="zh-CN" altLang="en-US" sz="1100" dirty="0">
                <a:solidFill>
                  <a:srgbClr val="FFFFFF"/>
                </a:solidFill>
                <a:latin typeface="Arial" pitchFamily="34" charset="0"/>
              </a:rPr>
              <a:t>外部使用字体 </a:t>
            </a:r>
            <a:r>
              <a:rPr lang="en-US" altLang="zh-CN" sz="1100" dirty="0">
                <a:solidFill>
                  <a:srgbClr val="FFFFFF"/>
                </a:solidFill>
                <a:latin typeface="Arial" pitchFamily="34" charset="0"/>
              </a:rPr>
              <a:t>: Arial</a:t>
            </a:r>
          </a:p>
          <a:p>
            <a:pPr marL="342900" indent="-342900" algn="r">
              <a:lnSpc>
                <a:spcPct val="75000"/>
              </a:lnSpc>
              <a:spcBef>
                <a:spcPct val="20000"/>
              </a:spcBef>
            </a:pPr>
            <a:endParaRPr lang="en-US" altLang="zh-CN"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中文正文</a:t>
            </a:r>
            <a:r>
              <a:rPr lang="en-US" altLang="zh-CN" sz="1100" dirty="0">
                <a:solidFill>
                  <a:srgbClr val="FFFFFF"/>
                </a:solidFill>
                <a:latin typeface="Arial" pitchFamily="34" charset="0"/>
              </a:rPr>
              <a:t>:18-20pt</a:t>
            </a:r>
          </a:p>
          <a:p>
            <a:pPr marL="342900" indent="-342900" algn="r">
              <a:lnSpc>
                <a:spcPct val="125000"/>
              </a:lnSpc>
              <a:spcBef>
                <a:spcPct val="20000"/>
              </a:spcBef>
            </a:pPr>
            <a:r>
              <a:rPr lang="zh-CN" altLang="en-US" sz="1100" dirty="0">
                <a:solidFill>
                  <a:srgbClr val="FFFFFF"/>
                </a:solidFill>
                <a:latin typeface="Arial" pitchFamily="34" charset="0"/>
              </a:rPr>
              <a:t>子目录</a:t>
            </a:r>
            <a:r>
              <a:rPr lang="en-US" altLang="zh-CN" sz="1100" dirty="0">
                <a:solidFill>
                  <a:srgbClr val="FFFFFF"/>
                </a:solidFill>
                <a:latin typeface="Arial" pitchFamily="34" charset="0"/>
              </a:rPr>
              <a:t>(2-5</a:t>
            </a:r>
            <a:r>
              <a:rPr lang="zh-CN" altLang="en-US" sz="1100" dirty="0">
                <a:solidFill>
                  <a:srgbClr val="FFFFFF"/>
                </a:solidFill>
                <a:latin typeface="Arial" pitchFamily="34" charset="0"/>
              </a:rPr>
              <a:t>级</a:t>
            </a:r>
            <a:r>
              <a:rPr lang="en-US" altLang="zh-CN" sz="1100" dirty="0">
                <a:solidFill>
                  <a:srgbClr val="FFFFFF"/>
                </a:solidFill>
                <a:latin typeface="Arial" pitchFamily="34" charset="0"/>
              </a:rPr>
              <a:t>):18pt </a:t>
            </a:r>
            <a:endParaRPr lang="zh-CN" altLang="en-US"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颜色</a:t>
            </a:r>
            <a:r>
              <a:rPr lang="en-US" altLang="zh-CN" sz="1100" dirty="0">
                <a:solidFill>
                  <a:srgbClr val="FFFFFF"/>
                </a:solidFill>
                <a:latin typeface="Arial" pitchFamily="34" charset="0"/>
              </a:rPr>
              <a:t>:</a:t>
            </a:r>
            <a:r>
              <a:rPr lang="zh-CN" altLang="en-US" sz="1100" dirty="0">
                <a:solidFill>
                  <a:srgbClr val="FFFFFF"/>
                </a:solidFill>
                <a:latin typeface="Arial" pitchFamily="34" charset="0"/>
              </a:rPr>
              <a:t>黑色</a:t>
            </a:r>
          </a:p>
          <a:p>
            <a:pPr marL="342900" indent="-342900" algn="r">
              <a:lnSpc>
                <a:spcPct val="125000"/>
              </a:lnSpc>
              <a:spcBef>
                <a:spcPct val="20000"/>
              </a:spcBef>
            </a:pPr>
            <a:r>
              <a:rPr lang="zh-CN" altLang="en-US" sz="1100" dirty="0">
                <a:solidFill>
                  <a:srgbClr val="FFFFFF"/>
                </a:solidFill>
                <a:latin typeface="Arial" pitchFamily="34" charset="0"/>
              </a:rPr>
              <a:t>字体</a:t>
            </a:r>
            <a:r>
              <a:rPr lang="en-US" altLang="zh-CN" sz="1100" dirty="0">
                <a:solidFill>
                  <a:srgbClr val="FFFFFF"/>
                </a:solidFill>
                <a:latin typeface="Arial" pitchFamily="34" charset="0"/>
              </a:rPr>
              <a:t>:</a:t>
            </a:r>
            <a:r>
              <a:rPr lang="zh-CN" altLang="en-US" sz="1100" dirty="0">
                <a:solidFill>
                  <a:srgbClr val="FFFFFF"/>
                </a:solidFill>
                <a:latin typeface="Arial" pitchFamily="34" charset="0"/>
              </a:rPr>
              <a:t>细黑体 </a:t>
            </a:r>
            <a:endParaRPr lang="zh-CN" altLang="en-US" sz="1100" dirty="0">
              <a:solidFill>
                <a:srgbClr val="000000"/>
              </a:solidFill>
              <a:latin typeface="Arial" pitchFamily="34" charset="0"/>
            </a:endParaRPr>
          </a:p>
        </p:txBody>
      </p:sp>
      <p:grpSp>
        <p:nvGrpSpPr>
          <p:cNvPr id="2056" name="Group 22"/>
          <p:cNvGrpSpPr>
            <a:grpSpLocks/>
          </p:cNvGrpSpPr>
          <p:nvPr/>
        </p:nvGrpSpPr>
        <p:grpSpPr bwMode="auto">
          <a:xfrm>
            <a:off x="12433301" y="3511550"/>
            <a:ext cx="1225551" cy="3224212"/>
            <a:chOff x="5839" y="2251"/>
            <a:chExt cx="579" cy="2031"/>
          </a:xfrm>
        </p:grpSpPr>
        <p:sp>
          <p:nvSpPr>
            <p:cNvPr id="2061" name="Rectangle 23"/>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2062" name="Group 24"/>
            <p:cNvGrpSpPr>
              <a:grpSpLocks/>
            </p:cNvGrpSpPr>
            <p:nvPr userDrawn="1"/>
          </p:nvGrpSpPr>
          <p:grpSpPr bwMode="auto">
            <a:xfrm>
              <a:off x="5893" y="2387"/>
              <a:ext cx="466" cy="115"/>
              <a:chOff x="5893" y="2387"/>
              <a:chExt cx="466" cy="115"/>
            </a:xfrm>
          </p:grpSpPr>
          <p:sp>
            <p:nvSpPr>
              <p:cNvPr id="2123" name="Rectangle 25"/>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4" name="Rectangle 26"/>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5" name="Rectangle 27"/>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6" name="Rectangle 28"/>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3" name="Group 29"/>
            <p:cNvGrpSpPr>
              <a:grpSpLocks/>
            </p:cNvGrpSpPr>
            <p:nvPr userDrawn="1"/>
          </p:nvGrpSpPr>
          <p:grpSpPr bwMode="auto">
            <a:xfrm>
              <a:off x="5893" y="2523"/>
              <a:ext cx="466" cy="115"/>
              <a:chOff x="5893" y="2523"/>
              <a:chExt cx="466" cy="115"/>
            </a:xfrm>
          </p:grpSpPr>
          <p:sp>
            <p:nvSpPr>
              <p:cNvPr id="2119" name="Rectangle 30"/>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0" name="Rectangle 31"/>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1" name="Rectangle 32"/>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2" name="Rectangle 33"/>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4" name="Group 34"/>
            <p:cNvGrpSpPr>
              <a:grpSpLocks/>
            </p:cNvGrpSpPr>
            <p:nvPr userDrawn="1"/>
          </p:nvGrpSpPr>
          <p:grpSpPr bwMode="auto">
            <a:xfrm>
              <a:off x="5893" y="2659"/>
              <a:ext cx="466" cy="115"/>
              <a:chOff x="5893" y="2659"/>
              <a:chExt cx="466" cy="115"/>
            </a:xfrm>
          </p:grpSpPr>
          <p:sp>
            <p:nvSpPr>
              <p:cNvPr id="2115" name="Rectangle 35"/>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6" name="Rectangle 36"/>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7" name="Rectangle 37"/>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8" name="Rectangle 38"/>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5" name="Group 39"/>
            <p:cNvGrpSpPr>
              <a:grpSpLocks/>
            </p:cNvGrpSpPr>
            <p:nvPr userDrawn="1"/>
          </p:nvGrpSpPr>
          <p:grpSpPr bwMode="auto">
            <a:xfrm>
              <a:off x="5893" y="2251"/>
              <a:ext cx="466" cy="119"/>
              <a:chOff x="5893" y="2251"/>
              <a:chExt cx="466" cy="119"/>
            </a:xfrm>
          </p:grpSpPr>
          <p:sp>
            <p:nvSpPr>
              <p:cNvPr id="2111" name="Rectangle 40"/>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2" name="Rectangle 41"/>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3" name="Rectangle 42"/>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4" name="Rectangle 43"/>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6" name="Group 44"/>
            <p:cNvGrpSpPr>
              <a:grpSpLocks/>
            </p:cNvGrpSpPr>
            <p:nvPr userDrawn="1"/>
          </p:nvGrpSpPr>
          <p:grpSpPr bwMode="auto">
            <a:xfrm>
              <a:off x="5893" y="2886"/>
              <a:ext cx="466" cy="115"/>
              <a:chOff x="5893" y="2886"/>
              <a:chExt cx="466" cy="115"/>
            </a:xfrm>
          </p:grpSpPr>
          <p:sp>
            <p:nvSpPr>
              <p:cNvPr id="2107" name="Rectangle 45"/>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8" name="Rectangle 46"/>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9" name="Rectangle 47"/>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0" name="Rectangle 48"/>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7" name="Group 49"/>
            <p:cNvGrpSpPr>
              <a:grpSpLocks/>
            </p:cNvGrpSpPr>
            <p:nvPr userDrawn="1"/>
          </p:nvGrpSpPr>
          <p:grpSpPr bwMode="auto">
            <a:xfrm>
              <a:off x="5893" y="3022"/>
              <a:ext cx="466" cy="115"/>
              <a:chOff x="5893" y="3022"/>
              <a:chExt cx="466" cy="115"/>
            </a:xfrm>
          </p:grpSpPr>
          <p:sp>
            <p:nvSpPr>
              <p:cNvPr id="2103" name="Rectangle 50"/>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4" name="Rectangle 51"/>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5" name="Rectangle 52"/>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6" name="Rectangle 53"/>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8" name="Group 54"/>
            <p:cNvGrpSpPr>
              <a:grpSpLocks/>
            </p:cNvGrpSpPr>
            <p:nvPr userDrawn="1"/>
          </p:nvGrpSpPr>
          <p:grpSpPr bwMode="auto">
            <a:xfrm>
              <a:off x="5893" y="3158"/>
              <a:ext cx="466" cy="115"/>
              <a:chOff x="5893" y="3158"/>
              <a:chExt cx="466" cy="115"/>
            </a:xfrm>
          </p:grpSpPr>
          <p:sp>
            <p:nvSpPr>
              <p:cNvPr id="2099" name="Rectangle 55"/>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0" name="Rectangle 56"/>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1" name="Rectangle 57"/>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2" name="Rectangle 58"/>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9" name="Group 59"/>
            <p:cNvGrpSpPr>
              <a:grpSpLocks/>
            </p:cNvGrpSpPr>
            <p:nvPr userDrawn="1"/>
          </p:nvGrpSpPr>
          <p:grpSpPr bwMode="auto">
            <a:xfrm>
              <a:off x="5893" y="3385"/>
              <a:ext cx="466" cy="115"/>
              <a:chOff x="5893" y="3385"/>
              <a:chExt cx="466" cy="115"/>
            </a:xfrm>
          </p:grpSpPr>
          <p:sp>
            <p:nvSpPr>
              <p:cNvPr id="2095" name="Rectangle 60"/>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6" name="Rectangle 61"/>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7" name="Rectangle 62"/>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8" name="Rectangle 63"/>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0" name="Group 64"/>
            <p:cNvGrpSpPr>
              <a:grpSpLocks/>
            </p:cNvGrpSpPr>
            <p:nvPr userDrawn="1"/>
          </p:nvGrpSpPr>
          <p:grpSpPr bwMode="auto">
            <a:xfrm>
              <a:off x="5893" y="3521"/>
              <a:ext cx="466" cy="115"/>
              <a:chOff x="5893" y="3521"/>
              <a:chExt cx="466" cy="115"/>
            </a:xfrm>
          </p:grpSpPr>
          <p:sp>
            <p:nvSpPr>
              <p:cNvPr id="2091" name="Rectangle 65"/>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2" name="Rectangle 66"/>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3" name="Rectangle 67"/>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4" name="Rectangle 68"/>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1" name="Group 69"/>
            <p:cNvGrpSpPr>
              <a:grpSpLocks/>
            </p:cNvGrpSpPr>
            <p:nvPr userDrawn="1"/>
          </p:nvGrpSpPr>
          <p:grpSpPr bwMode="auto">
            <a:xfrm>
              <a:off x="5893" y="3657"/>
              <a:ext cx="466" cy="115"/>
              <a:chOff x="5893" y="3657"/>
              <a:chExt cx="466" cy="115"/>
            </a:xfrm>
          </p:grpSpPr>
          <p:sp>
            <p:nvSpPr>
              <p:cNvPr id="2087" name="Rectangle 70"/>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8" name="Rectangle 71"/>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9" name="Rectangle 72"/>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0" name="Rectangle 73"/>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2" name="Group 74"/>
            <p:cNvGrpSpPr>
              <a:grpSpLocks/>
            </p:cNvGrpSpPr>
            <p:nvPr userDrawn="1"/>
          </p:nvGrpSpPr>
          <p:grpSpPr bwMode="auto">
            <a:xfrm>
              <a:off x="5893" y="3884"/>
              <a:ext cx="466" cy="115"/>
              <a:chOff x="5893" y="3884"/>
              <a:chExt cx="466" cy="115"/>
            </a:xfrm>
          </p:grpSpPr>
          <p:sp>
            <p:nvSpPr>
              <p:cNvPr id="2083" name="Rectangle 75"/>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4" name="Rectangle 76"/>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5" name="Rectangle 77"/>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6" name="Rectangle 78"/>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3" name="Group 79"/>
            <p:cNvGrpSpPr>
              <a:grpSpLocks/>
            </p:cNvGrpSpPr>
            <p:nvPr userDrawn="1"/>
          </p:nvGrpSpPr>
          <p:grpSpPr bwMode="auto">
            <a:xfrm>
              <a:off x="5893" y="4026"/>
              <a:ext cx="466" cy="115"/>
              <a:chOff x="5893" y="4026"/>
              <a:chExt cx="466" cy="115"/>
            </a:xfrm>
          </p:grpSpPr>
          <p:sp>
            <p:nvSpPr>
              <p:cNvPr id="2079" name="Rectangle 80"/>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0" name="Rectangle 81"/>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1" name="Rectangle 82"/>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2" name="Rectangle 83"/>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4" name="Group 84"/>
            <p:cNvGrpSpPr>
              <a:grpSpLocks/>
            </p:cNvGrpSpPr>
            <p:nvPr userDrawn="1"/>
          </p:nvGrpSpPr>
          <p:grpSpPr bwMode="auto">
            <a:xfrm>
              <a:off x="5893" y="4167"/>
              <a:ext cx="466" cy="115"/>
              <a:chOff x="5893" y="4167"/>
              <a:chExt cx="466" cy="115"/>
            </a:xfrm>
          </p:grpSpPr>
          <p:sp>
            <p:nvSpPr>
              <p:cNvPr id="2075" name="Rectangle 85"/>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6" name="Rectangle 86"/>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7" name="Rectangle 87"/>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 name="Rectangle 88"/>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2057" name="Rectangle 89"/>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rPr>
              <a:t>配色参考方案：</a:t>
            </a:r>
          </a:p>
          <a:p>
            <a:pPr>
              <a:lnSpc>
                <a:spcPct val="120000"/>
              </a:lnSpc>
              <a:spcBef>
                <a:spcPct val="20000"/>
              </a:spcBef>
            </a:pPr>
            <a:r>
              <a:rPr lang="zh-CN" altLang="en-US" sz="1100">
                <a:solidFill>
                  <a:srgbClr val="FFFFFF"/>
                </a:solidFill>
                <a:latin typeface="Arial" pitchFamily="34" charset="0"/>
              </a:rPr>
              <a:t>建议同一页面内不超过四种颜色，以下是</a:t>
            </a:r>
            <a:r>
              <a:rPr lang="en-US" altLang="zh-CN" sz="1100">
                <a:solidFill>
                  <a:srgbClr val="FFFFFF"/>
                </a:solidFill>
                <a:latin typeface="Arial" pitchFamily="34" charset="0"/>
              </a:rPr>
              <a:t>13</a:t>
            </a:r>
            <a:r>
              <a:rPr lang="zh-CN" altLang="en-US" sz="1100">
                <a:solidFill>
                  <a:srgbClr val="FFFFFF"/>
                </a:solidFill>
                <a:latin typeface="Arial" pitchFamily="34" charset="0"/>
              </a:rPr>
              <a:t>组配色方案，同一页面内只选择一组使用。（仅供参考）</a:t>
            </a:r>
          </a:p>
        </p:txBody>
      </p:sp>
      <p:sp>
        <p:nvSpPr>
          <p:cNvPr id="2058" name="Rectangle 90"/>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rPr>
              <a:t>客户或者合作伙伴的标志放在右上角</a:t>
            </a:r>
            <a:r>
              <a:rPr lang="en-US" altLang="zh-CN" sz="1100">
                <a:solidFill>
                  <a:srgbClr val="FFFFFF"/>
                </a:solidFill>
                <a:latin typeface="Arial" pitchFamily="34" charset="0"/>
              </a:rPr>
              <a:t>.</a:t>
            </a:r>
            <a:endParaRPr lang="zh-CN" altLang="en-US" sz="1100">
              <a:solidFill>
                <a:srgbClr val="FFFFFF"/>
              </a:solidFill>
              <a:latin typeface="Arial" pitchFamily="34" charset="0"/>
            </a:endParaRPr>
          </a:p>
        </p:txBody>
      </p:sp>
      <p:sp>
        <p:nvSpPr>
          <p:cNvPr id="152" name="Text Box 5"/>
          <p:cNvSpPr txBox="1">
            <a:spLocks noChangeArrowheads="1"/>
          </p:cNvSpPr>
          <p:nvPr/>
        </p:nvSpPr>
        <p:spPr bwMode="auto">
          <a:xfrm>
            <a:off x="1007534" y="6230938"/>
            <a:ext cx="2951770" cy="215444"/>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bIns="0">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400" dirty="0" smtClean="0">
                <a:solidFill>
                  <a:srgbClr val="000000"/>
                </a:solidFill>
                <a:latin typeface="FrutigerNext LT Bold" pitchFamily="34" charset="0"/>
                <a:ea typeface="MS PGothic" pitchFamily="34" charset="-128"/>
              </a:rPr>
              <a:t>HUAWEI TECHNOLOGIES CO., LTD.</a:t>
            </a:r>
          </a:p>
        </p:txBody>
      </p:sp>
      <p:sp>
        <p:nvSpPr>
          <p:cNvPr id="153" name="Text Box 7"/>
          <p:cNvSpPr txBox="1">
            <a:spLocks noChangeArrowheads="1"/>
          </p:cNvSpPr>
          <p:nvPr/>
        </p:nvSpPr>
        <p:spPr bwMode="auto">
          <a:xfrm>
            <a:off x="9639300" y="4019551"/>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pic>
        <p:nvPicPr>
          <p:cNvPr id="79" name="Picture 6" descr="Logo"/>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16" r:id="rId1"/>
    <p:sldLayoutId id="2147483824" r:id="rId2"/>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chemeClr val="bg1"/>
          </a:solidFill>
          <a:latin typeface="+mn-lt"/>
          <a:ea typeface="黑体" pitchFamily="49" charset="-122"/>
          <a:cs typeface="+mj-cs"/>
        </a:defRPr>
      </a:lvl1pPr>
      <a:lvl2pPr algn="l" rtl="0" eaLnBrk="0" fontAlgn="base" hangingPunct="0">
        <a:spcBef>
          <a:spcPct val="0"/>
        </a:spcBef>
        <a:spcAft>
          <a:spcPct val="0"/>
        </a:spcAft>
        <a:defRPr sz="3200" b="1">
          <a:solidFill>
            <a:schemeClr val="bg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bg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bg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bg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0" name="Text Box 5"/>
          <p:cNvSpPr txBox="1">
            <a:spLocks noChangeArrowheads="1"/>
          </p:cNvSpPr>
          <p:nvPr/>
        </p:nvSpPr>
        <p:spPr bwMode="auto">
          <a:xfrm>
            <a:off x="1007534" y="6219825"/>
            <a:ext cx="2951770" cy="215444"/>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bIns="0">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400" dirty="0" smtClean="0">
                <a:solidFill>
                  <a:srgbClr val="000000"/>
                </a:solidFill>
                <a:latin typeface="FrutigerNext LT Bold" pitchFamily="34" charset="0"/>
                <a:ea typeface="MS PGothic" pitchFamily="34" charset="-128"/>
              </a:rPr>
              <a:t>HUAWEI TECHNOLOGIES CO., LTD.</a:t>
            </a:r>
          </a:p>
        </p:txBody>
      </p:sp>
      <p:pic>
        <p:nvPicPr>
          <p:cNvPr id="5125" name="Picture 6" descr="Logo"/>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7" name="Rectangle 8"/>
          <p:cNvSpPr>
            <a:spLocks noGrp="1" noChangeArrowheads="1"/>
          </p:cNvSpPr>
          <p:nvPr>
            <p:ph type="title"/>
          </p:nvPr>
        </p:nvSpPr>
        <p:spPr bwMode="auto">
          <a:xfrm>
            <a:off x="1007534" y="4508501"/>
            <a:ext cx="7397751" cy="584775"/>
          </a:xfrm>
          <a:prstGeom prst="rect">
            <a:avLst/>
          </a:prstGeom>
          <a:noFill/>
          <a:ln>
            <a:noFill/>
          </a:ln>
          <a:effectLst/>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单击此处编辑母版标题样式</a:t>
            </a:r>
          </a:p>
        </p:txBody>
      </p:sp>
      <p:sp>
        <p:nvSpPr>
          <p:cNvPr id="5128"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85" name="Rectangle 19"/>
          <p:cNvSpPr>
            <a:spLocks noGrp="1" noChangeArrowheads="1"/>
          </p:cNvSpPr>
          <p:nvPr>
            <p:ph type="dt" sz="quarter" idx="2"/>
          </p:nvPr>
        </p:nvSpPr>
        <p:spPr bwMode="auto">
          <a:xfrm>
            <a:off x="1007533" y="479426"/>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mn-lt"/>
                <a:ea typeface="+mj-ea"/>
              </a:defRPr>
            </a:lvl1pPr>
          </a:lstStyle>
          <a:p>
            <a:pPr>
              <a:defRPr/>
            </a:pPr>
            <a:endParaRPr lang="en-US" altLang="zh-CN"/>
          </a:p>
        </p:txBody>
      </p:sp>
      <p:sp>
        <p:nvSpPr>
          <p:cNvPr id="5130" name="Rectangle 17"/>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a:lnSpc>
                <a:spcPct val="125000"/>
              </a:lnSpc>
              <a:spcBef>
                <a:spcPct val="20000"/>
              </a:spcBef>
            </a:pPr>
            <a:r>
              <a:rPr lang="zh-CN" altLang="en-US" sz="1100">
                <a:solidFill>
                  <a:srgbClr val="FFFFFF"/>
                </a:solidFill>
                <a:latin typeface="Arial" pitchFamily="34" charset="0"/>
              </a:rPr>
              <a:t>英文标题</a:t>
            </a:r>
            <a:r>
              <a:rPr lang="en-US" altLang="zh-CN" sz="1100">
                <a:solidFill>
                  <a:srgbClr val="FFFFFF"/>
                </a:solidFill>
                <a:latin typeface="Arial" pitchFamily="34" charset="0"/>
              </a:rPr>
              <a:t>:32-35pt  </a:t>
            </a:r>
            <a:endParaRPr lang="zh-CN" altLang="en-US"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颜色</a:t>
            </a:r>
            <a:r>
              <a:rPr lang="en-US" altLang="zh-CN" sz="1100">
                <a:solidFill>
                  <a:srgbClr val="FFFFFF"/>
                </a:solidFill>
                <a:latin typeface="Arial" pitchFamily="34" charset="0"/>
              </a:rPr>
              <a:t>: R153 G0 B0</a:t>
            </a:r>
          </a:p>
          <a:p>
            <a:pPr marL="342900" indent="-342900" algn="r">
              <a:lnSpc>
                <a:spcPct val="125000"/>
              </a:lnSpc>
              <a:spcBef>
                <a:spcPct val="20000"/>
              </a:spcBef>
            </a:pPr>
            <a:r>
              <a:rPr lang="zh-CN" altLang="en-US" sz="1100">
                <a:solidFill>
                  <a:srgbClr val="FFFFFF"/>
                </a:solidFill>
                <a:latin typeface="Arial" pitchFamily="34" charset="0"/>
              </a:rPr>
              <a:t>内部使用字体 </a:t>
            </a:r>
            <a:r>
              <a:rPr lang="en-US" altLang="zh-CN" sz="1100">
                <a:solidFill>
                  <a:srgbClr val="FFFFFF"/>
                </a:solidFill>
                <a:latin typeface="Arial" pitchFamily="34" charset="0"/>
              </a:rPr>
              <a:t>:</a:t>
            </a:r>
          </a:p>
          <a:p>
            <a:pPr marL="342900" indent="-342900" algn="r">
              <a:lnSpc>
                <a:spcPct val="125000"/>
              </a:lnSpc>
              <a:spcBef>
                <a:spcPct val="20000"/>
              </a:spcBef>
            </a:pPr>
            <a:r>
              <a:rPr lang="en-US" altLang="zh-CN" sz="1100">
                <a:solidFill>
                  <a:srgbClr val="FFFFFF"/>
                </a:solidFill>
                <a:latin typeface="Arial" pitchFamily="34" charset="0"/>
              </a:rPr>
              <a:t>FrutigerNext LT Medium</a:t>
            </a:r>
          </a:p>
          <a:p>
            <a:pPr marL="342900" indent="-342900" algn="r">
              <a:lnSpc>
                <a:spcPct val="125000"/>
              </a:lnSpc>
              <a:spcBef>
                <a:spcPct val="20000"/>
              </a:spcBef>
            </a:pPr>
            <a:r>
              <a:rPr lang="zh-CN" altLang="en-US" sz="1100">
                <a:solidFill>
                  <a:srgbClr val="FFFFFF"/>
                </a:solidFill>
                <a:latin typeface="Arial" pitchFamily="34" charset="0"/>
              </a:rPr>
              <a:t>外部使用字体 </a:t>
            </a:r>
            <a:r>
              <a:rPr lang="en-US" altLang="zh-CN" sz="1100">
                <a:solidFill>
                  <a:srgbClr val="FFFFFF"/>
                </a:solidFill>
                <a:latin typeface="Arial" pitchFamily="34" charset="0"/>
              </a:rPr>
              <a:t>: Arial</a:t>
            </a:r>
          </a:p>
          <a:p>
            <a:pPr marL="342900" indent="-342900" algn="r">
              <a:lnSpc>
                <a:spcPct val="75000"/>
              </a:lnSpc>
              <a:spcBef>
                <a:spcPct val="20000"/>
              </a:spcBef>
            </a:pPr>
            <a:endParaRPr lang="en-US" altLang="zh-CN"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中文标题</a:t>
            </a:r>
            <a:r>
              <a:rPr lang="en-US" altLang="zh-CN" sz="1100">
                <a:solidFill>
                  <a:srgbClr val="FFFFFF"/>
                </a:solidFill>
                <a:latin typeface="Arial" pitchFamily="34" charset="0"/>
              </a:rPr>
              <a:t>:30-32pt  </a:t>
            </a:r>
            <a:endParaRPr lang="zh-CN" altLang="en-US"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颜色</a:t>
            </a:r>
            <a:r>
              <a:rPr lang="en-US" altLang="zh-CN" sz="1100">
                <a:solidFill>
                  <a:srgbClr val="FFFFFF"/>
                </a:solidFill>
                <a:latin typeface="Arial" pitchFamily="34" charset="0"/>
              </a:rPr>
              <a:t>: R153 G0 B0</a:t>
            </a:r>
          </a:p>
          <a:p>
            <a:pPr marL="342900" indent="-342900" algn="r">
              <a:lnSpc>
                <a:spcPct val="125000"/>
              </a:lnSpc>
              <a:spcBef>
                <a:spcPct val="20000"/>
              </a:spcBef>
            </a:pPr>
            <a:r>
              <a:rPr lang="zh-CN" altLang="en-US" sz="1100">
                <a:solidFill>
                  <a:srgbClr val="FFFFFF"/>
                </a:solidFill>
                <a:latin typeface="Arial" pitchFamily="34" charset="0"/>
              </a:rPr>
              <a:t>字体</a:t>
            </a:r>
            <a:r>
              <a:rPr lang="en-US" altLang="zh-CN" sz="1100">
                <a:solidFill>
                  <a:srgbClr val="FFFFFF"/>
                </a:solidFill>
                <a:latin typeface="Arial" pitchFamily="34" charset="0"/>
              </a:rPr>
              <a:t>:</a:t>
            </a:r>
            <a:r>
              <a:rPr lang="zh-CN" altLang="en-US" sz="1100">
                <a:solidFill>
                  <a:srgbClr val="FFFFFF"/>
                </a:solidFill>
                <a:latin typeface="Arial" pitchFamily="34" charset="0"/>
              </a:rPr>
              <a:t>黑体</a:t>
            </a:r>
          </a:p>
          <a:p>
            <a:pPr marL="342900" indent="-342900" algn="r">
              <a:lnSpc>
                <a:spcPct val="125000"/>
              </a:lnSpc>
              <a:spcBef>
                <a:spcPct val="20000"/>
              </a:spcBef>
            </a:pPr>
            <a:endParaRPr lang="zh-CN" altLang="en-US" sz="1100">
              <a:solidFill>
                <a:srgbClr val="FFFFFF"/>
              </a:solidFill>
              <a:latin typeface="Arial" pitchFamily="34" charset="0"/>
            </a:endParaRPr>
          </a:p>
          <a:p>
            <a:pPr marL="342900" indent="-342900" algn="r">
              <a:lnSpc>
                <a:spcPct val="125000"/>
              </a:lnSpc>
              <a:spcBef>
                <a:spcPct val="20000"/>
              </a:spcBef>
            </a:pPr>
            <a:endParaRPr lang="zh-CN" altLang="en-US" sz="1100">
              <a:solidFill>
                <a:srgbClr val="FFFFFF"/>
              </a:solidFill>
              <a:latin typeface="Arial" pitchFamily="34" charset="0"/>
            </a:endParaRPr>
          </a:p>
          <a:p>
            <a:pPr marL="342900" indent="-342900" algn="r">
              <a:lnSpc>
                <a:spcPct val="125000"/>
              </a:lnSpc>
              <a:spcBef>
                <a:spcPct val="20000"/>
              </a:spcBef>
            </a:pPr>
            <a:endParaRPr lang="zh-CN" altLang="en-US"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英文正文</a:t>
            </a:r>
            <a:r>
              <a:rPr lang="en-US" altLang="zh-CN" sz="1100">
                <a:solidFill>
                  <a:srgbClr val="FFFFFF"/>
                </a:solidFill>
                <a:latin typeface="Arial" pitchFamily="34" charset="0"/>
              </a:rPr>
              <a:t>:20-22pt</a:t>
            </a:r>
          </a:p>
          <a:p>
            <a:pPr marL="342900" indent="-342900" algn="r">
              <a:lnSpc>
                <a:spcPct val="125000"/>
              </a:lnSpc>
              <a:spcBef>
                <a:spcPct val="20000"/>
              </a:spcBef>
            </a:pPr>
            <a:r>
              <a:rPr lang="zh-CN" altLang="en-US" sz="1100">
                <a:solidFill>
                  <a:srgbClr val="FFFFFF"/>
                </a:solidFill>
                <a:latin typeface="Arial" pitchFamily="34" charset="0"/>
              </a:rPr>
              <a:t>子目录 </a:t>
            </a:r>
            <a:r>
              <a:rPr lang="en-US" altLang="zh-CN" sz="1100">
                <a:solidFill>
                  <a:srgbClr val="FFFFFF"/>
                </a:solidFill>
                <a:latin typeface="Arial" pitchFamily="34" charset="0"/>
              </a:rPr>
              <a:t>(2-5</a:t>
            </a:r>
            <a:r>
              <a:rPr lang="zh-CN" altLang="en-US" sz="1100">
                <a:solidFill>
                  <a:srgbClr val="FFFFFF"/>
                </a:solidFill>
                <a:latin typeface="Arial" pitchFamily="34" charset="0"/>
              </a:rPr>
              <a:t>级</a:t>
            </a:r>
            <a:r>
              <a:rPr lang="en-US" altLang="zh-CN" sz="1100">
                <a:solidFill>
                  <a:srgbClr val="FFFFFF"/>
                </a:solidFill>
                <a:latin typeface="Arial" pitchFamily="34" charset="0"/>
              </a:rPr>
              <a:t>) :18pt  </a:t>
            </a:r>
          </a:p>
          <a:p>
            <a:pPr marL="342900" indent="-342900" algn="r">
              <a:lnSpc>
                <a:spcPct val="125000"/>
              </a:lnSpc>
              <a:spcBef>
                <a:spcPct val="20000"/>
              </a:spcBef>
            </a:pPr>
            <a:r>
              <a:rPr lang="zh-CN" altLang="en-US" sz="1100">
                <a:solidFill>
                  <a:srgbClr val="FFFFFF"/>
                </a:solidFill>
                <a:latin typeface="Arial" pitchFamily="34" charset="0"/>
              </a:rPr>
              <a:t>颜色</a:t>
            </a:r>
            <a:r>
              <a:rPr lang="en-US" altLang="zh-CN" sz="1100">
                <a:solidFill>
                  <a:srgbClr val="FFFFFF"/>
                </a:solidFill>
                <a:latin typeface="Arial" pitchFamily="34" charset="0"/>
              </a:rPr>
              <a:t>:</a:t>
            </a:r>
            <a:r>
              <a:rPr lang="zh-CN" altLang="en-US" sz="1100">
                <a:solidFill>
                  <a:srgbClr val="FFFFFF"/>
                </a:solidFill>
                <a:latin typeface="Arial" pitchFamily="34" charset="0"/>
              </a:rPr>
              <a:t>黑色</a:t>
            </a:r>
          </a:p>
          <a:p>
            <a:pPr marL="342900" indent="-342900" algn="r">
              <a:lnSpc>
                <a:spcPct val="125000"/>
              </a:lnSpc>
              <a:spcBef>
                <a:spcPct val="20000"/>
              </a:spcBef>
            </a:pPr>
            <a:r>
              <a:rPr lang="zh-CN" altLang="en-US" sz="1100">
                <a:solidFill>
                  <a:srgbClr val="FFFFFF"/>
                </a:solidFill>
                <a:latin typeface="Arial" pitchFamily="34" charset="0"/>
              </a:rPr>
              <a:t>内部使用字体 </a:t>
            </a:r>
            <a:r>
              <a:rPr lang="en-US" altLang="zh-CN" sz="1100">
                <a:solidFill>
                  <a:srgbClr val="FFFFFF"/>
                </a:solidFill>
                <a:latin typeface="Arial" pitchFamily="34" charset="0"/>
              </a:rPr>
              <a:t>:</a:t>
            </a:r>
          </a:p>
          <a:p>
            <a:pPr marL="342900" indent="-342900" algn="r">
              <a:lnSpc>
                <a:spcPct val="125000"/>
              </a:lnSpc>
              <a:spcBef>
                <a:spcPct val="20000"/>
              </a:spcBef>
            </a:pPr>
            <a:r>
              <a:rPr lang="en-US" altLang="zh-CN" sz="1100">
                <a:solidFill>
                  <a:srgbClr val="FFFFFF"/>
                </a:solidFill>
                <a:latin typeface="Arial" pitchFamily="34" charset="0"/>
              </a:rPr>
              <a:t>FrutigerNext LT Regular</a:t>
            </a:r>
          </a:p>
          <a:p>
            <a:pPr marL="342900" indent="-342900" algn="r">
              <a:lnSpc>
                <a:spcPct val="125000"/>
              </a:lnSpc>
              <a:spcBef>
                <a:spcPct val="20000"/>
              </a:spcBef>
            </a:pPr>
            <a:r>
              <a:rPr lang="zh-CN" altLang="en-US" sz="1100">
                <a:solidFill>
                  <a:srgbClr val="FFFFFF"/>
                </a:solidFill>
                <a:latin typeface="Arial" pitchFamily="34" charset="0"/>
              </a:rPr>
              <a:t>外部使用字体 </a:t>
            </a:r>
            <a:r>
              <a:rPr lang="en-US" altLang="zh-CN" sz="1100">
                <a:solidFill>
                  <a:srgbClr val="FFFFFF"/>
                </a:solidFill>
                <a:latin typeface="Arial" pitchFamily="34" charset="0"/>
              </a:rPr>
              <a:t>: Arial</a:t>
            </a:r>
          </a:p>
          <a:p>
            <a:pPr marL="342900" indent="-342900" algn="r">
              <a:lnSpc>
                <a:spcPct val="75000"/>
              </a:lnSpc>
              <a:spcBef>
                <a:spcPct val="20000"/>
              </a:spcBef>
            </a:pPr>
            <a:endParaRPr lang="en-US" altLang="zh-CN"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中文正文</a:t>
            </a:r>
            <a:r>
              <a:rPr lang="en-US" altLang="zh-CN" sz="1100">
                <a:solidFill>
                  <a:srgbClr val="FFFFFF"/>
                </a:solidFill>
                <a:latin typeface="Arial" pitchFamily="34" charset="0"/>
              </a:rPr>
              <a:t>:18-20pt</a:t>
            </a:r>
          </a:p>
          <a:p>
            <a:pPr marL="342900" indent="-342900" algn="r">
              <a:lnSpc>
                <a:spcPct val="125000"/>
              </a:lnSpc>
              <a:spcBef>
                <a:spcPct val="20000"/>
              </a:spcBef>
            </a:pPr>
            <a:r>
              <a:rPr lang="zh-CN" altLang="en-US" sz="1100">
                <a:solidFill>
                  <a:srgbClr val="FFFFFF"/>
                </a:solidFill>
                <a:latin typeface="Arial" pitchFamily="34" charset="0"/>
              </a:rPr>
              <a:t>子目录</a:t>
            </a:r>
            <a:r>
              <a:rPr lang="en-US" altLang="zh-CN" sz="1100">
                <a:solidFill>
                  <a:srgbClr val="FFFFFF"/>
                </a:solidFill>
                <a:latin typeface="Arial" pitchFamily="34" charset="0"/>
              </a:rPr>
              <a:t>(2-5</a:t>
            </a:r>
            <a:r>
              <a:rPr lang="zh-CN" altLang="en-US" sz="1100">
                <a:solidFill>
                  <a:srgbClr val="FFFFFF"/>
                </a:solidFill>
                <a:latin typeface="Arial" pitchFamily="34" charset="0"/>
              </a:rPr>
              <a:t>级</a:t>
            </a:r>
            <a:r>
              <a:rPr lang="en-US" altLang="zh-CN" sz="1100">
                <a:solidFill>
                  <a:srgbClr val="FFFFFF"/>
                </a:solidFill>
                <a:latin typeface="Arial" pitchFamily="34" charset="0"/>
              </a:rPr>
              <a:t>):18pt </a:t>
            </a:r>
            <a:endParaRPr lang="zh-CN" altLang="en-US"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颜色</a:t>
            </a:r>
            <a:r>
              <a:rPr lang="en-US" altLang="zh-CN" sz="1100">
                <a:solidFill>
                  <a:srgbClr val="FFFFFF"/>
                </a:solidFill>
                <a:latin typeface="Arial" pitchFamily="34" charset="0"/>
              </a:rPr>
              <a:t>:</a:t>
            </a:r>
            <a:r>
              <a:rPr lang="zh-CN" altLang="en-US" sz="1100">
                <a:solidFill>
                  <a:srgbClr val="FFFFFF"/>
                </a:solidFill>
                <a:latin typeface="Arial" pitchFamily="34" charset="0"/>
              </a:rPr>
              <a:t>黑色</a:t>
            </a:r>
          </a:p>
          <a:p>
            <a:pPr marL="342900" indent="-342900" algn="r">
              <a:lnSpc>
                <a:spcPct val="125000"/>
              </a:lnSpc>
              <a:spcBef>
                <a:spcPct val="20000"/>
              </a:spcBef>
            </a:pPr>
            <a:r>
              <a:rPr lang="zh-CN" altLang="en-US" sz="1100">
                <a:solidFill>
                  <a:srgbClr val="FFFFFF"/>
                </a:solidFill>
                <a:latin typeface="Arial" pitchFamily="34" charset="0"/>
              </a:rPr>
              <a:t>字体</a:t>
            </a:r>
            <a:r>
              <a:rPr lang="en-US" altLang="zh-CN" sz="1100">
                <a:solidFill>
                  <a:srgbClr val="FFFFFF"/>
                </a:solidFill>
                <a:latin typeface="Arial" pitchFamily="34" charset="0"/>
              </a:rPr>
              <a:t>:</a:t>
            </a:r>
            <a:r>
              <a:rPr lang="zh-CN" altLang="en-US" sz="1100">
                <a:solidFill>
                  <a:srgbClr val="FFFFFF"/>
                </a:solidFill>
                <a:latin typeface="Arial" pitchFamily="34" charset="0"/>
              </a:rPr>
              <a:t>细黑体 </a:t>
            </a:r>
            <a:endParaRPr lang="zh-CN" altLang="en-US" sz="1100">
              <a:solidFill>
                <a:srgbClr val="000000"/>
              </a:solidFill>
              <a:latin typeface="Arial" pitchFamily="34" charset="0"/>
            </a:endParaRPr>
          </a:p>
        </p:txBody>
      </p:sp>
      <p:grpSp>
        <p:nvGrpSpPr>
          <p:cNvPr id="5131" name="Group 85"/>
          <p:cNvGrpSpPr>
            <a:grpSpLocks/>
          </p:cNvGrpSpPr>
          <p:nvPr/>
        </p:nvGrpSpPr>
        <p:grpSpPr bwMode="auto">
          <a:xfrm>
            <a:off x="12433301" y="3511550"/>
            <a:ext cx="1225551" cy="3224212"/>
            <a:chOff x="5839" y="2251"/>
            <a:chExt cx="579" cy="2031"/>
          </a:xfrm>
        </p:grpSpPr>
        <p:sp>
          <p:nvSpPr>
            <p:cNvPr id="5134" name="Rectangle 86"/>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5135" name="Group 87"/>
            <p:cNvGrpSpPr>
              <a:grpSpLocks/>
            </p:cNvGrpSpPr>
            <p:nvPr userDrawn="1"/>
          </p:nvGrpSpPr>
          <p:grpSpPr bwMode="auto">
            <a:xfrm>
              <a:off x="5893" y="2387"/>
              <a:ext cx="466" cy="115"/>
              <a:chOff x="5893" y="2387"/>
              <a:chExt cx="466" cy="115"/>
            </a:xfrm>
          </p:grpSpPr>
          <p:sp>
            <p:nvSpPr>
              <p:cNvPr id="5196" name="Rectangle 88"/>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7" name="Rectangle 89"/>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8" name="Rectangle 90"/>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9" name="Rectangle 91"/>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36" name="Group 92"/>
            <p:cNvGrpSpPr>
              <a:grpSpLocks/>
            </p:cNvGrpSpPr>
            <p:nvPr userDrawn="1"/>
          </p:nvGrpSpPr>
          <p:grpSpPr bwMode="auto">
            <a:xfrm>
              <a:off x="5893" y="2523"/>
              <a:ext cx="466" cy="115"/>
              <a:chOff x="5893" y="2523"/>
              <a:chExt cx="466" cy="115"/>
            </a:xfrm>
          </p:grpSpPr>
          <p:sp>
            <p:nvSpPr>
              <p:cNvPr id="5192" name="Rectangle 93"/>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3" name="Rectangle 94"/>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4" name="Rectangle 95"/>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5" name="Rectangle 96"/>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37" name="Group 97"/>
            <p:cNvGrpSpPr>
              <a:grpSpLocks/>
            </p:cNvGrpSpPr>
            <p:nvPr userDrawn="1"/>
          </p:nvGrpSpPr>
          <p:grpSpPr bwMode="auto">
            <a:xfrm>
              <a:off x="5893" y="2659"/>
              <a:ext cx="466" cy="115"/>
              <a:chOff x="5893" y="2659"/>
              <a:chExt cx="466" cy="115"/>
            </a:xfrm>
          </p:grpSpPr>
          <p:sp>
            <p:nvSpPr>
              <p:cNvPr id="5188" name="Rectangle 98"/>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9" name="Rectangle 99"/>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0" name="Rectangle 100"/>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1" name="Rectangle 101"/>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38" name="Group 102"/>
            <p:cNvGrpSpPr>
              <a:grpSpLocks/>
            </p:cNvGrpSpPr>
            <p:nvPr userDrawn="1"/>
          </p:nvGrpSpPr>
          <p:grpSpPr bwMode="auto">
            <a:xfrm>
              <a:off x="5893" y="2251"/>
              <a:ext cx="466" cy="119"/>
              <a:chOff x="5893" y="2251"/>
              <a:chExt cx="466" cy="119"/>
            </a:xfrm>
          </p:grpSpPr>
          <p:sp>
            <p:nvSpPr>
              <p:cNvPr id="5184" name="Rectangle 103"/>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5" name="Rectangle 104"/>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6" name="Rectangle 105"/>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7" name="Rectangle 106"/>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39" name="Group 107"/>
            <p:cNvGrpSpPr>
              <a:grpSpLocks/>
            </p:cNvGrpSpPr>
            <p:nvPr userDrawn="1"/>
          </p:nvGrpSpPr>
          <p:grpSpPr bwMode="auto">
            <a:xfrm>
              <a:off x="5893" y="2886"/>
              <a:ext cx="466" cy="115"/>
              <a:chOff x="5893" y="2886"/>
              <a:chExt cx="466" cy="115"/>
            </a:xfrm>
          </p:grpSpPr>
          <p:sp>
            <p:nvSpPr>
              <p:cNvPr id="5180" name="Rectangle 108"/>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1" name="Rectangle 109"/>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2" name="Rectangle 110"/>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3" name="Rectangle 111"/>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0" name="Group 112"/>
            <p:cNvGrpSpPr>
              <a:grpSpLocks/>
            </p:cNvGrpSpPr>
            <p:nvPr userDrawn="1"/>
          </p:nvGrpSpPr>
          <p:grpSpPr bwMode="auto">
            <a:xfrm>
              <a:off x="5893" y="3022"/>
              <a:ext cx="466" cy="115"/>
              <a:chOff x="5893" y="3022"/>
              <a:chExt cx="466" cy="115"/>
            </a:xfrm>
          </p:grpSpPr>
          <p:sp>
            <p:nvSpPr>
              <p:cNvPr id="5176" name="Rectangle 113"/>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7" name="Rectangle 114"/>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8" name="Rectangle 115"/>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9" name="Rectangle 116"/>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1" name="Group 117"/>
            <p:cNvGrpSpPr>
              <a:grpSpLocks/>
            </p:cNvGrpSpPr>
            <p:nvPr userDrawn="1"/>
          </p:nvGrpSpPr>
          <p:grpSpPr bwMode="auto">
            <a:xfrm>
              <a:off x="5893" y="3158"/>
              <a:ext cx="466" cy="115"/>
              <a:chOff x="5893" y="3158"/>
              <a:chExt cx="466" cy="115"/>
            </a:xfrm>
          </p:grpSpPr>
          <p:sp>
            <p:nvSpPr>
              <p:cNvPr id="5172" name="Rectangle 118"/>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3" name="Rectangle 119"/>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4" name="Rectangle 120"/>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5" name="Rectangle 121"/>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2" name="Group 122"/>
            <p:cNvGrpSpPr>
              <a:grpSpLocks/>
            </p:cNvGrpSpPr>
            <p:nvPr userDrawn="1"/>
          </p:nvGrpSpPr>
          <p:grpSpPr bwMode="auto">
            <a:xfrm>
              <a:off x="5893" y="3385"/>
              <a:ext cx="466" cy="115"/>
              <a:chOff x="5893" y="3385"/>
              <a:chExt cx="466" cy="115"/>
            </a:xfrm>
          </p:grpSpPr>
          <p:sp>
            <p:nvSpPr>
              <p:cNvPr id="5168" name="Rectangle 123"/>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9" name="Rectangle 124"/>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0" name="Rectangle 125"/>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1" name="Rectangle 126"/>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3" name="Group 127"/>
            <p:cNvGrpSpPr>
              <a:grpSpLocks/>
            </p:cNvGrpSpPr>
            <p:nvPr userDrawn="1"/>
          </p:nvGrpSpPr>
          <p:grpSpPr bwMode="auto">
            <a:xfrm>
              <a:off x="5893" y="3521"/>
              <a:ext cx="466" cy="115"/>
              <a:chOff x="5893" y="3521"/>
              <a:chExt cx="466" cy="115"/>
            </a:xfrm>
          </p:grpSpPr>
          <p:sp>
            <p:nvSpPr>
              <p:cNvPr id="5164" name="Rectangle 128"/>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5" name="Rectangle 129"/>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6" name="Rectangle 130"/>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7" name="Rectangle 131"/>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4" name="Group 132"/>
            <p:cNvGrpSpPr>
              <a:grpSpLocks/>
            </p:cNvGrpSpPr>
            <p:nvPr userDrawn="1"/>
          </p:nvGrpSpPr>
          <p:grpSpPr bwMode="auto">
            <a:xfrm>
              <a:off x="5893" y="3657"/>
              <a:ext cx="466" cy="115"/>
              <a:chOff x="5893" y="3657"/>
              <a:chExt cx="466" cy="115"/>
            </a:xfrm>
          </p:grpSpPr>
          <p:sp>
            <p:nvSpPr>
              <p:cNvPr id="5160" name="Rectangle 133"/>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1" name="Rectangle 134"/>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2" name="Rectangle 135"/>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3" name="Rectangle 136"/>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5" name="Group 137"/>
            <p:cNvGrpSpPr>
              <a:grpSpLocks/>
            </p:cNvGrpSpPr>
            <p:nvPr userDrawn="1"/>
          </p:nvGrpSpPr>
          <p:grpSpPr bwMode="auto">
            <a:xfrm>
              <a:off x="5893" y="3884"/>
              <a:ext cx="466" cy="115"/>
              <a:chOff x="5893" y="3884"/>
              <a:chExt cx="466" cy="115"/>
            </a:xfrm>
          </p:grpSpPr>
          <p:sp>
            <p:nvSpPr>
              <p:cNvPr id="5156" name="Rectangle 138"/>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7" name="Rectangle 139"/>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8" name="Rectangle 140"/>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9" name="Rectangle 141"/>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6" name="Group 142"/>
            <p:cNvGrpSpPr>
              <a:grpSpLocks/>
            </p:cNvGrpSpPr>
            <p:nvPr userDrawn="1"/>
          </p:nvGrpSpPr>
          <p:grpSpPr bwMode="auto">
            <a:xfrm>
              <a:off x="5893" y="4026"/>
              <a:ext cx="466" cy="115"/>
              <a:chOff x="5893" y="4026"/>
              <a:chExt cx="466" cy="115"/>
            </a:xfrm>
          </p:grpSpPr>
          <p:sp>
            <p:nvSpPr>
              <p:cNvPr id="5152" name="Rectangle 143"/>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3" name="Rectangle 144"/>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4" name="Rectangle 145"/>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5" name="Rectangle 146"/>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7" name="Group 147"/>
            <p:cNvGrpSpPr>
              <a:grpSpLocks/>
            </p:cNvGrpSpPr>
            <p:nvPr userDrawn="1"/>
          </p:nvGrpSpPr>
          <p:grpSpPr bwMode="auto">
            <a:xfrm>
              <a:off x="5893" y="4167"/>
              <a:ext cx="466" cy="115"/>
              <a:chOff x="5893" y="4167"/>
              <a:chExt cx="466" cy="115"/>
            </a:xfrm>
          </p:grpSpPr>
          <p:sp>
            <p:nvSpPr>
              <p:cNvPr id="5148" name="Rectangle 148"/>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49" name="Rectangle 149"/>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0" name="Rectangle 150"/>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1" name="Rectangle 151"/>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5132" name="Rectangle 152"/>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rPr>
              <a:t>配色参考方案：</a:t>
            </a:r>
          </a:p>
          <a:p>
            <a:pPr>
              <a:lnSpc>
                <a:spcPct val="120000"/>
              </a:lnSpc>
              <a:spcBef>
                <a:spcPct val="20000"/>
              </a:spcBef>
            </a:pPr>
            <a:r>
              <a:rPr lang="zh-CN" altLang="en-US" sz="1100">
                <a:solidFill>
                  <a:srgbClr val="FFFFFF"/>
                </a:solidFill>
                <a:latin typeface="Arial" pitchFamily="34" charset="0"/>
              </a:rPr>
              <a:t>建议同一页面内不超过四种颜色，以下是</a:t>
            </a:r>
            <a:r>
              <a:rPr lang="en-US" altLang="zh-CN" sz="1100">
                <a:solidFill>
                  <a:srgbClr val="FFFFFF"/>
                </a:solidFill>
                <a:latin typeface="Arial" pitchFamily="34" charset="0"/>
              </a:rPr>
              <a:t>13</a:t>
            </a:r>
            <a:r>
              <a:rPr lang="zh-CN" altLang="en-US" sz="1100">
                <a:solidFill>
                  <a:srgbClr val="FFFFFF"/>
                </a:solidFill>
                <a:latin typeface="Arial" pitchFamily="34" charset="0"/>
              </a:rPr>
              <a:t>组配色方案，同一页面内只选择一组使用。（仅供参考）</a:t>
            </a:r>
          </a:p>
        </p:txBody>
      </p:sp>
      <p:sp>
        <p:nvSpPr>
          <p:cNvPr id="5133" name="Rectangle 153"/>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rPr>
              <a:t>客户或者合作伙伴的标志放在右上角</a:t>
            </a:r>
            <a:r>
              <a:rPr lang="en-US" altLang="zh-CN" sz="1100">
                <a:solidFill>
                  <a:srgbClr val="FFFFFF"/>
                </a:solidFill>
                <a:latin typeface="Arial" pitchFamily="34" charset="0"/>
              </a:rPr>
              <a:t>.</a:t>
            </a:r>
            <a:endParaRPr lang="zh-CN" altLang="en-US" sz="1100">
              <a:solidFill>
                <a:srgbClr val="FFFFFF"/>
              </a:solidFill>
              <a:latin typeface="Arial" pitchFamily="34" charset="0"/>
            </a:endParaRPr>
          </a:p>
        </p:txBody>
      </p:sp>
      <p:pic>
        <p:nvPicPr>
          <p:cNvPr id="5200" name="Picture 80" descr="200016582-001副本"/>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0" y="1268413"/>
            <a:ext cx="12192000" cy="2951162"/>
          </a:xfrm>
          <a:prstGeom prst="rect">
            <a:avLst/>
          </a:prstGeom>
          <a:noFill/>
          <a:extLst>
            <a:ext uri="{909E8E84-426E-40DD-AFC4-6F175D3DCCD1}">
              <a14:hiddenFill xmlns:a14="http://schemas.microsoft.com/office/drawing/2010/main">
                <a:solidFill>
                  <a:srgbClr val="FFFFFF"/>
                </a:solidFill>
              </a14:hiddenFill>
            </a:ext>
          </a:extLst>
        </p:spPr>
      </p:pic>
      <p:pic>
        <p:nvPicPr>
          <p:cNvPr id="5201" name="Picture 81" descr="未标题-2"/>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8111067" y="1268414"/>
            <a:ext cx="4080933" cy="2949575"/>
          </a:xfrm>
          <a:prstGeom prst="rect">
            <a:avLst/>
          </a:prstGeom>
          <a:noFill/>
          <a:extLst>
            <a:ext uri="{909E8E84-426E-40DD-AFC4-6F175D3DCCD1}">
              <a14:hiddenFill xmlns:a14="http://schemas.microsoft.com/office/drawing/2010/main">
                <a:solidFill>
                  <a:srgbClr val="FFFFFF"/>
                </a:solidFill>
              </a14:hiddenFill>
            </a:ext>
          </a:extLst>
        </p:spPr>
      </p:pic>
      <p:sp>
        <p:nvSpPr>
          <p:cNvPr id="82" name="Text Box 7"/>
          <p:cNvSpPr txBox="1">
            <a:spLocks noChangeArrowheads="1"/>
          </p:cNvSpPr>
          <p:nvPr/>
        </p:nvSpPr>
        <p:spPr bwMode="auto">
          <a:xfrm>
            <a:off x="9639300" y="3795714"/>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spTree>
  </p:cSld>
  <p:clrMap bg1="lt1" tx1="dk1" bg2="lt2" tx2="dk2" accent1="accent1" accent2="accent2" accent3="accent3" accent4="accent4" accent5="accent5" accent6="accent6" hlink="hlink" folHlink="folHlink"/>
  <p:sldLayoutIdLst>
    <p:sldLayoutId id="2147483817" r:id="rId1"/>
    <p:sldLayoutId id="2147483825" r:id="rId2"/>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chemeClr val="tx1"/>
          </a:solidFill>
          <a:latin typeface="+mn-lt"/>
          <a:ea typeface="黑体"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9" name="Rectangle 8"/>
          <p:cNvSpPr>
            <a:spLocks noGrp="1" noChangeArrowheads="1"/>
          </p:cNvSpPr>
          <p:nvPr>
            <p:ph type="title"/>
          </p:nvPr>
        </p:nvSpPr>
        <p:spPr bwMode="auto">
          <a:xfrm>
            <a:off x="1007534" y="4508500"/>
            <a:ext cx="7397751"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单击此处编辑母版标题样式</a:t>
            </a:r>
          </a:p>
        </p:txBody>
      </p:sp>
      <p:sp>
        <p:nvSpPr>
          <p:cNvPr id="82" name="Text Box 5"/>
          <p:cNvSpPr txBox="1">
            <a:spLocks noChangeArrowheads="1"/>
          </p:cNvSpPr>
          <p:nvPr/>
        </p:nvSpPr>
        <p:spPr bwMode="auto">
          <a:xfrm>
            <a:off x="1007534" y="6219825"/>
            <a:ext cx="2951770" cy="215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bIns="0">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eaLnBrk="0" hangingPunct="0">
              <a:defRPr/>
            </a:pPr>
            <a:r>
              <a:rPr lang="en-US" altLang="zh-CN" sz="1400" smtClean="0">
                <a:latin typeface="FrutigerNext LT Bold" pitchFamily="34" charset="0"/>
                <a:ea typeface="MS PGothic" pitchFamily="34" charset="-128"/>
              </a:rPr>
              <a:t>HUAWEI TECHNOLOGIES CO., LTD.</a:t>
            </a:r>
          </a:p>
        </p:txBody>
      </p:sp>
      <p:pic>
        <p:nvPicPr>
          <p:cNvPr id="6151" name="Picture 6" descr="Logo"/>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2"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85" name="Rectangle 19"/>
          <p:cNvSpPr>
            <a:spLocks noGrp="1" noChangeArrowheads="1"/>
          </p:cNvSpPr>
          <p:nvPr>
            <p:ph type="dt" sz="quarter" idx="2"/>
          </p:nvPr>
        </p:nvSpPr>
        <p:spPr bwMode="auto">
          <a:xfrm>
            <a:off x="1007533" y="476251"/>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Arial" charset="0"/>
                <a:ea typeface="黑体" pitchFamily="49" charset="-122"/>
              </a:defRPr>
            </a:lvl1pPr>
          </a:lstStyle>
          <a:p>
            <a:pPr>
              <a:defRPr/>
            </a:pPr>
            <a:endParaRPr lang="en-US" altLang="zh-CN"/>
          </a:p>
        </p:txBody>
      </p:sp>
      <p:sp>
        <p:nvSpPr>
          <p:cNvPr id="6154" name="Rectangle 14"/>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Medium</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英文正文</a:t>
            </a:r>
            <a:r>
              <a:rPr lang="en-US" altLang="zh-CN" sz="1100">
                <a:solidFill>
                  <a:srgbClr val="FFFFFF"/>
                </a:solidFill>
              </a:rPr>
              <a:t>:20-22pt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Regular</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中文正文</a:t>
            </a:r>
            <a:r>
              <a:rPr lang="en-US" altLang="zh-CN" sz="1100">
                <a:solidFill>
                  <a:srgbClr val="FFFFFF"/>
                </a:solidFill>
              </a:rPr>
              <a:t>:18-20pt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 </a:t>
            </a:r>
            <a:endParaRPr lang="zh-CN" altLang="en-US" sz="1100">
              <a:solidFill>
                <a:srgbClr val="000000"/>
              </a:solidFill>
            </a:endParaRPr>
          </a:p>
        </p:txBody>
      </p:sp>
      <p:grpSp>
        <p:nvGrpSpPr>
          <p:cNvPr id="6155" name="Group 149"/>
          <p:cNvGrpSpPr>
            <a:grpSpLocks/>
          </p:cNvGrpSpPr>
          <p:nvPr/>
        </p:nvGrpSpPr>
        <p:grpSpPr bwMode="auto">
          <a:xfrm>
            <a:off x="12433301" y="3511550"/>
            <a:ext cx="1225551" cy="3224212"/>
            <a:chOff x="5839" y="2251"/>
            <a:chExt cx="579" cy="2031"/>
          </a:xfrm>
        </p:grpSpPr>
        <p:sp>
          <p:nvSpPr>
            <p:cNvPr id="6158" name="Rectangle 150"/>
            <p:cNvSpPr>
              <a:spLocks noChangeArrowheads="1"/>
            </p:cNvSpPr>
            <p:nvPr userDrawn="1"/>
          </p:nvSpPr>
          <p:spPr bwMode="auto">
            <a:xfrm>
              <a:off x="5839" y="3143"/>
              <a:ext cx="579" cy="233"/>
            </a:xfrm>
            <a:prstGeom prst="rect">
              <a:avLst/>
            </a:prstGeom>
            <a:solidFill>
              <a:srgbClr val="FFFFFF"/>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6159" name="Group 151"/>
            <p:cNvGrpSpPr>
              <a:grpSpLocks/>
            </p:cNvGrpSpPr>
            <p:nvPr userDrawn="1"/>
          </p:nvGrpSpPr>
          <p:grpSpPr bwMode="auto">
            <a:xfrm>
              <a:off x="5893" y="2387"/>
              <a:ext cx="466" cy="115"/>
              <a:chOff x="5893" y="2387"/>
              <a:chExt cx="466" cy="115"/>
            </a:xfrm>
          </p:grpSpPr>
          <p:sp>
            <p:nvSpPr>
              <p:cNvPr id="6220" name="Rectangle 152"/>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21" name="Rectangle 153"/>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22" name="Rectangle 154"/>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23" name="Rectangle 155"/>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0" name="Group 156"/>
            <p:cNvGrpSpPr>
              <a:grpSpLocks/>
            </p:cNvGrpSpPr>
            <p:nvPr userDrawn="1"/>
          </p:nvGrpSpPr>
          <p:grpSpPr bwMode="auto">
            <a:xfrm>
              <a:off x="5893" y="2523"/>
              <a:ext cx="466" cy="115"/>
              <a:chOff x="5893" y="2523"/>
              <a:chExt cx="466" cy="115"/>
            </a:xfrm>
          </p:grpSpPr>
          <p:sp>
            <p:nvSpPr>
              <p:cNvPr id="6216" name="Rectangle 157"/>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7" name="Rectangle 158"/>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8" name="Rectangle 159"/>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9" name="Rectangle 160"/>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1" name="Group 161"/>
            <p:cNvGrpSpPr>
              <a:grpSpLocks/>
            </p:cNvGrpSpPr>
            <p:nvPr userDrawn="1"/>
          </p:nvGrpSpPr>
          <p:grpSpPr bwMode="auto">
            <a:xfrm>
              <a:off x="5893" y="2659"/>
              <a:ext cx="466" cy="115"/>
              <a:chOff x="5893" y="2659"/>
              <a:chExt cx="466" cy="115"/>
            </a:xfrm>
          </p:grpSpPr>
          <p:sp>
            <p:nvSpPr>
              <p:cNvPr id="6212" name="Rectangle 162"/>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3" name="Rectangle 163"/>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4" name="Rectangle 164"/>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5" name="Rectangle 165"/>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2" name="Group 166"/>
            <p:cNvGrpSpPr>
              <a:grpSpLocks/>
            </p:cNvGrpSpPr>
            <p:nvPr userDrawn="1"/>
          </p:nvGrpSpPr>
          <p:grpSpPr bwMode="auto">
            <a:xfrm>
              <a:off x="5893" y="2251"/>
              <a:ext cx="466" cy="119"/>
              <a:chOff x="5893" y="2251"/>
              <a:chExt cx="466" cy="119"/>
            </a:xfrm>
          </p:grpSpPr>
          <p:sp>
            <p:nvSpPr>
              <p:cNvPr id="6208" name="Rectangle 167"/>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9" name="Rectangle 168"/>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0" name="Rectangle 169"/>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1" name="Rectangle 170"/>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3" name="Group 171"/>
            <p:cNvGrpSpPr>
              <a:grpSpLocks/>
            </p:cNvGrpSpPr>
            <p:nvPr userDrawn="1"/>
          </p:nvGrpSpPr>
          <p:grpSpPr bwMode="auto">
            <a:xfrm>
              <a:off x="5893" y="2886"/>
              <a:ext cx="466" cy="115"/>
              <a:chOff x="5893" y="2886"/>
              <a:chExt cx="466" cy="115"/>
            </a:xfrm>
          </p:grpSpPr>
          <p:sp>
            <p:nvSpPr>
              <p:cNvPr id="6204" name="Rectangle 172"/>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5" name="Rectangle 173"/>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6" name="Rectangle 174"/>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7" name="Rectangle 175"/>
              <p:cNvSpPr>
                <a:spLocks noChangeArrowheads="1"/>
              </p:cNvSpPr>
              <p:nvPr userDrawn="1"/>
            </p:nvSpPr>
            <p:spPr bwMode="auto">
              <a:xfrm flipV="1">
                <a:off x="5893" y="2886"/>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4" name="Group 176"/>
            <p:cNvGrpSpPr>
              <a:grpSpLocks/>
            </p:cNvGrpSpPr>
            <p:nvPr userDrawn="1"/>
          </p:nvGrpSpPr>
          <p:grpSpPr bwMode="auto">
            <a:xfrm>
              <a:off x="5893" y="3022"/>
              <a:ext cx="466" cy="115"/>
              <a:chOff x="5893" y="3022"/>
              <a:chExt cx="466" cy="115"/>
            </a:xfrm>
          </p:grpSpPr>
          <p:sp>
            <p:nvSpPr>
              <p:cNvPr id="6200" name="Rectangle 177"/>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1" name="Rectangle 178"/>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2" name="Rectangle 179"/>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3" name="Rectangle 180"/>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5" name="Group 181"/>
            <p:cNvGrpSpPr>
              <a:grpSpLocks/>
            </p:cNvGrpSpPr>
            <p:nvPr userDrawn="1"/>
          </p:nvGrpSpPr>
          <p:grpSpPr bwMode="auto">
            <a:xfrm>
              <a:off x="5893" y="3158"/>
              <a:ext cx="466" cy="115"/>
              <a:chOff x="5893" y="3158"/>
              <a:chExt cx="466" cy="115"/>
            </a:xfrm>
          </p:grpSpPr>
          <p:sp>
            <p:nvSpPr>
              <p:cNvPr id="6196" name="Rectangle 182"/>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7" name="Rectangle 183"/>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8" name="Rectangle 184"/>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9" name="Rectangle 185"/>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6" name="Group 186"/>
            <p:cNvGrpSpPr>
              <a:grpSpLocks/>
            </p:cNvGrpSpPr>
            <p:nvPr userDrawn="1"/>
          </p:nvGrpSpPr>
          <p:grpSpPr bwMode="auto">
            <a:xfrm>
              <a:off x="5893" y="3385"/>
              <a:ext cx="466" cy="115"/>
              <a:chOff x="5893" y="3385"/>
              <a:chExt cx="466" cy="115"/>
            </a:xfrm>
          </p:grpSpPr>
          <p:sp>
            <p:nvSpPr>
              <p:cNvPr id="6192" name="Rectangle 187"/>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3" name="Rectangle 188"/>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4" name="Rectangle 189"/>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5" name="Rectangle 190"/>
              <p:cNvSpPr>
                <a:spLocks noChangeArrowheads="1"/>
              </p:cNvSpPr>
              <p:nvPr userDrawn="1"/>
            </p:nvSpPr>
            <p:spPr bwMode="auto">
              <a:xfrm flipV="1">
                <a:off x="5893" y="3385"/>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7" name="Group 191"/>
            <p:cNvGrpSpPr>
              <a:grpSpLocks/>
            </p:cNvGrpSpPr>
            <p:nvPr userDrawn="1"/>
          </p:nvGrpSpPr>
          <p:grpSpPr bwMode="auto">
            <a:xfrm>
              <a:off x="5893" y="3521"/>
              <a:ext cx="466" cy="115"/>
              <a:chOff x="5893" y="3521"/>
              <a:chExt cx="466" cy="115"/>
            </a:xfrm>
          </p:grpSpPr>
          <p:sp>
            <p:nvSpPr>
              <p:cNvPr id="6188" name="Rectangle 192"/>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9" name="Rectangle 193"/>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0" name="Rectangle 194"/>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1" name="Rectangle 195"/>
              <p:cNvSpPr>
                <a:spLocks noChangeArrowheads="1"/>
              </p:cNvSpPr>
              <p:nvPr userDrawn="1"/>
            </p:nvSpPr>
            <p:spPr bwMode="auto">
              <a:xfrm flipV="1">
                <a:off x="5893" y="3521"/>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8" name="Group 196"/>
            <p:cNvGrpSpPr>
              <a:grpSpLocks/>
            </p:cNvGrpSpPr>
            <p:nvPr userDrawn="1"/>
          </p:nvGrpSpPr>
          <p:grpSpPr bwMode="auto">
            <a:xfrm>
              <a:off x="5893" y="3657"/>
              <a:ext cx="466" cy="115"/>
              <a:chOff x="5893" y="3657"/>
              <a:chExt cx="466" cy="115"/>
            </a:xfrm>
          </p:grpSpPr>
          <p:sp>
            <p:nvSpPr>
              <p:cNvPr id="6184" name="Rectangle 197"/>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5" name="Rectangle 198"/>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6" name="Rectangle 199"/>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7" name="Rectangle 200"/>
              <p:cNvSpPr>
                <a:spLocks noChangeArrowheads="1"/>
              </p:cNvSpPr>
              <p:nvPr userDrawn="1"/>
            </p:nvSpPr>
            <p:spPr bwMode="auto">
              <a:xfrm flipV="1">
                <a:off x="5893" y="3657"/>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9" name="Group 201"/>
            <p:cNvGrpSpPr>
              <a:grpSpLocks/>
            </p:cNvGrpSpPr>
            <p:nvPr userDrawn="1"/>
          </p:nvGrpSpPr>
          <p:grpSpPr bwMode="auto">
            <a:xfrm>
              <a:off x="5893" y="3884"/>
              <a:ext cx="466" cy="115"/>
              <a:chOff x="5893" y="3884"/>
              <a:chExt cx="466" cy="115"/>
            </a:xfrm>
          </p:grpSpPr>
          <p:sp>
            <p:nvSpPr>
              <p:cNvPr id="6180" name="Rectangle 202"/>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1" name="Rectangle 203"/>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2" name="Rectangle 204"/>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3" name="Rectangle 205"/>
              <p:cNvSpPr>
                <a:spLocks noChangeArrowheads="1"/>
              </p:cNvSpPr>
              <p:nvPr userDrawn="1"/>
            </p:nvSpPr>
            <p:spPr bwMode="auto">
              <a:xfrm flipV="1">
                <a:off x="5893" y="3884"/>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70" name="Group 206"/>
            <p:cNvGrpSpPr>
              <a:grpSpLocks/>
            </p:cNvGrpSpPr>
            <p:nvPr userDrawn="1"/>
          </p:nvGrpSpPr>
          <p:grpSpPr bwMode="auto">
            <a:xfrm>
              <a:off x="5893" y="4026"/>
              <a:ext cx="466" cy="115"/>
              <a:chOff x="5893" y="4026"/>
              <a:chExt cx="466" cy="115"/>
            </a:xfrm>
          </p:grpSpPr>
          <p:sp>
            <p:nvSpPr>
              <p:cNvPr id="6176" name="Rectangle 207"/>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7" name="Rectangle 208"/>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8" name="Rectangle 209"/>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9" name="Rectangle 210"/>
              <p:cNvSpPr>
                <a:spLocks noChangeArrowheads="1"/>
              </p:cNvSpPr>
              <p:nvPr userDrawn="1"/>
            </p:nvSpPr>
            <p:spPr bwMode="auto">
              <a:xfrm flipV="1">
                <a:off x="5893" y="4026"/>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71" name="Group 211"/>
            <p:cNvGrpSpPr>
              <a:grpSpLocks/>
            </p:cNvGrpSpPr>
            <p:nvPr userDrawn="1"/>
          </p:nvGrpSpPr>
          <p:grpSpPr bwMode="auto">
            <a:xfrm>
              <a:off x="5893" y="4167"/>
              <a:ext cx="466" cy="115"/>
              <a:chOff x="5893" y="4167"/>
              <a:chExt cx="466" cy="115"/>
            </a:xfrm>
          </p:grpSpPr>
          <p:sp>
            <p:nvSpPr>
              <p:cNvPr id="6172" name="Rectangle 212"/>
              <p:cNvSpPr>
                <a:spLocks noChangeArrowheads="1"/>
              </p:cNvSpPr>
              <p:nvPr userDrawn="1"/>
            </p:nvSpPr>
            <p:spPr bwMode="auto">
              <a:xfrm flipV="1">
                <a:off x="6010" y="416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3" name="Rectangle 213"/>
              <p:cNvSpPr>
                <a:spLocks noChangeArrowheads="1"/>
              </p:cNvSpPr>
              <p:nvPr userDrawn="1"/>
            </p:nvSpPr>
            <p:spPr bwMode="auto">
              <a:xfrm flipV="1">
                <a:off x="6126" y="4167"/>
                <a:ext cx="116" cy="115"/>
              </a:xfrm>
              <a:prstGeom prst="rect">
                <a:avLst/>
              </a:prstGeom>
              <a:solidFill>
                <a:srgbClr val="3333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4" name="Rectangle 214"/>
              <p:cNvSpPr>
                <a:spLocks noChangeArrowheads="1"/>
              </p:cNvSpPr>
              <p:nvPr userDrawn="1"/>
            </p:nvSpPr>
            <p:spPr bwMode="auto">
              <a:xfrm flipV="1">
                <a:off x="6242" y="4167"/>
                <a:ext cx="117" cy="115"/>
              </a:xfrm>
              <a:prstGeom prst="rect">
                <a:avLst/>
              </a:prstGeom>
              <a:solidFill>
                <a:srgbClr val="BBE0E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5" name="Rectangle 215"/>
              <p:cNvSpPr>
                <a:spLocks noChangeArrowheads="1"/>
              </p:cNvSpPr>
              <p:nvPr userDrawn="1"/>
            </p:nvSpPr>
            <p:spPr bwMode="auto">
              <a:xfrm flipV="1">
                <a:off x="5893" y="4167"/>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6156" name="Rectangle 216"/>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配色参考方案：</a:t>
            </a:r>
          </a:p>
          <a:p>
            <a:pPr eaLnBrk="0" hangingPunct="0">
              <a:lnSpc>
                <a:spcPct val="120000"/>
              </a:lnSpc>
              <a:spcBef>
                <a:spcPct val="20000"/>
              </a:spcBef>
              <a:buFont typeface="Arial" pitchFamily="34" charset="0"/>
              <a:buNone/>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6157" name="Rectangle 217"/>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pic>
        <p:nvPicPr>
          <p:cNvPr id="6224" name="Picture 80" descr="bra200912090008_M副本"/>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0" y="1268413"/>
            <a:ext cx="12192000" cy="2951162"/>
          </a:xfrm>
          <a:prstGeom prst="rect">
            <a:avLst/>
          </a:prstGeom>
          <a:noFill/>
          <a:extLst>
            <a:ext uri="{909E8E84-426E-40DD-AFC4-6F175D3DCCD1}">
              <a14:hiddenFill xmlns:a14="http://schemas.microsoft.com/office/drawing/2010/main">
                <a:solidFill>
                  <a:srgbClr val="FFFFFF"/>
                </a:solidFill>
              </a14:hiddenFill>
            </a:ext>
          </a:extLst>
        </p:spPr>
      </p:pic>
      <p:pic>
        <p:nvPicPr>
          <p:cNvPr id="6225" name="Picture 81" descr="未标题-2"/>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8111067" y="1268414"/>
            <a:ext cx="4080933" cy="2949575"/>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7"/>
          <p:cNvSpPr txBox="1">
            <a:spLocks noChangeArrowheads="1"/>
          </p:cNvSpPr>
          <p:nvPr/>
        </p:nvSpPr>
        <p:spPr bwMode="auto">
          <a:xfrm>
            <a:off x="9639300" y="3795714"/>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spTree>
  </p:cSld>
  <p:clrMap bg1="lt1" tx1="dk1" bg2="lt2" tx2="dk2" accent1="accent1" accent2="accent2" accent3="accent3" accent4="accent4" accent5="accent5" accent6="accent6" hlink="hlink" folHlink="folHlink"/>
  <p:sldLayoutIdLst>
    <p:sldLayoutId id="2147483818" r:id="rId1"/>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chemeClr val="tx1"/>
          </a:solidFill>
          <a:latin typeface="+mn-lt"/>
          <a:ea typeface="黑体"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73" name="Rectangle 8"/>
          <p:cNvSpPr>
            <a:spLocks noGrp="1" noChangeArrowheads="1"/>
          </p:cNvSpPr>
          <p:nvPr>
            <p:ph type="title"/>
          </p:nvPr>
        </p:nvSpPr>
        <p:spPr bwMode="auto">
          <a:xfrm>
            <a:off x="1007534" y="4508500"/>
            <a:ext cx="7397751"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单击此处编辑母版标题样式</a:t>
            </a:r>
          </a:p>
        </p:txBody>
      </p:sp>
      <p:sp>
        <p:nvSpPr>
          <p:cNvPr id="82" name="Text Box 5"/>
          <p:cNvSpPr txBox="1">
            <a:spLocks noChangeArrowheads="1"/>
          </p:cNvSpPr>
          <p:nvPr/>
        </p:nvSpPr>
        <p:spPr bwMode="auto">
          <a:xfrm>
            <a:off x="1007534" y="6219825"/>
            <a:ext cx="2951770" cy="215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bIns="0">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eaLnBrk="0" hangingPunct="0">
              <a:defRPr/>
            </a:pPr>
            <a:r>
              <a:rPr lang="en-US" altLang="zh-CN" sz="1400" smtClean="0">
                <a:latin typeface="FrutigerNext LT Bold" pitchFamily="34" charset="0"/>
                <a:ea typeface="MS PGothic" pitchFamily="34" charset="-128"/>
              </a:rPr>
              <a:t>HUAWEI TECHNOLOGIES CO., LTD.</a:t>
            </a:r>
          </a:p>
        </p:txBody>
      </p:sp>
      <p:pic>
        <p:nvPicPr>
          <p:cNvPr id="7175" name="Picture 6" descr="Logo"/>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6"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85" name="Rectangle 19"/>
          <p:cNvSpPr>
            <a:spLocks noGrp="1" noChangeArrowheads="1"/>
          </p:cNvSpPr>
          <p:nvPr>
            <p:ph type="dt" sz="quarter" idx="2"/>
          </p:nvPr>
        </p:nvSpPr>
        <p:spPr bwMode="auto">
          <a:xfrm>
            <a:off x="1007533" y="476251"/>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Arial" charset="0"/>
                <a:ea typeface="黑体" pitchFamily="49" charset="-122"/>
              </a:defRPr>
            </a:lvl1pPr>
          </a:lstStyle>
          <a:p>
            <a:pPr>
              <a:defRPr/>
            </a:pPr>
            <a:endParaRPr lang="en-US" altLang="zh-CN"/>
          </a:p>
        </p:txBody>
      </p:sp>
      <p:sp>
        <p:nvSpPr>
          <p:cNvPr id="7178" name="Rectangle 13"/>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Medium</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英文正文</a:t>
            </a:r>
            <a:r>
              <a:rPr lang="en-US" altLang="zh-CN" sz="1100">
                <a:solidFill>
                  <a:srgbClr val="FFFFFF"/>
                </a:solidFill>
              </a:rPr>
              <a:t>:20-22pt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Regular</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中文正文</a:t>
            </a:r>
            <a:r>
              <a:rPr lang="en-US" altLang="zh-CN" sz="1100">
                <a:solidFill>
                  <a:srgbClr val="FFFFFF"/>
                </a:solidFill>
              </a:rPr>
              <a:t>:18-20pt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 </a:t>
            </a:r>
            <a:endParaRPr lang="zh-CN" altLang="en-US" sz="1100">
              <a:solidFill>
                <a:srgbClr val="000000"/>
              </a:solidFill>
            </a:endParaRPr>
          </a:p>
        </p:txBody>
      </p:sp>
      <p:grpSp>
        <p:nvGrpSpPr>
          <p:cNvPr id="7179" name="Group 148"/>
          <p:cNvGrpSpPr>
            <a:grpSpLocks/>
          </p:cNvGrpSpPr>
          <p:nvPr/>
        </p:nvGrpSpPr>
        <p:grpSpPr bwMode="auto">
          <a:xfrm>
            <a:off x="12433301" y="3511550"/>
            <a:ext cx="1225551" cy="3224212"/>
            <a:chOff x="5839" y="2251"/>
            <a:chExt cx="579" cy="2031"/>
          </a:xfrm>
        </p:grpSpPr>
        <p:sp>
          <p:nvSpPr>
            <p:cNvPr id="7182" name="Rectangle 149"/>
            <p:cNvSpPr>
              <a:spLocks noChangeArrowheads="1"/>
            </p:cNvSpPr>
            <p:nvPr userDrawn="1"/>
          </p:nvSpPr>
          <p:spPr bwMode="auto">
            <a:xfrm>
              <a:off x="5839" y="3143"/>
              <a:ext cx="579" cy="233"/>
            </a:xfrm>
            <a:prstGeom prst="rect">
              <a:avLst/>
            </a:prstGeom>
            <a:solidFill>
              <a:srgbClr val="FFFFFF"/>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7183" name="Group 150"/>
            <p:cNvGrpSpPr>
              <a:grpSpLocks/>
            </p:cNvGrpSpPr>
            <p:nvPr userDrawn="1"/>
          </p:nvGrpSpPr>
          <p:grpSpPr bwMode="auto">
            <a:xfrm>
              <a:off x="5893" y="2387"/>
              <a:ext cx="466" cy="115"/>
              <a:chOff x="5893" y="2387"/>
              <a:chExt cx="466" cy="115"/>
            </a:xfrm>
          </p:grpSpPr>
          <p:sp>
            <p:nvSpPr>
              <p:cNvPr id="7244" name="Rectangle 151"/>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5" name="Rectangle 152"/>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6" name="Rectangle 153"/>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7" name="Rectangle 154"/>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4" name="Group 155"/>
            <p:cNvGrpSpPr>
              <a:grpSpLocks/>
            </p:cNvGrpSpPr>
            <p:nvPr userDrawn="1"/>
          </p:nvGrpSpPr>
          <p:grpSpPr bwMode="auto">
            <a:xfrm>
              <a:off x="5893" y="2523"/>
              <a:ext cx="466" cy="115"/>
              <a:chOff x="5893" y="2523"/>
              <a:chExt cx="466" cy="115"/>
            </a:xfrm>
          </p:grpSpPr>
          <p:sp>
            <p:nvSpPr>
              <p:cNvPr id="7240" name="Rectangle 156"/>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1" name="Rectangle 157"/>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2" name="Rectangle 158"/>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3" name="Rectangle 159"/>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5" name="Group 160"/>
            <p:cNvGrpSpPr>
              <a:grpSpLocks/>
            </p:cNvGrpSpPr>
            <p:nvPr userDrawn="1"/>
          </p:nvGrpSpPr>
          <p:grpSpPr bwMode="auto">
            <a:xfrm>
              <a:off x="5893" y="2659"/>
              <a:ext cx="466" cy="115"/>
              <a:chOff x="5893" y="2659"/>
              <a:chExt cx="466" cy="115"/>
            </a:xfrm>
          </p:grpSpPr>
          <p:sp>
            <p:nvSpPr>
              <p:cNvPr id="7236" name="Rectangle 161"/>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7" name="Rectangle 162"/>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8" name="Rectangle 163"/>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9" name="Rectangle 164"/>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6" name="Group 165"/>
            <p:cNvGrpSpPr>
              <a:grpSpLocks/>
            </p:cNvGrpSpPr>
            <p:nvPr userDrawn="1"/>
          </p:nvGrpSpPr>
          <p:grpSpPr bwMode="auto">
            <a:xfrm>
              <a:off x="5893" y="2251"/>
              <a:ext cx="466" cy="119"/>
              <a:chOff x="5893" y="2251"/>
              <a:chExt cx="466" cy="119"/>
            </a:xfrm>
          </p:grpSpPr>
          <p:sp>
            <p:nvSpPr>
              <p:cNvPr id="7232" name="Rectangle 166"/>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3" name="Rectangle 167"/>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4" name="Rectangle 168"/>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5" name="Rectangle 169"/>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7" name="Group 170"/>
            <p:cNvGrpSpPr>
              <a:grpSpLocks/>
            </p:cNvGrpSpPr>
            <p:nvPr userDrawn="1"/>
          </p:nvGrpSpPr>
          <p:grpSpPr bwMode="auto">
            <a:xfrm>
              <a:off x="5893" y="2886"/>
              <a:ext cx="466" cy="115"/>
              <a:chOff x="5893" y="2886"/>
              <a:chExt cx="466" cy="115"/>
            </a:xfrm>
          </p:grpSpPr>
          <p:sp>
            <p:nvSpPr>
              <p:cNvPr id="7228" name="Rectangle 171"/>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9" name="Rectangle 172"/>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0" name="Rectangle 173"/>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1" name="Rectangle 174"/>
              <p:cNvSpPr>
                <a:spLocks noChangeArrowheads="1"/>
              </p:cNvSpPr>
              <p:nvPr userDrawn="1"/>
            </p:nvSpPr>
            <p:spPr bwMode="auto">
              <a:xfrm flipV="1">
                <a:off x="5893" y="2886"/>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8" name="Group 175"/>
            <p:cNvGrpSpPr>
              <a:grpSpLocks/>
            </p:cNvGrpSpPr>
            <p:nvPr userDrawn="1"/>
          </p:nvGrpSpPr>
          <p:grpSpPr bwMode="auto">
            <a:xfrm>
              <a:off x="5893" y="3022"/>
              <a:ext cx="466" cy="115"/>
              <a:chOff x="5893" y="3022"/>
              <a:chExt cx="466" cy="115"/>
            </a:xfrm>
          </p:grpSpPr>
          <p:sp>
            <p:nvSpPr>
              <p:cNvPr id="7224" name="Rectangle 176"/>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5" name="Rectangle 177"/>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6" name="Rectangle 178"/>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7" name="Rectangle 179"/>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9" name="Group 180"/>
            <p:cNvGrpSpPr>
              <a:grpSpLocks/>
            </p:cNvGrpSpPr>
            <p:nvPr userDrawn="1"/>
          </p:nvGrpSpPr>
          <p:grpSpPr bwMode="auto">
            <a:xfrm>
              <a:off x="5893" y="3158"/>
              <a:ext cx="466" cy="115"/>
              <a:chOff x="5893" y="3158"/>
              <a:chExt cx="466" cy="115"/>
            </a:xfrm>
          </p:grpSpPr>
          <p:sp>
            <p:nvSpPr>
              <p:cNvPr id="7220" name="Rectangle 181"/>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1" name="Rectangle 182"/>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2" name="Rectangle 183"/>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3" name="Rectangle 184"/>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0" name="Group 185"/>
            <p:cNvGrpSpPr>
              <a:grpSpLocks/>
            </p:cNvGrpSpPr>
            <p:nvPr userDrawn="1"/>
          </p:nvGrpSpPr>
          <p:grpSpPr bwMode="auto">
            <a:xfrm>
              <a:off x="5893" y="3385"/>
              <a:ext cx="466" cy="115"/>
              <a:chOff x="5893" y="3385"/>
              <a:chExt cx="466" cy="115"/>
            </a:xfrm>
          </p:grpSpPr>
          <p:sp>
            <p:nvSpPr>
              <p:cNvPr id="7216" name="Rectangle 186"/>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7" name="Rectangle 187"/>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8" name="Rectangle 188"/>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9" name="Rectangle 189"/>
              <p:cNvSpPr>
                <a:spLocks noChangeArrowheads="1"/>
              </p:cNvSpPr>
              <p:nvPr userDrawn="1"/>
            </p:nvSpPr>
            <p:spPr bwMode="auto">
              <a:xfrm flipV="1">
                <a:off x="5893" y="3385"/>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1" name="Group 190"/>
            <p:cNvGrpSpPr>
              <a:grpSpLocks/>
            </p:cNvGrpSpPr>
            <p:nvPr userDrawn="1"/>
          </p:nvGrpSpPr>
          <p:grpSpPr bwMode="auto">
            <a:xfrm>
              <a:off x="5893" y="3521"/>
              <a:ext cx="466" cy="115"/>
              <a:chOff x="5893" y="3521"/>
              <a:chExt cx="466" cy="115"/>
            </a:xfrm>
          </p:grpSpPr>
          <p:sp>
            <p:nvSpPr>
              <p:cNvPr id="7212" name="Rectangle 191"/>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3" name="Rectangle 192"/>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4" name="Rectangle 193"/>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5" name="Rectangle 194"/>
              <p:cNvSpPr>
                <a:spLocks noChangeArrowheads="1"/>
              </p:cNvSpPr>
              <p:nvPr userDrawn="1"/>
            </p:nvSpPr>
            <p:spPr bwMode="auto">
              <a:xfrm flipV="1">
                <a:off x="5893" y="3521"/>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2" name="Group 195"/>
            <p:cNvGrpSpPr>
              <a:grpSpLocks/>
            </p:cNvGrpSpPr>
            <p:nvPr userDrawn="1"/>
          </p:nvGrpSpPr>
          <p:grpSpPr bwMode="auto">
            <a:xfrm>
              <a:off x="5893" y="3657"/>
              <a:ext cx="466" cy="115"/>
              <a:chOff x="5893" y="3657"/>
              <a:chExt cx="466" cy="115"/>
            </a:xfrm>
          </p:grpSpPr>
          <p:sp>
            <p:nvSpPr>
              <p:cNvPr id="7208" name="Rectangle 196"/>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9" name="Rectangle 197"/>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0" name="Rectangle 198"/>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1" name="Rectangle 199"/>
              <p:cNvSpPr>
                <a:spLocks noChangeArrowheads="1"/>
              </p:cNvSpPr>
              <p:nvPr userDrawn="1"/>
            </p:nvSpPr>
            <p:spPr bwMode="auto">
              <a:xfrm flipV="1">
                <a:off x="5893" y="3657"/>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3" name="Group 200"/>
            <p:cNvGrpSpPr>
              <a:grpSpLocks/>
            </p:cNvGrpSpPr>
            <p:nvPr userDrawn="1"/>
          </p:nvGrpSpPr>
          <p:grpSpPr bwMode="auto">
            <a:xfrm>
              <a:off x="5893" y="3884"/>
              <a:ext cx="466" cy="115"/>
              <a:chOff x="5893" y="3884"/>
              <a:chExt cx="466" cy="115"/>
            </a:xfrm>
          </p:grpSpPr>
          <p:sp>
            <p:nvSpPr>
              <p:cNvPr id="7204" name="Rectangle 201"/>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5" name="Rectangle 202"/>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6" name="Rectangle 203"/>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7" name="Rectangle 204"/>
              <p:cNvSpPr>
                <a:spLocks noChangeArrowheads="1"/>
              </p:cNvSpPr>
              <p:nvPr userDrawn="1"/>
            </p:nvSpPr>
            <p:spPr bwMode="auto">
              <a:xfrm flipV="1">
                <a:off x="5893" y="3884"/>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4" name="Group 205"/>
            <p:cNvGrpSpPr>
              <a:grpSpLocks/>
            </p:cNvGrpSpPr>
            <p:nvPr userDrawn="1"/>
          </p:nvGrpSpPr>
          <p:grpSpPr bwMode="auto">
            <a:xfrm>
              <a:off x="5893" y="4026"/>
              <a:ext cx="466" cy="115"/>
              <a:chOff x="5893" y="4026"/>
              <a:chExt cx="466" cy="115"/>
            </a:xfrm>
          </p:grpSpPr>
          <p:sp>
            <p:nvSpPr>
              <p:cNvPr id="7200" name="Rectangle 206"/>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1" name="Rectangle 207"/>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2" name="Rectangle 208"/>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3" name="Rectangle 209"/>
              <p:cNvSpPr>
                <a:spLocks noChangeArrowheads="1"/>
              </p:cNvSpPr>
              <p:nvPr userDrawn="1"/>
            </p:nvSpPr>
            <p:spPr bwMode="auto">
              <a:xfrm flipV="1">
                <a:off x="5893" y="4026"/>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5" name="Group 210"/>
            <p:cNvGrpSpPr>
              <a:grpSpLocks/>
            </p:cNvGrpSpPr>
            <p:nvPr userDrawn="1"/>
          </p:nvGrpSpPr>
          <p:grpSpPr bwMode="auto">
            <a:xfrm>
              <a:off x="5893" y="4167"/>
              <a:ext cx="466" cy="115"/>
              <a:chOff x="5893" y="4167"/>
              <a:chExt cx="466" cy="115"/>
            </a:xfrm>
          </p:grpSpPr>
          <p:sp>
            <p:nvSpPr>
              <p:cNvPr id="7196" name="Rectangle 211"/>
              <p:cNvSpPr>
                <a:spLocks noChangeArrowheads="1"/>
              </p:cNvSpPr>
              <p:nvPr userDrawn="1"/>
            </p:nvSpPr>
            <p:spPr bwMode="auto">
              <a:xfrm flipV="1">
                <a:off x="6010" y="416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7" name="Rectangle 212"/>
              <p:cNvSpPr>
                <a:spLocks noChangeArrowheads="1"/>
              </p:cNvSpPr>
              <p:nvPr userDrawn="1"/>
            </p:nvSpPr>
            <p:spPr bwMode="auto">
              <a:xfrm flipV="1">
                <a:off x="6126" y="4167"/>
                <a:ext cx="116" cy="115"/>
              </a:xfrm>
              <a:prstGeom prst="rect">
                <a:avLst/>
              </a:prstGeom>
              <a:solidFill>
                <a:srgbClr val="3333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8" name="Rectangle 213"/>
              <p:cNvSpPr>
                <a:spLocks noChangeArrowheads="1"/>
              </p:cNvSpPr>
              <p:nvPr userDrawn="1"/>
            </p:nvSpPr>
            <p:spPr bwMode="auto">
              <a:xfrm flipV="1">
                <a:off x="6242" y="4167"/>
                <a:ext cx="117" cy="115"/>
              </a:xfrm>
              <a:prstGeom prst="rect">
                <a:avLst/>
              </a:prstGeom>
              <a:solidFill>
                <a:srgbClr val="BBE0E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9" name="Rectangle 214"/>
              <p:cNvSpPr>
                <a:spLocks noChangeArrowheads="1"/>
              </p:cNvSpPr>
              <p:nvPr userDrawn="1"/>
            </p:nvSpPr>
            <p:spPr bwMode="auto">
              <a:xfrm flipV="1">
                <a:off x="5893" y="4167"/>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7180" name="Rectangle 215"/>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配色参考方案：</a:t>
            </a:r>
          </a:p>
          <a:p>
            <a:pPr eaLnBrk="0" hangingPunct="0">
              <a:lnSpc>
                <a:spcPct val="120000"/>
              </a:lnSpc>
              <a:spcBef>
                <a:spcPct val="20000"/>
              </a:spcBef>
              <a:buFont typeface="Arial" pitchFamily="34" charset="0"/>
              <a:buNone/>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7181" name="Rectangle 216"/>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pic>
        <p:nvPicPr>
          <p:cNvPr id="7248" name="Picture 80" descr="sb10064568n-001副本"/>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0" y="1268413"/>
            <a:ext cx="12192000" cy="2951162"/>
          </a:xfrm>
          <a:prstGeom prst="rect">
            <a:avLst/>
          </a:prstGeom>
          <a:noFill/>
          <a:extLst>
            <a:ext uri="{909E8E84-426E-40DD-AFC4-6F175D3DCCD1}">
              <a14:hiddenFill xmlns:a14="http://schemas.microsoft.com/office/drawing/2010/main">
                <a:solidFill>
                  <a:srgbClr val="FFFFFF"/>
                </a:solidFill>
              </a14:hiddenFill>
            </a:ext>
          </a:extLst>
        </p:spPr>
      </p:pic>
      <p:pic>
        <p:nvPicPr>
          <p:cNvPr id="7249" name="Picture 81" descr="未标题-2"/>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8111067" y="1268414"/>
            <a:ext cx="4080933" cy="2949575"/>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7"/>
          <p:cNvSpPr txBox="1">
            <a:spLocks noChangeArrowheads="1"/>
          </p:cNvSpPr>
          <p:nvPr/>
        </p:nvSpPr>
        <p:spPr bwMode="auto">
          <a:xfrm>
            <a:off x="9639300" y="3795714"/>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spTree>
  </p:cSld>
  <p:clrMap bg1="lt1" tx1="dk1" bg2="lt2" tx2="dk2" accent1="accent1" accent2="accent2" accent3="accent3" accent4="accent4" accent5="accent5" accent6="accent6" hlink="hlink" folHlink="folHlink"/>
  <p:sldLayoutIdLst>
    <p:sldLayoutId id="2147483819" r:id="rId1"/>
    <p:sldLayoutId id="2147483826" r:id="rId2"/>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chemeClr val="tx1"/>
          </a:solidFill>
          <a:latin typeface="+mn-lt"/>
          <a:ea typeface="黑体"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197" name="Rectangle 8"/>
          <p:cNvSpPr>
            <a:spLocks noGrp="1" noChangeArrowheads="1"/>
          </p:cNvSpPr>
          <p:nvPr>
            <p:ph type="title"/>
          </p:nvPr>
        </p:nvSpPr>
        <p:spPr bwMode="auto">
          <a:xfrm>
            <a:off x="1007534" y="4508500"/>
            <a:ext cx="7397751"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单击此处编辑母版标题样式</a:t>
            </a:r>
          </a:p>
        </p:txBody>
      </p:sp>
      <p:sp>
        <p:nvSpPr>
          <p:cNvPr id="82" name="Text Box 5"/>
          <p:cNvSpPr txBox="1">
            <a:spLocks noChangeArrowheads="1"/>
          </p:cNvSpPr>
          <p:nvPr/>
        </p:nvSpPr>
        <p:spPr bwMode="auto">
          <a:xfrm>
            <a:off x="1007534" y="6219825"/>
            <a:ext cx="2951770" cy="215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bIns="0">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eaLnBrk="0" hangingPunct="0">
              <a:defRPr/>
            </a:pPr>
            <a:r>
              <a:rPr lang="en-US" altLang="zh-CN" sz="1400" smtClean="0">
                <a:latin typeface="FrutigerNext LT Bold" pitchFamily="34" charset="0"/>
                <a:ea typeface="MS PGothic" pitchFamily="34" charset="-128"/>
              </a:rPr>
              <a:t>HUAWEI TECHNOLOGIES CO., LTD.</a:t>
            </a:r>
          </a:p>
        </p:txBody>
      </p:sp>
      <p:pic>
        <p:nvPicPr>
          <p:cNvPr id="8199" name="Picture 6" descr="Logo"/>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0"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85" name="Rectangle 19"/>
          <p:cNvSpPr>
            <a:spLocks noGrp="1" noChangeArrowheads="1"/>
          </p:cNvSpPr>
          <p:nvPr>
            <p:ph type="dt" sz="quarter" idx="2"/>
          </p:nvPr>
        </p:nvSpPr>
        <p:spPr bwMode="auto">
          <a:xfrm>
            <a:off x="1007533" y="476251"/>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Arial" charset="0"/>
                <a:ea typeface="黑体" pitchFamily="49" charset="-122"/>
              </a:defRPr>
            </a:lvl1pPr>
          </a:lstStyle>
          <a:p>
            <a:pPr>
              <a:defRPr/>
            </a:pPr>
            <a:endParaRPr lang="en-US" altLang="zh-CN"/>
          </a:p>
        </p:txBody>
      </p:sp>
      <p:sp>
        <p:nvSpPr>
          <p:cNvPr id="8202" name="Rectangle 15"/>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Medium</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英文正文</a:t>
            </a:r>
            <a:r>
              <a:rPr lang="en-US" altLang="zh-CN" sz="1100">
                <a:solidFill>
                  <a:srgbClr val="FFFFFF"/>
                </a:solidFill>
              </a:rPr>
              <a:t>:20-22pt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Regular</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中文正文</a:t>
            </a:r>
            <a:r>
              <a:rPr lang="en-US" altLang="zh-CN" sz="1100">
                <a:solidFill>
                  <a:srgbClr val="FFFFFF"/>
                </a:solidFill>
              </a:rPr>
              <a:t>:18-20pt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 </a:t>
            </a:r>
            <a:endParaRPr lang="zh-CN" altLang="en-US" sz="1100">
              <a:solidFill>
                <a:srgbClr val="000000"/>
              </a:solidFill>
            </a:endParaRPr>
          </a:p>
        </p:txBody>
      </p:sp>
      <p:grpSp>
        <p:nvGrpSpPr>
          <p:cNvPr id="8203" name="Group 83"/>
          <p:cNvGrpSpPr>
            <a:grpSpLocks/>
          </p:cNvGrpSpPr>
          <p:nvPr/>
        </p:nvGrpSpPr>
        <p:grpSpPr bwMode="auto">
          <a:xfrm>
            <a:off x="12433301" y="3511550"/>
            <a:ext cx="1225551" cy="3224212"/>
            <a:chOff x="5839" y="2251"/>
            <a:chExt cx="579" cy="2031"/>
          </a:xfrm>
        </p:grpSpPr>
        <p:sp>
          <p:nvSpPr>
            <p:cNvPr id="8206" name="Rectangle 84"/>
            <p:cNvSpPr>
              <a:spLocks noChangeArrowheads="1"/>
            </p:cNvSpPr>
            <p:nvPr userDrawn="1"/>
          </p:nvSpPr>
          <p:spPr bwMode="auto">
            <a:xfrm>
              <a:off x="5839" y="3143"/>
              <a:ext cx="579" cy="233"/>
            </a:xfrm>
            <a:prstGeom prst="rect">
              <a:avLst/>
            </a:prstGeom>
            <a:solidFill>
              <a:srgbClr val="FFFFFF"/>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8207" name="Group 85"/>
            <p:cNvGrpSpPr>
              <a:grpSpLocks/>
            </p:cNvGrpSpPr>
            <p:nvPr userDrawn="1"/>
          </p:nvGrpSpPr>
          <p:grpSpPr bwMode="auto">
            <a:xfrm>
              <a:off x="5893" y="2387"/>
              <a:ext cx="466" cy="115"/>
              <a:chOff x="5893" y="2387"/>
              <a:chExt cx="466" cy="115"/>
            </a:xfrm>
          </p:grpSpPr>
          <p:sp>
            <p:nvSpPr>
              <p:cNvPr id="8268" name="Rectangle 86"/>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9" name="Rectangle 87"/>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70" name="Rectangle 88"/>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71" name="Rectangle 89"/>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08" name="Group 90"/>
            <p:cNvGrpSpPr>
              <a:grpSpLocks/>
            </p:cNvGrpSpPr>
            <p:nvPr userDrawn="1"/>
          </p:nvGrpSpPr>
          <p:grpSpPr bwMode="auto">
            <a:xfrm>
              <a:off x="5893" y="2523"/>
              <a:ext cx="466" cy="115"/>
              <a:chOff x="5893" y="2523"/>
              <a:chExt cx="466" cy="115"/>
            </a:xfrm>
          </p:grpSpPr>
          <p:sp>
            <p:nvSpPr>
              <p:cNvPr id="8264" name="Rectangle 91"/>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5" name="Rectangle 92"/>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6" name="Rectangle 93"/>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7" name="Rectangle 94"/>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09" name="Group 95"/>
            <p:cNvGrpSpPr>
              <a:grpSpLocks/>
            </p:cNvGrpSpPr>
            <p:nvPr userDrawn="1"/>
          </p:nvGrpSpPr>
          <p:grpSpPr bwMode="auto">
            <a:xfrm>
              <a:off x="5893" y="2659"/>
              <a:ext cx="466" cy="115"/>
              <a:chOff x="5893" y="2659"/>
              <a:chExt cx="466" cy="115"/>
            </a:xfrm>
          </p:grpSpPr>
          <p:sp>
            <p:nvSpPr>
              <p:cNvPr id="8260" name="Rectangle 96"/>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1" name="Rectangle 97"/>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2" name="Rectangle 98"/>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3" name="Rectangle 99"/>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0" name="Group 100"/>
            <p:cNvGrpSpPr>
              <a:grpSpLocks/>
            </p:cNvGrpSpPr>
            <p:nvPr userDrawn="1"/>
          </p:nvGrpSpPr>
          <p:grpSpPr bwMode="auto">
            <a:xfrm>
              <a:off x="5893" y="2251"/>
              <a:ext cx="466" cy="119"/>
              <a:chOff x="5893" y="2251"/>
              <a:chExt cx="466" cy="119"/>
            </a:xfrm>
          </p:grpSpPr>
          <p:sp>
            <p:nvSpPr>
              <p:cNvPr id="8256" name="Rectangle 101"/>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7" name="Rectangle 102"/>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8" name="Rectangle 103"/>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9" name="Rectangle 104"/>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1" name="Group 105"/>
            <p:cNvGrpSpPr>
              <a:grpSpLocks/>
            </p:cNvGrpSpPr>
            <p:nvPr userDrawn="1"/>
          </p:nvGrpSpPr>
          <p:grpSpPr bwMode="auto">
            <a:xfrm>
              <a:off x="5893" y="2886"/>
              <a:ext cx="466" cy="115"/>
              <a:chOff x="5893" y="2886"/>
              <a:chExt cx="466" cy="115"/>
            </a:xfrm>
          </p:grpSpPr>
          <p:sp>
            <p:nvSpPr>
              <p:cNvPr id="8252" name="Rectangle 106"/>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3" name="Rectangle 107"/>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4" name="Rectangle 108"/>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5" name="Rectangle 109"/>
              <p:cNvSpPr>
                <a:spLocks noChangeArrowheads="1"/>
              </p:cNvSpPr>
              <p:nvPr userDrawn="1"/>
            </p:nvSpPr>
            <p:spPr bwMode="auto">
              <a:xfrm flipV="1">
                <a:off x="5893" y="2886"/>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2" name="Group 110"/>
            <p:cNvGrpSpPr>
              <a:grpSpLocks/>
            </p:cNvGrpSpPr>
            <p:nvPr userDrawn="1"/>
          </p:nvGrpSpPr>
          <p:grpSpPr bwMode="auto">
            <a:xfrm>
              <a:off x="5893" y="3022"/>
              <a:ext cx="466" cy="115"/>
              <a:chOff x="5893" y="3022"/>
              <a:chExt cx="466" cy="115"/>
            </a:xfrm>
          </p:grpSpPr>
          <p:sp>
            <p:nvSpPr>
              <p:cNvPr id="8248" name="Rectangle 111"/>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9" name="Rectangle 112"/>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0" name="Rectangle 113"/>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1" name="Rectangle 114"/>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3" name="Group 115"/>
            <p:cNvGrpSpPr>
              <a:grpSpLocks/>
            </p:cNvGrpSpPr>
            <p:nvPr userDrawn="1"/>
          </p:nvGrpSpPr>
          <p:grpSpPr bwMode="auto">
            <a:xfrm>
              <a:off x="5893" y="3158"/>
              <a:ext cx="466" cy="115"/>
              <a:chOff x="5893" y="3158"/>
              <a:chExt cx="466" cy="115"/>
            </a:xfrm>
          </p:grpSpPr>
          <p:sp>
            <p:nvSpPr>
              <p:cNvPr id="8244" name="Rectangle 116"/>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5" name="Rectangle 117"/>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6" name="Rectangle 118"/>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7" name="Rectangle 119"/>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4" name="Group 120"/>
            <p:cNvGrpSpPr>
              <a:grpSpLocks/>
            </p:cNvGrpSpPr>
            <p:nvPr userDrawn="1"/>
          </p:nvGrpSpPr>
          <p:grpSpPr bwMode="auto">
            <a:xfrm>
              <a:off x="5893" y="3385"/>
              <a:ext cx="466" cy="115"/>
              <a:chOff x="5893" y="3385"/>
              <a:chExt cx="466" cy="115"/>
            </a:xfrm>
          </p:grpSpPr>
          <p:sp>
            <p:nvSpPr>
              <p:cNvPr id="8240" name="Rectangle 121"/>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1" name="Rectangle 122"/>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2" name="Rectangle 123"/>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3" name="Rectangle 124"/>
              <p:cNvSpPr>
                <a:spLocks noChangeArrowheads="1"/>
              </p:cNvSpPr>
              <p:nvPr userDrawn="1"/>
            </p:nvSpPr>
            <p:spPr bwMode="auto">
              <a:xfrm flipV="1">
                <a:off x="5893" y="3385"/>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5" name="Group 125"/>
            <p:cNvGrpSpPr>
              <a:grpSpLocks/>
            </p:cNvGrpSpPr>
            <p:nvPr userDrawn="1"/>
          </p:nvGrpSpPr>
          <p:grpSpPr bwMode="auto">
            <a:xfrm>
              <a:off x="5893" y="3521"/>
              <a:ext cx="466" cy="115"/>
              <a:chOff x="5893" y="3521"/>
              <a:chExt cx="466" cy="115"/>
            </a:xfrm>
          </p:grpSpPr>
          <p:sp>
            <p:nvSpPr>
              <p:cNvPr id="8236" name="Rectangle 126"/>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7" name="Rectangle 127"/>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8" name="Rectangle 128"/>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9" name="Rectangle 129"/>
              <p:cNvSpPr>
                <a:spLocks noChangeArrowheads="1"/>
              </p:cNvSpPr>
              <p:nvPr userDrawn="1"/>
            </p:nvSpPr>
            <p:spPr bwMode="auto">
              <a:xfrm flipV="1">
                <a:off x="5893" y="3521"/>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6" name="Group 130"/>
            <p:cNvGrpSpPr>
              <a:grpSpLocks/>
            </p:cNvGrpSpPr>
            <p:nvPr userDrawn="1"/>
          </p:nvGrpSpPr>
          <p:grpSpPr bwMode="auto">
            <a:xfrm>
              <a:off x="5893" y="3657"/>
              <a:ext cx="466" cy="115"/>
              <a:chOff x="5893" y="3657"/>
              <a:chExt cx="466" cy="115"/>
            </a:xfrm>
          </p:grpSpPr>
          <p:sp>
            <p:nvSpPr>
              <p:cNvPr id="8232" name="Rectangle 131"/>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3" name="Rectangle 132"/>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4" name="Rectangle 133"/>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5" name="Rectangle 134"/>
              <p:cNvSpPr>
                <a:spLocks noChangeArrowheads="1"/>
              </p:cNvSpPr>
              <p:nvPr userDrawn="1"/>
            </p:nvSpPr>
            <p:spPr bwMode="auto">
              <a:xfrm flipV="1">
                <a:off x="5893" y="3657"/>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7" name="Group 135"/>
            <p:cNvGrpSpPr>
              <a:grpSpLocks/>
            </p:cNvGrpSpPr>
            <p:nvPr userDrawn="1"/>
          </p:nvGrpSpPr>
          <p:grpSpPr bwMode="auto">
            <a:xfrm>
              <a:off x="5893" y="3884"/>
              <a:ext cx="466" cy="115"/>
              <a:chOff x="5893" y="3884"/>
              <a:chExt cx="466" cy="115"/>
            </a:xfrm>
          </p:grpSpPr>
          <p:sp>
            <p:nvSpPr>
              <p:cNvPr id="8228" name="Rectangle 136"/>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9" name="Rectangle 137"/>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0" name="Rectangle 138"/>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1" name="Rectangle 139"/>
              <p:cNvSpPr>
                <a:spLocks noChangeArrowheads="1"/>
              </p:cNvSpPr>
              <p:nvPr userDrawn="1"/>
            </p:nvSpPr>
            <p:spPr bwMode="auto">
              <a:xfrm flipV="1">
                <a:off x="5893" y="3884"/>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8" name="Group 140"/>
            <p:cNvGrpSpPr>
              <a:grpSpLocks/>
            </p:cNvGrpSpPr>
            <p:nvPr userDrawn="1"/>
          </p:nvGrpSpPr>
          <p:grpSpPr bwMode="auto">
            <a:xfrm>
              <a:off x="5893" y="4026"/>
              <a:ext cx="466" cy="115"/>
              <a:chOff x="5893" y="4026"/>
              <a:chExt cx="466" cy="115"/>
            </a:xfrm>
          </p:grpSpPr>
          <p:sp>
            <p:nvSpPr>
              <p:cNvPr id="8224" name="Rectangle 141"/>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5" name="Rectangle 142"/>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6" name="Rectangle 143"/>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7" name="Rectangle 144"/>
              <p:cNvSpPr>
                <a:spLocks noChangeArrowheads="1"/>
              </p:cNvSpPr>
              <p:nvPr userDrawn="1"/>
            </p:nvSpPr>
            <p:spPr bwMode="auto">
              <a:xfrm flipV="1">
                <a:off x="5893" y="4026"/>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9" name="Group 145"/>
            <p:cNvGrpSpPr>
              <a:grpSpLocks/>
            </p:cNvGrpSpPr>
            <p:nvPr userDrawn="1"/>
          </p:nvGrpSpPr>
          <p:grpSpPr bwMode="auto">
            <a:xfrm>
              <a:off x="5893" y="4167"/>
              <a:ext cx="466" cy="115"/>
              <a:chOff x="5893" y="4167"/>
              <a:chExt cx="466" cy="115"/>
            </a:xfrm>
          </p:grpSpPr>
          <p:sp>
            <p:nvSpPr>
              <p:cNvPr id="8220" name="Rectangle 146"/>
              <p:cNvSpPr>
                <a:spLocks noChangeArrowheads="1"/>
              </p:cNvSpPr>
              <p:nvPr userDrawn="1"/>
            </p:nvSpPr>
            <p:spPr bwMode="auto">
              <a:xfrm flipV="1">
                <a:off x="6010" y="416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1" name="Rectangle 147"/>
              <p:cNvSpPr>
                <a:spLocks noChangeArrowheads="1"/>
              </p:cNvSpPr>
              <p:nvPr userDrawn="1"/>
            </p:nvSpPr>
            <p:spPr bwMode="auto">
              <a:xfrm flipV="1">
                <a:off x="6126" y="4167"/>
                <a:ext cx="116" cy="115"/>
              </a:xfrm>
              <a:prstGeom prst="rect">
                <a:avLst/>
              </a:prstGeom>
              <a:solidFill>
                <a:srgbClr val="3333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2" name="Rectangle 148"/>
              <p:cNvSpPr>
                <a:spLocks noChangeArrowheads="1"/>
              </p:cNvSpPr>
              <p:nvPr userDrawn="1"/>
            </p:nvSpPr>
            <p:spPr bwMode="auto">
              <a:xfrm flipV="1">
                <a:off x="6242" y="4167"/>
                <a:ext cx="117" cy="115"/>
              </a:xfrm>
              <a:prstGeom prst="rect">
                <a:avLst/>
              </a:prstGeom>
              <a:solidFill>
                <a:srgbClr val="BBE0E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3" name="Rectangle 149"/>
              <p:cNvSpPr>
                <a:spLocks noChangeArrowheads="1"/>
              </p:cNvSpPr>
              <p:nvPr userDrawn="1"/>
            </p:nvSpPr>
            <p:spPr bwMode="auto">
              <a:xfrm flipV="1">
                <a:off x="5893" y="4167"/>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8204" name="Rectangle 150"/>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配色参考方案：</a:t>
            </a:r>
          </a:p>
          <a:p>
            <a:pPr eaLnBrk="0" hangingPunct="0">
              <a:lnSpc>
                <a:spcPct val="120000"/>
              </a:lnSpc>
              <a:spcBef>
                <a:spcPct val="20000"/>
              </a:spcBef>
              <a:buFont typeface="Arial" pitchFamily="34" charset="0"/>
              <a:buNone/>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8205" name="Rectangle 151"/>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pic>
        <p:nvPicPr>
          <p:cNvPr id="8272" name="Picture 80" descr="89738649副本"/>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0" y="1268413"/>
            <a:ext cx="12192000" cy="2951162"/>
          </a:xfrm>
          <a:prstGeom prst="rect">
            <a:avLst/>
          </a:prstGeom>
          <a:noFill/>
          <a:extLst>
            <a:ext uri="{909E8E84-426E-40DD-AFC4-6F175D3DCCD1}">
              <a14:hiddenFill xmlns:a14="http://schemas.microsoft.com/office/drawing/2010/main">
                <a:solidFill>
                  <a:srgbClr val="FFFFFF"/>
                </a:solidFill>
              </a14:hiddenFill>
            </a:ext>
          </a:extLst>
        </p:spPr>
      </p:pic>
      <p:pic>
        <p:nvPicPr>
          <p:cNvPr id="8273" name="Picture 81" descr="未标题-2"/>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8111067" y="1268414"/>
            <a:ext cx="4080933" cy="2949575"/>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7"/>
          <p:cNvSpPr txBox="1">
            <a:spLocks noChangeArrowheads="1"/>
          </p:cNvSpPr>
          <p:nvPr/>
        </p:nvSpPr>
        <p:spPr bwMode="auto">
          <a:xfrm>
            <a:off x="9639300" y="3795714"/>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spTree>
  </p:cSld>
  <p:clrMap bg1="lt1" tx1="dk1" bg2="lt2" tx2="dk2" accent1="accent1" accent2="accent2" accent3="accent3" accent4="accent4" accent5="accent5" accent6="accent6" hlink="hlink" folHlink="folHlink"/>
  <p:sldLayoutIdLst>
    <p:sldLayoutId id="2147483820" r:id="rId1"/>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ChangeArrowheads="1"/>
          </p:cNvSpPr>
          <p:nvPr/>
        </p:nvSpPr>
        <p:spPr bwMode="auto">
          <a:xfrm>
            <a:off x="0" y="3232031"/>
            <a:ext cx="12192000" cy="393938"/>
          </a:xfrm>
          <a:prstGeom prst="rect">
            <a:avLst/>
          </a:prstGeom>
          <a:solidFill>
            <a:srgbClr val="EAEAEA"/>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pPr>
              <a:lnSpc>
                <a:spcPct val="140000"/>
              </a:lnSpc>
              <a:buClr>
                <a:srgbClr val="FF0000"/>
              </a:buClr>
              <a:buSzPct val="90000"/>
              <a:buFont typeface="Wingdings" pitchFamily="2" charset="2"/>
              <a:buChar char="l"/>
            </a:pPr>
            <a:endParaRPr lang="zh-CN" altLang="en-US" sz="1400" b="1">
              <a:solidFill>
                <a:srgbClr val="000000"/>
              </a:solidFill>
              <a:latin typeface="Arial" pitchFamily="34" charset="0"/>
              <a:ea typeface="华文细黑" pitchFamily="2" charset="-122"/>
            </a:endParaRPr>
          </a:p>
        </p:txBody>
      </p:sp>
      <p:sp>
        <p:nvSpPr>
          <p:cNvPr id="9219" name="Rectangle 13"/>
          <p:cNvSpPr>
            <a:spLocks noGrp="1" noChangeArrowheads="1"/>
          </p:cNvSpPr>
          <p:nvPr>
            <p:ph type="title"/>
          </p:nvPr>
        </p:nvSpPr>
        <p:spPr bwMode="auto">
          <a:xfrm>
            <a:off x="1007534" y="325439"/>
            <a:ext cx="10176933" cy="871537"/>
          </a:xfrm>
          <a:prstGeom prst="rect">
            <a:avLst/>
          </a:prstGeom>
          <a:noFill/>
          <a:ln>
            <a:noFill/>
          </a:ln>
          <a:effectLst/>
          <a:extLst>
            <a:ext uri="{909E8E84-426E-40DD-AFC4-6F175D3DCCD1}">
              <a14:hiddenFill xmlns:a14="http://schemas.microsoft.com/office/drawing/2010/main">
                <a:solidFill>
                  <a:srgbClr val="FFCC66"/>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prstTxWarp prst="textNoShape">
              <a:avLst/>
            </a:prstTxWarp>
          </a:bodyPr>
          <a:lstStyle/>
          <a:p>
            <a:pPr lvl="0"/>
            <a:r>
              <a:rPr lang="zh-CN" altLang="en-US" dirty="0" smtClean="0"/>
              <a:t>单击此处编辑母版标题样式</a:t>
            </a:r>
          </a:p>
        </p:txBody>
      </p:sp>
      <p:sp>
        <p:nvSpPr>
          <p:cNvPr id="9220" name="Rectangle 68"/>
          <p:cNvSpPr>
            <a:spLocks noGrp="1" noChangeArrowheads="1"/>
          </p:cNvSpPr>
          <p:nvPr>
            <p:ph type="body" idx="1"/>
          </p:nvPr>
        </p:nvSpPr>
        <p:spPr bwMode="auto">
          <a:xfrm>
            <a:off x="1007534" y="1628776"/>
            <a:ext cx="10176933"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sp>
        <p:nvSpPr>
          <p:cNvPr id="9221" name="Rectangle 13"/>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dirty="0">
                <a:solidFill>
                  <a:srgbClr val="FFFFFF"/>
                </a:solidFill>
              </a:rPr>
              <a:t>英文标题</a:t>
            </a:r>
            <a:r>
              <a:rPr lang="en-US" altLang="zh-CN" sz="1100" dirty="0">
                <a:solidFill>
                  <a:srgbClr val="FFFFFF"/>
                </a:solidFill>
              </a:rPr>
              <a:t>:32-</a:t>
            </a:r>
            <a:r>
              <a:rPr lang="en-US" altLang="zh-CN" sz="1100" dirty="0" err="1">
                <a:solidFill>
                  <a:srgbClr val="FFFFFF"/>
                </a:solidFill>
              </a:rPr>
              <a:t>35pt</a:t>
            </a:r>
            <a:r>
              <a:rPr lang="en-US" altLang="zh-CN" sz="1100" dirty="0">
                <a:solidFill>
                  <a:srgbClr val="FFFFFF"/>
                </a:solidFill>
              </a:rPr>
              <a:t>  </a:t>
            </a: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 </a:t>
            </a:r>
            <a:r>
              <a:rPr lang="en-US" altLang="zh-CN" sz="1100" dirty="0" err="1">
                <a:solidFill>
                  <a:srgbClr val="FFFFFF"/>
                </a:solidFill>
              </a:rPr>
              <a:t>R153</a:t>
            </a:r>
            <a:r>
              <a:rPr lang="en-US" altLang="zh-CN" sz="1100" dirty="0">
                <a:solidFill>
                  <a:srgbClr val="FFFFFF"/>
                </a:solidFill>
              </a:rPr>
              <a:t> </a:t>
            </a:r>
            <a:r>
              <a:rPr lang="en-US" altLang="zh-CN" sz="1100" dirty="0" err="1">
                <a:solidFill>
                  <a:srgbClr val="FFFFFF"/>
                </a:solidFill>
              </a:rPr>
              <a:t>G0</a:t>
            </a:r>
            <a:r>
              <a:rPr lang="en-US" altLang="zh-CN" sz="1100" dirty="0">
                <a:solidFill>
                  <a:srgbClr val="FFFFFF"/>
                </a:solidFill>
              </a:rPr>
              <a:t> </a:t>
            </a:r>
            <a:r>
              <a:rPr lang="en-US" altLang="zh-CN" sz="1100" dirty="0" err="1">
                <a:solidFill>
                  <a:srgbClr val="FFFFFF"/>
                </a:solidFill>
              </a:rPr>
              <a:t>B0</a:t>
            </a: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内部使用字体 </a:t>
            </a:r>
            <a:r>
              <a:rPr lang="en-US" altLang="zh-CN" sz="1100" dirty="0">
                <a:solidFill>
                  <a:srgbClr val="FFFFFF"/>
                </a:solidFill>
              </a:rPr>
              <a:t>:</a:t>
            </a:r>
          </a:p>
          <a:p>
            <a:pPr marL="342900" indent="-342900" algn="r" eaLnBrk="0" hangingPunct="0">
              <a:lnSpc>
                <a:spcPct val="125000"/>
              </a:lnSpc>
              <a:spcBef>
                <a:spcPct val="20000"/>
              </a:spcBef>
              <a:buFont typeface="Arial" pitchFamily="34" charset="0"/>
              <a:buNone/>
            </a:pPr>
            <a:r>
              <a:rPr lang="en-US" altLang="zh-CN" sz="1100" dirty="0" err="1">
                <a:solidFill>
                  <a:srgbClr val="FFFFFF"/>
                </a:solidFill>
              </a:rPr>
              <a:t>FrutigerNext</a:t>
            </a:r>
            <a:r>
              <a:rPr lang="en-US" altLang="zh-CN" sz="1100" dirty="0">
                <a:solidFill>
                  <a:srgbClr val="FFFFFF"/>
                </a:solidFill>
              </a:rPr>
              <a:t> LT Medium</a:t>
            </a: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外部使用字体 </a:t>
            </a:r>
            <a:r>
              <a:rPr lang="en-US" altLang="zh-CN" sz="1100" dirty="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中文标题</a:t>
            </a:r>
            <a:r>
              <a:rPr lang="en-US" altLang="zh-CN" sz="1100" dirty="0">
                <a:solidFill>
                  <a:srgbClr val="FFFFFF"/>
                </a:solidFill>
              </a:rPr>
              <a:t>:30-</a:t>
            </a:r>
            <a:r>
              <a:rPr lang="en-US" altLang="zh-CN" sz="1100" dirty="0" err="1">
                <a:solidFill>
                  <a:srgbClr val="FFFFFF"/>
                </a:solidFill>
              </a:rPr>
              <a:t>32pt</a:t>
            </a:r>
            <a:r>
              <a:rPr lang="en-US" altLang="zh-CN" sz="1100" dirty="0">
                <a:solidFill>
                  <a:srgbClr val="FFFFFF"/>
                </a:solidFill>
              </a:rPr>
              <a:t>  </a:t>
            </a: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 </a:t>
            </a:r>
            <a:r>
              <a:rPr lang="en-US" altLang="zh-CN" sz="1100" dirty="0" err="1">
                <a:solidFill>
                  <a:srgbClr val="FFFFFF"/>
                </a:solidFill>
              </a:rPr>
              <a:t>R153</a:t>
            </a:r>
            <a:r>
              <a:rPr lang="en-US" altLang="zh-CN" sz="1100" dirty="0">
                <a:solidFill>
                  <a:srgbClr val="FFFFFF"/>
                </a:solidFill>
              </a:rPr>
              <a:t> </a:t>
            </a:r>
            <a:r>
              <a:rPr lang="en-US" altLang="zh-CN" sz="1100" dirty="0" err="1">
                <a:solidFill>
                  <a:srgbClr val="FFFFFF"/>
                </a:solidFill>
              </a:rPr>
              <a:t>G0</a:t>
            </a:r>
            <a:r>
              <a:rPr lang="en-US" altLang="zh-CN" sz="1100" dirty="0">
                <a:solidFill>
                  <a:srgbClr val="FFFFFF"/>
                </a:solidFill>
              </a:rPr>
              <a:t> </a:t>
            </a:r>
            <a:r>
              <a:rPr lang="en-US" altLang="zh-CN" sz="1100" dirty="0" err="1">
                <a:solidFill>
                  <a:srgbClr val="FFFFFF"/>
                </a:solidFill>
              </a:rPr>
              <a:t>B0</a:t>
            </a: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字体</a:t>
            </a:r>
            <a:r>
              <a:rPr lang="en-US" altLang="zh-CN" sz="1100" dirty="0">
                <a:solidFill>
                  <a:srgbClr val="FFFFFF"/>
                </a:solidFill>
              </a:rPr>
              <a:t>:</a:t>
            </a:r>
            <a:r>
              <a:rPr lang="zh-CN" altLang="en-US" sz="1100" dirty="0">
                <a:solidFill>
                  <a:srgbClr val="FFFFFF"/>
                </a:solidFill>
              </a:rPr>
              <a:t>黑体</a:t>
            </a:r>
          </a:p>
          <a:p>
            <a:pPr marL="342900" indent="-342900" algn="r" eaLnBrk="0" hangingPunct="0">
              <a:lnSpc>
                <a:spcPct val="125000"/>
              </a:lnSpc>
              <a:spcBef>
                <a:spcPct val="20000"/>
              </a:spcBef>
              <a:buFont typeface="Arial" pitchFamily="34" charset="0"/>
              <a:buNone/>
            </a:pP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英文正文</a:t>
            </a:r>
            <a:r>
              <a:rPr lang="en-US" altLang="zh-CN" sz="1100" dirty="0">
                <a:solidFill>
                  <a:srgbClr val="FFFFFF"/>
                </a:solidFill>
              </a:rPr>
              <a:t>:20-</a:t>
            </a:r>
            <a:r>
              <a:rPr lang="en-US" altLang="zh-CN" sz="1100" dirty="0" err="1">
                <a:solidFill>
                  <a:srgbClr val="FFFFFF"/>
                </a:solidFill>
              </a:rPr>
              <a:t>22pt</a:t>
            </a: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子目录 </a:t>
            </a:r>
            <a:r>
              <a:rPr lang="en-US" altLang="zh-CN" sz="1100" dirty="0">
                <a:solidFill>
                  <a:srgbClr val="FFFFFF"/>
                </a:solidFill>
              </a:rPr>
              <a:t>(2-5</a:t>
            </a:r>
            <a:r>
              <a:rPr lang="zh-CN" altLang="en-US" sz="1100" dirty="0">
                <a:solidFill>
                  <a:srgbClr val="FFFFFF"/>
                </a:solidFill>
              </a:rPr>
              <a:t>级</a:t>
            </a:r>
            <a:r>
              <a:rPr lang="en-US" altLang="zh-CN" sz="1100" dirty="0">
                <a:solidFill>
                  <a:srgbClr val="FFFFFF"/>
                </a:solidFill>
              </a:rPr>
              <a:t>) :</a:t>
            </a:r>
            <a:r>
              <a:rPr lang="en-US" altLang="zh-CN" sz="1100" dirty="0" err="1">
                <a:solidFill>
                  <a:srgbClr val="FFFFFF"/>
                </a:solidFill>
              </a:rPr>
              <a:t>18pt</a:t>
            </a:r>
            <a:r>
              <a:rPr lang="en-US" altLang="zh-CN" sz="1100" dirty="0">
                <a:solidFill>
                  <a:srgbClr val="FFFFFF"/>
                </a:solidFill>
              </a:rPr>
              <a:t>  </a:t>
            </a: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a:t>
            </a:r>
            <a:r>
              <a:rPr lang="zh-CN" altLang="en-US" sz="1100" dirty="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内部使用字体 </a:t>
            </a:r>
            <a:r>
              <a:rPr lang="en-US" altLang="zh-CN" sz="1100" dirty="0">
                <a:solidFill>
                  <a:srgbClr val="FFFFFF"/>
                </a:solidFill>
              </a:rPr>
              <a:t>:</a:t>
            </a:r>
          </a:p>
          <a:p>
            <a:pPr marL="342900" indent="-342900" algn="r" eaLnBrk="0" hangingPunct="0">
              <a:lnSpc>
                <a:spcPct val="125000"/>
              </a:lnSpc>
              <a:spcBef>
                <a:spcPct val="20000"/>
              </a:spcBef>
              <a:buFont typeface="Arial" pitchFamily="34" charset="0"/>
              <a:buNone/>
            </a:pPr>
            <a:r>
              <a:rPr lang="en-US" altLang="zh-CN" sz="1100" dirty="0" err="1">
                <a:solidFill>
                  <a:srgbClr val="FFFFFF"/>
                </a:solidFill>
              </a:rPr>
              <a:t>FrutigerNext</a:t>
            </a:r>
            <a:r>
              <a:rPr lang="en-US" altLang="zh-CN" sz="1100" dirty="0">
                <a:solidFill>
                  <a:srgbClr val="FFFFFF"/>
                </a:solidFill>
              </a:rPr>
              <a:t> LT Regular</a:t>
            </a: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外部使用字体 </a:t>
            </a:r>
            <a:r>
              <a:rPr lang="en-US" altLang="zh-CN" sz="1100" dirty="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中文正文</a:t>
            </a:r>
            <a:r>
              <a:rPr lang="en-US" altLang="zh-CN" sz="1100" dirty="0">
                <a:solidFill>
                  <a:srgbClr val="FFFFFF"/>
                </a:solidFill>
              </a:rPr>
              <a:t>:18-</a:t>
            </a:r>
            <a:r>
              <a:rPr lang="en-US" altLang="zh-CN" sz="1100" dirty="0" err="1">
                <a:solidFill>
                  <a:srgbClr val="FFFFFF"/>
                </a:solidFill>
              </a:rPr>
              <a:t>20pt</a:t>
            </a: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子目录</a:t>
            </a:r>
            <a:r>
              <a:rPr lang="en-US" altLang="zh-CN" sz="1100" dirty="0">
                <a:solidFill>
                  <a:srgbClr val="FFFFFF"/>
                </a:solidFill>
              </a:rPr>
              <a:t>(2-5</a:t>
            </a:r>
            <a:r>
              <a:rPr lang="zh-CN" altLang="en-US" sz="1100" dirty="0">
                <a:solidFill>
                  <a:srgbClr val="FFFFFF"/>
                </a:solidFill>
              </a:rPr>
              <a:t>级</a:t>
            </a:r>
            <a:r>
              <a:rPr lang="en-US" altLang="zh-CN" sz="1100" dirty="0">
                <a:solidFill>
                  <a:srgbClr val="FFFFFF"/>
                </a:solidFill>
              </a:rPr>
              <a:t>):</a:t>
            </a:r>
            <a:r>
              <a:rPr lang="en-US" altLang="zh-CN" sz="1100" dirty="0" err="1">
                <a:solidFill>
                  <a:srgbClr val="FFFFFF"/>
                </a:solidFill>
              </a:rPr>
              <a:t>18pt</a:t>
            </a:r>
            <a:r>
              <a:rPr lang="en-US" altLang="zh-CN" sz="1100" dirty="0">
                <a:solidFill>
                  <a:srgbClr val="FFFFFF"/>
                </a:solidFill>
              </a:rPr>
              <a:t> </a:t>
            </a: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a:t>
            </a:r>
            <a:r>
              <a:rPr lang="zh-CN" altLang="en-US" sz="1100" dirty="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字体</a:t>
            </a:r>
            <a:r>
              <a:rPr lang="en-US" altLang="zh-CN" sz="1100" dirty="0">
                <a:solidFill>
                  <a:srgbClr val="FFFFFF"/>
                </a:solidFill>
              </a:rPr>
              <a:t>:</a:t>
            </a:r>
            <a:r>
              <a:rPr lang="zh-CN" altLang="en-US" sz="1100" dirty="0">
                <a:solidFill>
                  <a:srgbClr val="FFFFFF"/>
                </a:solidFill>
              </a:rPr>
              <a:t>细黑体</a:t>
            </a:r>
            <a:r>
              <a:rPr lang="zh-CN" altLang="en-US" sz="1100" dirty="0">
                <a:solidFill>
                  <a:srgbClr val="FFFFFF"/>
                </a:solidFill>
                <a:latin typeface="Arial" pitchFamily="34" charset="0"/>
                <a:ea typeface="黑体" pitchFamily="49" charset="-122"/>
              </a:rPr>
              <a:t> </a:t>
            </a:r>
          </a:p>
        </p:txBody>
      </p:sp>
      <p:grpSp>
        <p:nvGrpSpPr>
          <p:cNvPr id="9222" name="Group 14"/>
          <p:cNvGrpSpPr>
            <a:grpSpLocks/>
          </p:cNvGrpSpPr>
          <p:nvPr/>
        </p:nvGrpSpPr>
        <p:grpSpPr bwMode="auto">
          <a:xfrm>
            <a:off x="12433301" y="3511550"/>
            <a:ext cx="1225551" cy="3224212"/>
            <a:chOff x="5839" y="2251"/>
            <a:chExt cx="579" cy="2031"/>
          </a:xfrm>
        </p:grpSpPr>
        <p:sp>
          <p:nvSpPr>
            <p:cNvPr id="9225" name="Rectangle 15"/>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9226" name="Group 16"/>
            <p:cNvGrpSpPr>
              <a:grpSpLocks/>
            </p:cNvGrpSpPr>
            <p:nvPr userDrawn="1"/>
          </p:nvGrpSpPr>
          <p:grpSpPr bwMode="auto">
            <a:xfrm>
              <a:off x="5893" y="2387"/>
              <a:ext cx="466" cy="115"/>
              <a:chOff x="5893" y="2387"/>
              <a:chExt cx="466" cy="115"/>
            </a:xfrm>
          </p:grpSpPr>
          <p:sp>
            <p:nvSpPr>
              <p:cNvPr id="9287" name="Rectangle 17"/>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8" name="Rectangle 18"/>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9" name="Rectangle 19"/>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0" name="Rectangle 20"/>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27" name="Group 21"/>
            <p:cNvGrpSpPr>
              <a:grpSpLocks/>
            </p:cNvGrpSpPr>
            <p:nvPr userDrawn="1"/>
          </p:nvGrpSpPr>
          <p:grpSpPr bwMode="auto">
            <a:xfrm>
              <a:off x="5893" y="2523"/>
              <a:ext cx="466" cy="115"/>
              <a:chOff x="5893" y="2523"/>
              <a:chExt cx="466" cy="115"/>
            </a:xfrm>
          </p:grpSpPr>
          <p:sp>
            <p:nvSpPr>
              <p:cNvPr id="9283" name="Rectangle 22"/>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4" name="Rectangle 23"/>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5" name="Rectangle 24"/>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6" name="Rectangle 25"/>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28" name="Group 26"/>
            <p:cNvGrpSpPr>
              <a:grpSpLocks/>
            </p:cNvGrpSpPr>
            <p:nvPr userDrawn="1"/>
          </p:nvGrpSpPr>
          <p:grpSpPr bwMode="auto">
            <a:xfrm>
              <a:off x="5893" y="2659"/>
              <a:ext cx="466" cy="115"/>
              <a:chOff x="5893" y="2659"/>
              <a:chExt cx="466" cy="115"/>
            </a:xfrm>
          </p:grpSpPr>
          <p:sp>
            <p:nvSpPr>
              <p:cNvPr id="9279" name="Rectangle 27"/>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0" name="Rectangle 28"/>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1" name="Rectangle 29"/>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2" name="Rectangle 30"/>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29" name="Group 31"/>
            <p:cNvGrpSpPr>
              <a:grpSpLocks/>
            </p:cNvGrpSpPr>
            <p:nvPr userDrawn="1"/>
          </p:nvGrpSpPr>
          <p:grpSpPr bwMode="auto">
            <a:xfrm>
              <a:off x="5893" y="2251"/>
              <a:ext cx="466" cy="119"/>
              <a:chOff x="5893" y="2251"/>
              <a:chExt cx="466" cy="119"/>
            </a:xfrm>
          </p:grpSpPr>
          <p:sp>
            <p:nvSpPr>
              <p:cNvPr id="9275" name="Rectangle 32"/>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6" name="Rectangle 33"/>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7" name="Rectangle 34"/>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8" name="Rectangle 35"/>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0" name="Group 36"/>
            <p:cNvGrpSpPr>
              <a:grpSpLocks/>
            </p:cNvGrpSpPr>
            <p:nvPr userDrawn="1"/>
          </p:nvGrpSpPr>
          <p:grpSpPr bwMode="auto">
            <a:xfrm>
              <a:off x="5893" y="2886"/>
              <a:ext cx="466" cy="115"/>
              <a:chOff x="5893" y="2886"/>
              <a:chExt cx="466" cy="115"/>
            </a:xfrm>
          </p:grpSpPr>
          <p:sp>
            <p:nvSpPr>
              <p:cNvPr id="9271" name="Rectangle 37"/>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2" name="Rectangle 38"/>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3" name="Rectangle 39"/>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4" name="Rectangle 40"/>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1" name="Group 41"/>
            <p:cNvGrpSpPr>
              <a:grpSpLocks/>
            </p:cNvGrpSpPr>
            <p:nvPr userDrawn="1"/>
          </p:nvGrpSpPr>
          <p:grpSpPr bwMode="auto">
            <a:xfrm>
              <a:off x="5893" y="3022"/>
              <a:ext cx="466" cy="115"/>
              <a:chOff x="5893" y="3022"/>
              <a:chExt cx="466" cy="115"/>
            </a:xfrm>
          </p:grpSpPr>
          <p:sp>
            <p:nvSpPr>
              <p:cNvPr id="9267" name="Rectangle 42"/>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8" name="Rectangle 43"/>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9" name="Rectangle 44"/>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0" name="Rectangle 45"/>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2" name="Group 46"/>
            <p:cNvGrpSpPr>
              <a:grpSpLocks/>
            </p:cNvGrpSpPr>
            <p:nvPr userDrawn="1"/>
          </p:nvGrpSpPr>
          <p:grpSpPr bwMode="auto">
            <a:xfrm>
              <a:off x="5893" y="3158"/>
              <a:ext cx="466" cy="115"/>
              <a:chOff x="5893" y="3158"/>
              <a:chExt cx="466" cy="115"/>
            </a:xfrm>
          </p:grpSpPr>
          <p:sp>
            <p:nvSpPr>
              <p:cNvPr id="9263" name="Rectangle 47"/>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4" name="Rectangle 48"/>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5" name="Rectangle 49"/>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6" name="Rectangle 50"/>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3" name="Group 51"/>
            <p:cNvGrpSpPr>
              <a:grpSpLocks/>
            </p:cNvGrpSpPr>
            <p:nvPr userDrawn="1"/>
          </p:nvGrpSpPr>
          <p:grpSpPr bwMode="auto">
            <a:xfrm>
              <a:off x="5893" y="3385"/>
              <a:ext cx="466" cy="115"/>
              <a:chOff x="5893" y="3385"/>
              <a:chExt cx="466" cy="115"/>
            </a:xfrm>
          </p:grpSpPr>
          <p:sp>
            <p:nvSpPr>
              <p:cNvPr id="9259" name="Rectangle 52"/>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0" name="Rectangle 53"/>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1" name="Rectangle 54"/>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2" name="Rectangle 55"/>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4" name="Group 56"/>
            <p:cNvGrpSpPr>
              <a:grpSpLocks/>
            </p:cNvGrpSpPr>
            <p:nvPr userDrawn="1"/>
          </p:nvGrpSpPr>
          <p:grpSpPr bwMode="auto">
            <a:xfrm>
              <a:off x="5893" y="3521"/>
              <a:ext cx="466" cy="115"/>
              <a:chOff x="5893" y="3521"/>
              <a:chExt cx="466" cy="115"/>
            </a:xfrm>
          </p:grpSpPr>
          <p:sp>
            <p:nvSpPr>
              <p:cNvPr id="9255" name="Rectangle 57"/>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6" name="Rectangle 58"/>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7" name="Rectangle 59"/>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8" name="Rectangle 60"/>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5" name="Group 61"/>
            <p:cNvGrpSpPr>
              <a:grpSpLocks/>
            </p:cNvGrpSpPr>
            <p:nvPr userDrawn="1"/>
          </p:nvGrpSpPr>
          <p:grpSpPr bwMode="auto">
            <a:xfrm>
              <a:off x="5893" y="3657"/>
              <a:ext cx="466" cy="115"/>
              <a:chOff x="5893" y="3657"/>
              <a:chExt cx="466" cy="115"/>
            </a:xfrm>
          </p:grpSpPr>
          <p:sp>
            <p:nvSpPr>
              <p:cNvPr id="9251" name="Rectangle 62"/>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2" name="Rectangle 63"/>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3" name="Rectangle 64"/>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4" name="Rectangle 65"/>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6" name="Group 66"/>
            <p:cNvGrpSpPr>
              <a:grpSpLocks/>
            </p:cNvGrpSpPr>
            <p:nvPr userDrawn="1"/>
          </p:nvGrpSpPr>
          <p:grpSpPr bwMode="auto">
            <a:xfrm>
              <a:off x="5893" y="3884"/>
              <a:ext cx="466" cy="115"/>
              <a:chOff x="5893" y="3884"/>
              <a:chExt cx="466" cy="115"/>
            </a:xfrm>
          </p:grpSpPr>
          <p:sp>
            <p:nvSpPr>
              <p:cNvPr id="9247" name="Rectangle 67"/>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8" name="Rectangle 68"/>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9" name="Rectangle 69"/>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0" name="Rectangle 70"/>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7" name="Group 71"/>
            <p:cNvGrpSpPr>
              <a:grpSpLocks/>
            </p:cNvGrpSpPr>
            <p:nvPr userDrawn="1"/>
          </p:nvGrpSpPr>
          <p:grpSpPr bwMode="auto">
            <a:xfrm>
              <a:off x="5893" y="4026"/>
              <a:ext cx="466" cy="115"/>
              <a:chOff x="5893" y="4026"/>
              <a:chExt cx="466" cy="115"/>
            </a:xfrm>
          </p:grpSpPr>
          <p:sp>
            <p:nvSpPr>
              <p:cNvPr id="9243" name="Rectangle 72"/>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4" name="Rectangle 73"/>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5" name="Rectangle 74"/>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6" name="Rectangle 75"/>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8" name="Group 76"/>
            <p:cNvGrpSpPr>
              <a:grpSpLocks/>
            </p:cNvGrpSpPr>
            <p:nvPr userDrawn="1"/>
          </p:nvGrpSpPr>
          <p:grpSpPr bwMode="auto">
            <a:xfrm>
              <a:off x="5893" y="4167"/>
              <a:ext cx="466" cy="115"/>
              <a:chOff x="5893" y="4167"/>
              <a:chExt cx="466" cy="115"/>
            </a:xfrm>
          </p:grpSpPr>
          <p:sp>
            <p:nvSpPr>
              <p:cNvPr id="9239" name="Rectangle 77"/>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0" name="Rectangle 78"/>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1" name="Rectangle 79"/>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2" name="Rectangle 80"/>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9223" name="Rectangle 81"/>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配色参考方案：</a:t>
            </a:r>
          </a:p>
          <a:p>
            <a:pPr eaLnBrk="0" hangingPunct="0">
              <a:lnSpc>
                <a:spcPct val="120000"/>
              </a:lnSpc>
              <a:spcBef>
                <a:spcPct val="20000"/>
              </a:spcBef>
              <a:buFont typeface="Arial" pitchFamily="34" charset="0"/>
              <a:buNone/>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9224" name="Rectangle 82"/>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buClr>
                <a:schemeClr val="bg2"/>
              </a:buClr>
              <a:buSzPct val="60000"/>
              <a:buFont typeface="Wingdings" pitchFamily="2" charset="2"/>
              <a:buNone/>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spTree>
  </p:cSld>
  <p:clrMap bg1="lt1" tx1="dk1" bg2="lt2" tx2="dk2" accent1="accent1" accent2="accent2" accent3="accent3" accent4="accent4" accent5="accent5" accent6="accent6" hlink="hlink" folHlink="folHlink"/>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rgbClr val="990000"/>
          </a:solidFill>
          <a:latin typeface="Arial" pitchFamily="34" charset="0"/>
          <a:ea typeface="黑体" pitchFamily="49" charset="-122"/>
          <a:cs typeface="Arial" pitchFamily="34" charset="0"/>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808080"/>
        </a:buClr>
        <a:buSzPct val="60000"/>
        <a:buFont typeface="Wingdings" pitchFamily="2" charset="2"/>
        <a:buChar char="l"/>
        <a:defRPr sz="2000">
          <a:solidFill>
            <a:schemeClr val="tx1"/>
          </a:solidFill>
          <a:latin typeface="+mn-lt"/>
          <a:ea typeface="黑体" pitchFamily="49" charset="-122"/>
          <a:cs typeface="Arial" pitchFamily="34" charset="0"/>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lt"/>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mn-lt"/>
          <a:ea typeface="+mn-ea"/>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0" y="6224589"/>
            <a:ext cx="12200467"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8"/>
          <p:cNvSpPr txBox="1">
            <a:spLocks noChangeArrowheads="1"/>
          </p:cNvSpPr>
          <p:nvPr/>
        </p:nvSpPr>
        <p:spPr bwMode="auto">
          <a:xfrm>
            <a:off x="1007534" y="6451600"/>
            <a:ext cx="2532337" cy="184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80114"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smtClean="0">
                <a:latin typeface="FrutigerNext LT Bold" pitchFamily="34" charset="0"/>
                <a:ea typeface="MS PGothic" pitchFamily="34" charset="-128"/>
              </a:rPr>
              <a:t>HUAWEI TECHNOLOGIES CO., LTD.</a:t>
            </a:r>
          </a:p>
        </p:txBody>
      </p:sp>
      <p:pic>
        <p:nvPicPr>
          <p:cNvPr id="10244" name="Picture 9" descr="8"/>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011834" y="6386514"/>
            <a:ext cx="1748367"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13"/>
          <p:cNvSpPr>
            <a:spLocks noGrp="1" noChangeArrowheads="1"/>
          </p:cNvSpPr>
          <p:nvPr>
            <p:ph type="title"/>
          </p:nvPr>
        </p:nvSpPr>
        <p:spPr bwMode="auto">
          <a:xfrm>
            <a:off x="1007534" y="325439"/>
            <a:ext cx="10176933"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prstTxWarp prst="textNoShape">
              <a:avLst/>
            </a:prstTxWarp>
          </a:bodyPr>
          <a:lstStyle/>
          <a:p>
            <a:pPr lvl="0"/>
            <a:r>
              <a:rPr lang="zh-CN" altLang="en-US" dirty="0" smtClean="0"/>
              <a:t>单击此处编辑母版标题样式</a:t>
            </a:r>
          </a:p>
        </p:txBody>
      </p:sp>
      <p:sp>
        <p:nvSpPr>
          <p:cNvPr id="10248" name="Rectangle 68"/>
          <p:cNvSpPr>
            <a:spLocks noGrp="1" noChangeArrowheads="1"/>
          </p:cNvSpPr>
          <p:nvPr>
            <p:ph type="body" idx="1"/>
          </p:nvPr>
        </p:nvSpPr>
        <p:spPr bwMode="auto">
          <a:xfrm>
            <a:off x="1007534" y="1628776"/>
            <a:ext cx="10176933"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sp>
        <p:nvSpPr>
          <p:cNvPr id="10249" name="Rectangle 15"/>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Medium</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英文正文</a:t>
            </a:r>
            <a:r>
              <a:rPr lang="en-US" altLang="zh-CN" sz="1100">
                <a:solidFill>
                  <a:srgbClr val="FFFFFF"/>
                </a:solidFill>
              </a:rPr>
              <a:t>:20-22pt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Regular</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中文正文</a:t>
            </a:r>
            <a:r>
              <a:rPr lang="en-US" altLang="zh-CN" sz="1100">
                <a:solidFill>
                  <a:srgbClr val="FFFFFF"/>
                </a:solidFill>
              </a:rPr>
              <a:t>:18-20pt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a:t>
            </a:r>
            <a:r>
              <a:rPr lang="zh-CN" altLang="en-US" sz="1100" b="1">
                <a:solidFill>
                  <a:srgbClr val="FFFFFF"/>
                </a:solidFill>
                <a:latin typeface="Arial" pitchFamily="34" charset="0"/>
                <a:ea typeface="华文细黑" pitchFamily="2" charset="-122"/>
              </a:rPr>
              <a:t> </a:t>
            </a:r>
          </a:p>
        </p:txBody>
      </p:sp>
      <p:grpSp>
        <p:nvGrpSpPr>
          <p:cNvPr id="10250" name="Group 16"/>
          <p:cNvGrpSpPr>
            <a:grpSpLocks/>
          </p:cNvGrpSpPr>
          <p:nvPr/>
        </p:nvGrpSpPr>
        <p:grpSpPr bwMode="auto">
          <a:xfrm>
            <a:off x="12433301" y="3511550"/>
            <a:ext cx="1225551" cy="3224212"/>
            <a:chOff x="5839" y="2251"/>
            <a:chExt cx="579" cy="2031"/>
          </a:xfrm>
        </p:grpSpPr>
        <p:sp>
          <p:nvSpPr>
            <p:cNvPr id="10253" name="Rectangle 17"/>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10254" name="Group 18"/>
            <p:cNvGrpSpPr>
              <a:grpSpLocks/>
            </p:cNvGrpSpPr>
            <p:nvPr userDrawn="1"/>
          </p:nvGrpSpPr>
          <p:grpSpPr bwMode="auto">
            <a:xfrm>
              <a:off x="5893" y="2387"/>
              <a:ext cx="466" cy="115"/>
              <a:chOff x="5893" y="2387"/>
              <a:chExt cx="466" cy="115"/>
            </a:xfrm>
          </p:grpSpPr>
          <p:sp>
            <p:nvSpPr>
              <p:cNvPr id="10315" name="Rectangle 19"/>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6" name="Rectangle 20"/>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7" name="Rectangle 21"/>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8" name="Rectangle 22"/>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5" name="Group 23"/>
            <p:cNvGrpSpPr>
              <a:grpSpLocks/>
            </p:cNvGrpSpPr>
            <p:nvPr userDrawn="1"/>
          </p:nvGrpSpPr>
          <p:grpSpPr bwMode="auto">
            <a:xfrm>
              <a:off x="5893" y="2523"/>
              <a:ext cx="466" cy="115"/>
              <a:chOff x="5893" y="2523"/>
              <a:chExt cx="466" cy="115"/>
            </a:xfrm>
          </p:grpSpPr>
          <p:sp>
            <p:nvSpPr>
              <p:cNvPr id="10311" name="Rectangle 24"/>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2" name="Rectangle 25"/>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3" name="Rectangle 26"/>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4" name="Rectangle 27"/>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6" name="Group 28"/>
            <p:cNvGrpSpPr>
              <a:grpSpLocks/>
            </p:cNvGrpSpPr>
            <p:nvPr userDrawn="1"/>
          </p:nvGrpSpPr>
          <p:grpSpPr bwMode="auto">
            <a:xfrm>
              <a:off x="5893" y="2659"/>
              <a:ext cx="466" cy="115"/>
              <a:chOff x="5893" y="2659"/>
              <a:chExt cx="466" cy="115"/>
            </a:xfrm>
          </p:grpSpPr>
          <p:sp>
            <p:nvSpPr>
              <p:cNvPr id="10307" name="Rectangle 29"/>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8" name="Rectangle 30"/>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9" name="Rectangle 31"/>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0" name="Rectangle 32"/>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7" name="Group 33"/>
            <p:cNvGrpSpPr>
              <a:grpSpLocks/>
            </p:cNvGrpSpPr>
            <p:nvPr userDrawn="1"/>
          </p:nvGrpSpPr>
          <p:grpSpPr bwMode="auto">
            <a:xfrm>
              <a:off x="5893" y="2251"/>
              <a:ext cx="466" cy="119"/>
              <a:chOff x="5893" y="2251"/>
              <a:chExt cx="466" cy="119"/>
            </a:xfrm>
          </p:grpSpPr>
          <p:sp>
            <p:nvSpPr>
              <p:cNvPr id="10303" name="Rectangle 34"/>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4" name="Rectangle 35"/>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5" name="Rectangle 36"/>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6" name="Rectangle 37"/>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8" name="Group 38"/>
            <p:cNvGrpSpPr>
              <a:grpSpLocks/>
            </p:cNvGrpSpPr>
            <p:nvPr userDrawn="1"/>
          </p:nvGrpSpPr>
          <p:grpSpPr bwMode="auto">
            <a:xfrm>
              <a:off x="5893" y="2886"/>
              <a:ext cx="466" cy="115"/>
              <a:chOff x="5893" y="2886"/>
              <a:chExt cx="466" cy="115"/>
            </a:xfrm>
          </p:grpSpPr>
          <p:sp>
            <p:nvSpPr>
              <p:cNvPr id="10299" name="Rectangle 39"/>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0" name="Rectangle 40"/>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1" name="Rectangle 41"/>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2" name="Rectangle 42"/>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9" name="Group 43"/>
            <p:cNvGrpSpPr>
              <a:grpSpLocks/>
            </p:cNvGrpSpPr>
            <p:nvPr userDrawn="1"/>
          </p:nvGrpSpPr>
          <p:grpSpPr bwMode="auto">
            <a:xfrm>
              <a:off x="5893" y="3022"/>
              <a:ext cx="466" cy="115"/>
              <a:chOff x="5893" y="3022"/>
              <a:chExt cx="466" cy="115"/>
            </a:xfrm>
          </p:grpSpPr>
          <p:sp>
            <p:nvSpPr>
              <p:cNvPr id="10295" name="Rectangle 44"/>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6" name="Rectangle 45"/>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7" name="Rectangle 46"/>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8" name="Rectangle 47"/>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0" name="Group 48"/>
            <p:cNvGrpSpPr>
              <a:grpSpLocks/>
            </p:cNvGrpSpPr>
            <p:nvPr userDrawn="1"/>
          </p:nvGrpSpPr>
          <p:grpSpPr bwMode="auto">
            <a:xfrm>
              <a:off x="5893" y="3158"/>
              <a:ext cx="466" cy="115"/>
              <a:chOff x="5893" y="3158"/>
              <a:chExt cx="466" cy="115"/>
            </a:xfrm>
          </p:grpSpPr>
          <p:sp>
            <p:nvSpPr>
              <p:cNvPr id="10291" name="Rectangle 49"/>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2" name="Rectangle 50"/>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3" name="Rectangle 51"/>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4" name="Rectangle 52"/>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1" name="Group 53"/>
            <p:cNvGrpSpPr>
              <a:grpSpLocks/>
            </p:cNvGrpSpPr>
            <p:nvPr userDrawn="1"/>
          </p:nvGrpSpPr>
          <p:grpSpPr bwMode="auto">
            <a:xfrm>
              <a:off x="5893" y="3385"/>
              <a:ext cx="466" cy="115"/>
              <a:chOff x="5893" y="3385"/>
              <a:chExt cx="466" cy="115"/>
            </a:xfrm>
          </p:grpSpPr>
          <p:sp>
            <p:nvSpPr>
              <p:cNvPr id="10287" name="Rectangle 54"/>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8" name="Rectangle 55"/>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9" name="Rectangle 56"/>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0" name="Rectangle 57"/>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2" name="Group 58"/>
            <p:cNvGrpSpPr>
              <a:grpSpLocks/>
            </p:cNvGrpSpPr>
            <p:nvPr userDrawn="1"/>
          </p:nvGrpSpPr>
          <p:grpSpPr bwMode="auto">
            <a:xfrm>
              <a:off x="5893" y="3521"/>
              <a:ext cx="466" cy="115"/>
              <a:chOff x="5893" y="3521"/>
              <a:chExt cx="466" cy="115"/>
            </a:xfrm>
          </p:grpSpPr>
          <p:sp>
            <p:nvSpPr>
              <p:cNvPr id="10283" name="Rectangle 59"/>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4" name="Rectangle 60"/>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5" name="Rectangle 61"/>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6" name="Rectangle 62"/>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3" name="Group 63"/>
            <p:cNvGrpSpPr>
              <a:grpSpLocks/>
            </p:cNvGrpSpPr>
            <p:nvPr userDrawn="1"/>
          </p:nvGrpSpPr>
          <p:grpSpPr bwMode="auto">
            <a:xfrm>
              <a:off x="5893" y="3657"/>
              <a:ext cx="466" cy="115"/>
              <a:chOff x="5893" y="3657"/>
              <a:chExt cx="466" cy="115"/>
            </a:xfrm>
          </p:grpSpPr>
          <p:sp>
            <p:nvSpPr>
              <p:cNvPr id="10279" name="Rectangle 64"/>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0" name="Rectangle 65"/>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1" name="Rectangle 66"/>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2" name="Rectangle 67"/>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4" name="Group 68"/>
            <p:cNvGrpSpPr>
              <a:grpSpLocks/>
            </p:cNvGrpSpPr>
            <p:nvPr userDrawn="1"/>
          </p:nvGrpSpPr>
          <p:grpSpPr bwMode="auto">
            <a:xfrm>
              <a:off x="5893" y="3884"/>
              <a:ext cx="466" cy="115"/>
              <a:chOff x="5893" y="3884"/>
              <a:chExt cx="466" cy="115"/>
            </a:xfrm>
          </p:grpSpPr>
          <p:sp>
            <p:nvSpPr>
              <p:cNvPr id="10275" name="Rectangle 69"/>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6" name="Rectangle 70"/>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7" name="Rectangle 71"/>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8" name="Rectangle 72"/>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5" name="Group 73"/>
            <p:cNvGrpSpPr>
              <a:grpSpLocks/>
            </p:cNvGrpSpPr>
            <p:nvPr userDrawn="1"/>
          </p:nvGrpSpPr>
          <p:grpSpPr bwMode="auto">
            <a:xfrm>
              <a:off x="5893" y="4026"/>
              <a:ext cx="466" cy="115"/>
              <a:chOff x="5893" y="4026"/>
              <a:chExt cx="466" cy="115"/>
            </a:xfrm>
          </p:grpSpPr>
          <p:sp>
            <p:nvSpPr>
              <p:cNvPr id="10271" name="Rectangle 74"/>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2" name="Rectangle 75"/>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3" name="Rectangle 76"/>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4" name="Rectangle 77"/>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6" name="Group 78"/>
            <p:cNvGrpSpPr>
              <a:grpSpLocks/>
            </p:cNvGrpSpPr>
            <p:nvPr userDrawn="1"/>
          </p:nvGrpSpPr>
          <p:grpSpPr bwMode="auto">
            <a:xfrm>
              <a:off x="5893" y="4167"/>
              <a:ext cx="466" cy="115"/>
              <a:chOff x="5893" y="4167"/>
              <a:chExt cx="466" cy="115"/>
            </a:xfrm>
          </p:grpSpPr>
          <p:sp>
            <p:nvSpPr>
              <p:cNvPr id="10267" name="Rectangle 79"/>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8" name="Rectangle 80"/>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9" name="Rectangle 81"/>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0" name="Rectangle 82"/>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0251" name="Rectangle 83"/>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配色参考方案：</a:t>
            </a:r>
          </a:p>
          <a:p>
            <a:pPr eaLnBrk="0" hangingPunct="0">
              <a:lnSpc>
                <a:spcPct val="120000"/>
              </a:lnSpc>
              <a:spcBef>
                <a:spcPct val="20000"/>
              </a:spcBef>
              <a:buFont typeface="Arial" pitchFamily="34" charset="0"/>
              <a:buNone/>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10252" name="Rectangle 84"/>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buClr>
                <a:srgbClr val="777777"/>
              </a:buClr>
              <a:buSzPct val="60000"/>
              <a:buFont typeface="Wingdings" pitchFamily="2" charset="2"/>
              <a:buNone/>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sp>
        <p:nvSpPr>
          <p:cNvPr id="79" name="Rectangle 21"/>
          <p:cNvSpPr>
            <a:spLocks noChangeArrowheads="1"/>
          </p:cNvSpPr>
          <p:nvPr userDrawn="1"/>
        </p:nvSpPr>
        <p:spPr bwMode="auto">
          <a:xfrm>
            <a:off x="5047622" y="6465937"/>
            <a:ext cx="1623667" cy="184666"/>
          </a:xfrm>
          <a:prstGeom prst="rect">
            <a:avLst/>
          </a:prstGeom>
          <a:noFill/>
          <a:ln w="9525" algn="ctr">
            <a:noFill/>
            <a:miter lim="800000"/>
            <a:headEnd/>
            <a:tailEnd/>
          </a:ln>
          <a:effectLst/>
        </p:spPr>
        <p:txBody>
          <a:bodyPr wrap="none" lIns="80082" tIns="0" rIns="80082" bIns="0">
            <a:spAutoFit/>
          </a:bodyPr>
          <a:lstStyle/>
          <a:p>
            <a:pPr defTabSz="801688" eaLnBrk="0" hangingPunct="0">
              <a:defRPr/>
            </a:pPr>
            <a:r>
              <a:rPr lang="en-US" altLang="zh-CN" sz="1200" baseline="0" dirty="0" smtClean="0">
                <a:solidFill>
                  <a:srgbClr val="000000"/>
                </a:solidFill>
                <a:latin typeface="+mn-lt"/>
                <a:ea typeface="+mn-ea"/>
              </a:rPr>
              <a:t>Huawei Confidential</a:t>
            </a:r>
            <a:endParaRPr lang="en-US" altLang="zh-CN" sz="1200" dirty="0">
              <a:latin typeface="+mn-lt"/>
              <a:ea typeface="+mn-ea"/>
            </a:endParaRPr>
          </a:p>
        </p:txBody>
      </p:sp>
      <p:sp>
        <p:nvSpPr>
          <p:cNvPr id="81" name="Rectangle 5"/>
          <p:cNvSpPr>
            <a:spLocks noChangeArrowheads="1"/>
          </p:cNvSpPr>
          <p:nvPr userDrawn="1"/>
        </p:nvSpPr>
        <p:spPr bwMode="auto">
          <a:xfrm>
            <a:off x="8461165" y="6489701"/>
            <a:ext cx="240453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lnSpc>
                <a:spcPct val="85000"/>
              </a:lnSpc>
            </a:pPr>
            <a:r>
              <a:rPr lang="de-DE" altLang="zh-CN" sz="1200" dirty="0" smtClean="0">
                <a:solidFill>
                  <a:srgbClr val="000000"/>
                </a:solidFill>
                <a:latin typeface="FrutigerNext LT Bold" pitchFamily="34" charset="0"/>
                <a:ea typeface="MS PGothic" pitchFamily="34" charset="-128"/>
              </a:rPr>
              <a:t> </a:t>
            </a:r>
            <a:fld id="{A4C34F22-587E-473D-9099-376F4F013A30}" type="slidenum">
              <a:rPr lang="de-DE" altLang="zh-CN" sz="1200">
                <a:solidFill>
                  <a:srgbClr val="000000"/>
                </a:solidFill>
                <a:latin typeface="FrutigerNext LT Bold" pitchFamily="34" charset="0"/>
                <a:ea typeface="MS PGothic" pitchFamily="34" charset="-128"/>
              </a:rPr>
              <a:pPr eaLnBrk="0" hangingPunct="0">
                <a:lnSpc>
                  <a:spcPct val="85000"/>
                </a:lnSpc>
              </a:pPr>
              <a:t>‹#›</a:t>
            </a:fld>
            <a:endParaRPr lang="en-GB" altLang="zh-CN" sz="1200" dirty="0">
              <a:solidFill>
                <a:srgbClr val="000000"/>
              </a:solidFill>
              <a:latin typeface="FrutigerNext LT Bold" pitchFamily="34" charset="0"/>
              <a:ea typeface="MS PGothic" pitchFamily="34" charset="-128"/>
            </a:endParaRPr>
          </a:p>
        </p:txBody>
      </p:sp>
    </p:spTree>
  </p:cSld>
  <p:clrMap bg1="lt1" tx1="dk1" bg2="lt2" tx2="dk2" accent1="accent1" accent2="accent2" accent3="accent3" accent4="accent4" accent5="accent5" accent6="accent6" hlink="hlink" folHlink="folHlink"/>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rgbClr val="990000"/>
          </a:solidFill>
          <a:latin typeface="Arial" pitchFamily="34" charset="0"/>
          <a:ea typeface="黑体" pitchFamily="49" charset="-122"/>
          <a:cs typeface="Arial" pitchFamily="34" charset="0"/>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mn-lt"/>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lt"/>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mn-lt"/>
          <a:ea typeface="+mn-ea"/>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1266" name="Picture 6" descr="5"/>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5897564"/>
            <a:ext cx="12192000" cy="96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Rectangle 10"/>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marL="342900" indent="-342900" algn="r" eaLnBrk="0" hangingPunct="0">
              <a:lnSpc>
                <a:spcPct val="125000"/>
              </a:lnSpc>
              <a:spcBef>
                <a:spcPct val="20000"/>
              </a:spcBef>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pPr>
            <a:r>
              <a:rPr lang="en-US" altLang="zh-CN" sz="1100">
                <a:solidFill>
                  <a:srgbClr val="FFFFFF"/>
                </a:solidFill>
              </a:rPr>
              <a:t>FrutigerNext LT Medium</a:t>
            </a:r>
          </a:p>
          <a:p>
            <a:pPr marL="342900" indent="-342900" algn="r" eaLnBrk="0" hangingPunct="0">
              <a:lnSpc>
                <a:spcPct val="125000"/>
              </a:lnSpc>
              <a:spcBef>
                <a:spcPct val="20000"/>
              </a:spcBef>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pPr>
            <a:endParaRPr lang="en-US" altLang="zh-CN" sz="1100">
              <a:solidFill>
                <a:srgbClr val="FFFFFF"/>
              </a:solidFill>
            </a:endParaRPr>
          </a:p>
          <a:p>
            <a:pPr marL="342900" indent="-342900" algn="r" eaLnBrk="0" hangingPunct="0">
              <a:lnSpc>
                <a:spcPct val="125000"/>
              </a:lnSpc>
              <a:spcBef>
                <a:spcPct val="20000"/>
              </a:spcBef>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marL="342900" indent="-342900" algn="r" eaLnBrk="0" hangingPunct="0">
              <a:lnSpc>
                <a:spcPct val="125000"/>
              </a:lnSpc>
              <a:spcBef>
                <a:spcPct val="20000"/>
              </a:spcBef>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marL="342900" indent="-342900" algn="r" eaLnBrk="0" hangingPunct="0">
              <a:lnSpc>
                <a:spcPct val="125000"/>
              </a:lnSpc>
              <a:spcBef>
                <a:spcPct val="20000"/>
              </a:spcBef>
            </a:pPr>
            <a:endParaRPr lang="zh-CN" altLang="en-US" sz="1100">
              <a:solidFill>
                <a:srgbClr val="FFFFFF"/>
              </a:solidFill>
            </a:endParaRPr>
          </a:p>
          <a:p>
            <a:pPr marL="342900" indent="-342900" algn="r" eaLnBrk="0" hangingPunct="0">
              <a:lnSpc>
                <a:spcPct val="125000"/>
              </a:lnSpc>
              <a:spcBef>
                <a:spcPct val="20000"/>
              </a:spcBef>
            </a:pPr>
            <a:endParaRPr lang="zh-CN" altLang="en-US" sz="1100">
              <a:solidFill>
                <a:srgbClr val="FFFFFF"/>
              </a:solidFill>
            </a:endParaRPr>
          </a:p>
          <a:p>
            <a:pPr marL="342900" indent="-342900" algn="r" eaLnBrk="0" hangingPunct="0">
              <a:lnSpc>
                <a:spcPct val="125000"/>
              </a:lnSpc>
              <a:spcBef>
                <a:spcPct val="20000"/>
              </a:spcBef>
            </a:pPr>
            <a:endParaRPr lang="zh-CN" altLang="en-US" sz="1100">
              <a:solidFill>
                <a:srgbClr val="FFFFFF"/>
              </a:solidFill>
            </a:endParaRPr>
          </a:p>
          <a:p>
            <a:pPr marL="342900" indent="-342900" algn="r" eaLnBrk="0" hangingPunct="0">
              <a:lnSpc>
                <a:spcPct val="125000"/>
              </a:lnSpc>
              <a:spcBef>
                <a:spcPct val="20000"/>
              </a:spcBef>
            </a:pPr>
            <a:r>
              <a:rPr lang="zh-CN" altLang="en-US" sz="1100">
                <a:solidFill>
                  <a:srgbClr val="FFFFFF"/>
                </a:solidFill>
              </a:rPr>
              <a:t>英文正文</a:t>
            </a:r>
            <a:r>
              <a:rPr lang="en-US" altLang="zh-CN" sz="1100">
                <a:solidFill>
                  <a:srgbClr val="FFFFFF"/>
                </a:solidFill>
              </a:rPr>
              <a:t>:20-22pt</a:t>
            </a:r>
          </a:p>
          <a:p>
            <a:pPr marL="342900" indent="-342900" algn="r" eaLnBrk="0" hangingPunct="0">
              <a:lnSpc>
                <a:spcPct val="125000"/>
              </a:lnSpc>
              <a:spcBef>
                <a:spcPct val="20000"/>
              </a:spcBef>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marL="342900" indent="-342900" algn="r" eaLnBrk="0" hangingPunct="0">
              <a:lnSpc>
                <a:spcPct val="125000"/>
              </a:lnSpc>
              <a:spcBef>
                <a:spcPct val="20000"/>
              </a:spcBef>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pPr>
            <a:r>
              <a:rPr lang="en-US" altLang="zh-CN" sz="1100">
                <a:solidFill>
                  <a:srgbClr val="FFFFFF"/>
                </a:solidFill>
              </a:rPr>
              <a:t>FrutigerNext LT Regular</a:t>
            </a:r>
          </a:p>
          <a:p>
            <a:pPr marL="342900" indent="-342900" algn="r" eaLnBrk="0" hangingPunct="0">
              <a:lnSpc>
                <a:spcPct val="125000"/>
              </a:lnSpc>
              <a:spcBef>
                <a:spcPct val="20000"/>
              </a:spcBef>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pPr>
            <a:endParaRPr lang="en-US" altLang="zh-CN" sz="1100">
              <a:solidFill>
                <a:srgbClr val="FFFFFF"/>
              </a:solidFill>
            </a:endParaRPr>
          </a:p>
          <a:p>
            <a:pPr marL="342900" indent="-342900" algn="r" eaLnBrk="0" hangingPunct="0">
              <a:lnSpc>
                <a:spcPct val="125000"/>
              </a:lnSpc>
              <a:spcBef>
                <a:spcPct val="20000"/>
              </a:spcBef>
            </a:pPr>
            <a:r>
              <a:rPr lang="zh-CN" altLang="en-US" sz="1100">
                <a:solidFill>
                  <a:srgbClr val="FFFFFF"/>
                </a:solidFill>
              </a:rPr>
              <a:t>中文正文</a:t>
            </a:r>
            <a:r>
              <a:rPr lang="en-US" altLang="zh-CN" sz="1100">
                <a:solidFill>
                  <a:srgbClr val="FFFFFF"/>
                </a:solidFill>
              </a:rPr>
              <a:t>:18-20pt</a:t>
            </a:r>
          </a:p>
          <a:p>
            <a:pPr marL="342900" indent="-342900" algn="r" eaLnBrk="0" hangingPunct="0">
              <a:lnSpc>
                <a:spcPct val="125000"/>
              </a:lnSpc>
              <a:spcBef>
                <a:spcPct val="20000"/>
              </a:spcBef>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marL="342900" indent="-342900" algn="r" eaLnBrk="0" hangingPunct="0">
              <a:lnSpc>
                <a:spcPct val="125000"/>
              </a:lnSpc>
              <a:spcBef>
                <a:spcPct val="20000"/>
              </a:spcBef>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a:t>
            </a:r>
            <a:r>
              <a:rPr lang="zh-CN" altLang="en-US" sz="1100">
                <a:solidFill>
                  <a:srgbClr val="FFFFFF"/>
                </a:solidFill>
                <a:latin typeface="Arial" pitchFamily="34" charset="0"/>
              </a:rPr>
              <a:t> </a:t>
            </a:r>
          </a:p>
        </p:txBody>
      </p:sp>
      <p:grpSp>
        <p:nvGrpSpPr>
          <p:cNvPr id="11270" name="Group 11"/>
          <p:cNvGrpSpPr>
            <a:grpSpLocks/>
          </p:cNvGrpSpPr>
          <p:nvPr/>
        </p:nvGrpSpPr>
        <p:grpSpPr bwMode="auto">
          <a:xfrm>
            <a:off x="12433301" y="3511550"/>
            <a:ext cx="1225551" cy="3224212"/>
            <a:chOff x="5839" y="2251"/>
            <a:chExt cx="579" cy="2031"/>
          </a:xfrm>
        </p:grpSpPr>
        <p:sp>
          <p:nvSpPr>
            <p:cNvPr id="11273" name="Rectangle 12"/>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11274" name="Group 13"/>
            <p:cNvGrpSpPr>
              <a:grpSpLocks/>
            </p:cNvGrpSpPr>
            <p:nvPr userDrawn="1"/>
          </p:nvGrpSpPr>
          <p:grpSpPr bwMode="auto">
            <a:xfrm>
              <a:off x="5893" y="2387"/>
              <a:ext cx="466" cy="115"/>
              <a:chOff x="5893" y="2387"/>
              <a:chExt cx="466" cy="115"/>
            </a:xfrm>
          </p:grpSpPr>
          <p:sp>
            <p:nvSpPr>
              <p:cNvPr id="11335" name="Rectangle 14"/>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6" name="Rectangle 15"/>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7" name="Rectangle 16"/>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8" name="Rectangle 17"/>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5" name="Group 18"/>
            <p:cNvGrpSpPr>
              <a:grpSpLocks/>
            </p:cNvGrpSpPr>
            <p:nvPr userDrawn="1"/>
          </p:nvGrpSpPr>
          <p:grpSpPr bwMode="auto">
            <a:xfrm>
              <a:off x="5893" y="2523"/>
              <a:ext cx="466" cy="115"/>
              <a:chOff x="5893" y="2523"/>
              <a:chExt cx="466" cy="115"/>
            </a:xfrm>
          </p:grpSpPr>
          <p:sp>
            <p:nvSpPr>
              <p:cNvPr id="11331" name="Rectangle 19"/>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2" name="Rectangle 20"/>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3" name="Rectangle 21"/>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4" name="Rectangle 22"/>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6" name="Group 23"/>
            <p:cNvGrpSpPr>
              <a:grpSpLocks/>
            </p:cNvGrpSpPr>
            <p:nvPr userDrawn="1"/>
          </p:nvGrpSpPr>
          <p:grpSpPr bwMode="auto">
            <a:xfrm>
              <a:off x="5893" y="2659"/>
              <a:ext cx="466" cy="115"/>
              <a:chOff x="5893" y="2659"/>
              <a:chExt cx="466" cy="115"/>
            </a:xfrm>
          </p:grpSpPr>
          <p:sp>
            <p:nvSpPr>
              <p:cNvPr id="11327" name="Rectangle 24"/>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8" name="Rectangle 25"/>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9" name="Rectangle 26"/>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0" name="Rectangle 27"/>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7" name="Group 28"/>
            <p:cNvGrpSpPr>
              <a:grpSpLocks/>
            </p:cNvGrpSpPr>
            <p:nvPr userDrawn="1"/>
          </p:nvGrpSpPr>
          <p:grpSpPr bwMode="auto">
            <a:xfrm>
              <a:off x="5893" y="2251"/>
              <a:ext cx="466" cy="119"/>
              <a:chOff x="5893" y="2251"/>
              <a:chExt cx="466" cy="119"/>
            </a:xfrm>
          </p:grpSpPr>
          <p:sp>
            <p:nvSpPr>
              <p:cNvPr id="11323" name="Rectangle 29"/>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4" name="Rectangle 30"/>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5" name="Rectangle 31"/>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6" name="Rectangle 32"/>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8" name="Group 33"/>
            <p:cNvGrpSpPr>
              <a:grpSpLocks/>
            </p:cNvGrpSpPr>
            <p:nvPr userDrawn="1"/>
          </p:nvGrpSpPr>
          <p:grpSpPr bwMode="auto">
            <a:xfrm>
              <a:off x="5893" y="2886"/>
              <a:ext cx="466" cy="115"/>
              <a:chOff x="5893" y="2886"/>
              <a:chExt cx="466" cy="115"/>
            </a:xfrm>
          </p:grpSpPr>
          <p:sp>
            <p:nvSpPr>
              <p:cNvPr id="11319" name="Rectangle 34"/>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0" name="Rectangle 35"/>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1" name="Rectangle 36"/>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2" name="Rectangle 37"/>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9" name="Group 38"/>
            <p:cNvGrpSpPr>
              <a:grpSpLocks/>
            </p:cNvGrpSpPr>
            <p:nvPr userDrawn="1"/>
          </p:nvGrpSpPr>
          <p:grpSpPr bwMode="auto">
            <a:xfrm>
              <a:off x="5893" y="3022"/>
              <a:ext cx="466" cy="115"/>
              <a:chOff x="5893" y="3022"/>
              <a:chExt cx="466" cy="115"/>
            </a:xfrm>
          </p:grpSpPr>
          <p:sp>
            <p:nvSpPr>
              <p:cNvPr id="11315" name="Rectangle 39"/>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6" name="Rectangle 40"/>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7" name="Rectangle 41"/>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8" name="Rectangle 42"/>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0" name="Group 43"/>
            <p:cNvGrpSpPr>
              <a:grpSpLocks/>
            </p:cNvGrpSpPr>
            <p:nvPr userDrawn="1"/>
          </p:nvGrpSpPr>
          <p:grpSpPr bwMode="auto">
            <a:xfrm>
              <a:off x="5893" y="3158"/>
              <a:ext cx="466" cy="115"/>
              <a:chOff x="5893" y="3158"/>
              <a:chExt cx="466" cy="115"/>
            </a:xfrm>
          </p:grpSpPr>
          <p:sp>
            <p:nvSpPr>
              <p:cNvPr id="11311" name="Rectangle 44"/>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2" name="Rectangle 45"/>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3" name="Rectangle 46"/>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4" name="Rectangle 47"/>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1" name="Group 48"/>
            <p:cNvGrpSpPr>
              <a:grpSpLocks/>
            </p:cNvGrpSpPr>
            <p:nvPr userDrawn="1"/>
          </p:nvGrpSpPr>
          <p:grpSpPr bwMode="auto">
            <a:xfrm>
              <a:off x="5893" y="3385"/>
              <a:ext cx="466" cy="115"/>
              <a:chOff x="5893" y="3385"/>
              <a:chExt cx="466" cy="115"/>
            </a:xfrm>
          </p:grpSpPr>
          <p:sp>
            <p:nvSpPr>
              <p:cNvPr id="11307" name="Rectangle 49"/>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8" name="Rectangle 50"/>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9" name="Rectangle 51"/>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0" name="Rectangle 52"/>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2" name="Group 53"/>
            <p:cNvGrpSpPr>
              <a:grpSpLocks/>
            </p:cNvGrpSpPr>
            <p:nvPr userDrawn="1"/>
          </p:nvGrpSpPr>
          <p:grpSpPr bwMode="auto">
            <a:xfrm>
              <a:off x="5893" y="3521"/>
              <a:ext cx="466" cy="115"/>
              <a:chOff x="5893" y="3521"/>
              <a:chExt cx="466" cy="115"/>
            </a:xfrm>
          </p:grpSpPr>
          <p:sp>
            <p:nvSpPr>
              <p:cNvPr id="11303" name="Rectangle 54"/>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4" name="Rectangle 55"/>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5" name="Rectangle 56"/>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6" name="Rectangle 57"/>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3" name="Group 58"/>
            <p:cNvGrpSpPr>
              <a:grpSpLocks/>
            </p:cNvGrpSpPr>
            <p:nvPr userDrawn="1"/>
          </p:nvGrpSpPr>
          <p:grpSpPr bwMode="auto">
            <a:xfrm>
              <a:off x="5893" y="3657"/>
              <a:ext cx="466" cy="115"/>
              <a:chOff x="5893" y="3657"/>
              <a:chExt cx="466" cy="115"/>
            </a:xfrm>
          </p:grpSpPr>
          <p:sp>
            <p:nvSpPr>
              <p:cNvPr id="11299" name="Rectangle 59"/>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0" name="Rectangle 60"/>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1" name="Rectangle 61"/>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2" name="Rectangle 62"/>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4" name="Group 63"/>
            <p:cNvGrpSpPr>
              <a:grpSpLocks/>
            </p:cNvGrpSpPr>
            <p:nvPr userDrawn="1"/>
          </p:nvGrpSpPr>
          <p:grpSpPr bwMode="auto">
            <a:xfrm>
              <a:off x="5893" y="3884"/>
              <a:ext cx="466" cy="115"/>
              <a:chOff x="5893" y="3884"/>
              <a:chExt cx="466" cy="115"/>
            </a:xfrm>
          </p:grpSpPr>
          <p:sp>
            <p:nvSpPr>
              <p:cNvPr id="11295" name="Rectangle 64"/>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6" name="Rectangle 65"/>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7" name="Rectangle 66"/>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8" name="Rectangle 67"/>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5" name="Group 68"/>
            <p:cNvGrpSpPr>
              <a:grpSpLocks/>
            </p:cNvGrpSpPr>
            <p:nvPr userDrawn="1"/>
          </p:nvGrpSpPr>
          <p:grpSpPr bwMode="auto">
            <a:xfrm>
              <a:off x="5893" y="4026"/>
              <a:ext cx="466" cy="115"/>
              <a:chOff x="5893" y="4026"/>
              <a:chExt cx="466" cy="115"/>
            </a:xfrm>
          </p:grpSpPr>
          <p:sp>
            <p:nvSpPr>
              <p:cNvPr id="11291" name="Rectangle 69"/>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2" name="Rectangle 70"/>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3" name="Rectangle 71"/>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4" name="Rectangle 72"/>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6" name="Group 73"/>
            <p:cNvGrpSpPr>
              <a:grpSpLocks/>
            </p:cNvGrpSpPr>
            <p:nvPr userDrawn="1"/>
          </p:nvGrpSpPr>
          <p:grpSpPr bwMode="auto">
            <a:xfrm>
              <a:off x="5893" y="4167"/>
              <a:ext cx="466" cy="115"/>
              <a:chOff x="5893" y="4167"/>
              <a:chExt cx="466" cy="115"/>
            </a:xfrm>
          </p:grpSpPr>
          <p:sp>
            <p:nvSpPr>
              <p:cNvPr id="11287" name="Rectangle 74"/>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8" name="Rectangle 75"/>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9" name="Rectangle 76"/>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0" name="Rectangle 77"/>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1271" name="Rectangle 78"/>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pPr>
            <a:r>
              <a:rPr lang="zh-CN" altLang="en-US" sz="1100">
                <a:solidFill>
                  <a:srgbClr val="FFFFFF"/>
                </a:solidFill>
              </a:rPr>
              <a:t>配色参考方案：</a:t>
            </a:r>
          </a:p>
          <a:p>
            <a:pPr eaLnBrk="0" hangingPunct="0">
              <a:lnSpc>
                <a:spcPct val="120000"/>
              </a:lnSpc>
              <a:spcBef>
                <a:spcPct val="20000"/>
              </a:spcBef>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11272" name="Rectangle 79"/>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sp>
        <p:nvSpPr>
          <p:cNvPr id="75" name="TextBox 74"/>
          <p:cNvSpPr txBox="1"/>
          <p:nvPr/>
        </p:nvSpPr>
        <p:spPr>
          <a:xfrm>
            <a:off x="1007534" y="4508501"/>
            <a:ext cx="10176933" cy="1246495"/>
          </a:xfrm>
          <a:prstGeom prst="rect">
            <a:avLst/>
          </a:prstGeom>
          <a:noFill/>
        </p:spPr>
        <p:txBody>
          <a:bodyPr wrap="square" rtlCol="0">
            <a:spAutoFit/>
          </a:bodyPr>
          <a:lstStyle/>
          <a:p>
            <a:pPr algn="just">
              <a:lnSpc>
                <a:spcPct val="100000"/>
              </a:lnSpc>
            </a:pPr>
            <a:r>
              <a:rPr lang="en-US" altLang="zh-CN" sz="1250" b="1" kern="1200" dirty="0" smtClean="0">
                <a:solidFill>
                  <a:schemeClr val="tx1"/>
                </a:solidFill>
                <a:effectLst/>
                <a:latin typeface="FrutigerNext LT Regular" pitchFamily="34" charset="0"/>
                <a:ea typeface="宋体" charset="-122"/>
                <a:cs typeface="+mn-cs"/>
              </a:rPr>
              <a:t>Copyright©2011 Huawei Technologies Co., Ltd. All Rights Reserved.</a:t>
            </a:r>
            <a:endParaRPr lang="zh-CN" altLang="zh-CN" sz="1250" kern="1200" dirty="0" smtClean="0">
              <a:solidFill>
                <a:schemeClr val="tx1"/>
              </a:solidFill>
              <a:effectLst/>
              <a:latin typeface="FrutigerNext LT Regular" pitchFamily="34" charset="0"/>
              <a:ea typeface="宋体" charset="-122"/>
              <a:cs typeface="+mn-cs"/>
            </a:endParaRPr>
          </a:p>
          <a:p>
            <a:pPr algn="just">
              <a:lnSpc>
                <a:spcPct val="100000"/>
              </a:lnSpc>
            </a:pPr>
            <a:r>
              <a:rPr lang="en-US" altLang="zh-CN" sz="1250" kern="1200" dirty="0" smtClean="0">
                <a:solidFill>
                  <a:schemeClr val="tx1"/>
                </a:solidFill>
                <a:effectLst/>
                <a:latin typeface="FrutigerNext LT Regular" pitchFamily="34" charset="0"/>
                <a:ea typeface="宋体" charset="-122"/>
                <a:cs typeface="+mn-cs"/>
              </a:rPr>
              <a:t>The 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lang="zh-CN" altLang="zh-CN" sz="1250" kern="1200" dirty="0">
              <a:solidFill>
                <a:schemeClr val="tx1"/>
              </a:solidFill>
              <a:effectLst/>
              <a:latin typeface="FrutigerNext LT Regular" pitchFamily="34" charset="0"/>
              <a:ea typeface="宋体" charset="-122"/>
              <a:cs typeface="+mn-cs"/>
            </a:endParaRPr>
          </a:p>
        </p:txBody>
      </p:sp>
      <p:sp>
        <p:nvSpPr>
          <p:cNvPr id="78" name="Text Box 7"/>
          <p:cNvSpPr txBox="1">
            <a:spLocks noChangeArrowheads="1"/>
          </p:cNvSpPr>
          <p:nvPr/>
        </p:nvSpPr>
        <p:spPr bwMode="auto">
          <a:xfrm>
            <a:off x="4742159" y="2668589"/>
            <a:ext cx="2707682" cy="7613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83448" tIns="41724" rIns="83448" bIns="41724">
            <a:spAutoFit/>
          </a:bodyPr>
          <a:lstStyle>
            <a:lvl1pPr defTabSz="835025" eaLnBrk="0" hangingPunct="0">
              <a:defRPr>
                <a:solidFill>
                  <a:schemeClr val="tx1"/>
                </a:solidFill>
                <a:latin typeface="Calibri" pitchFamily="34" charset="0"/>
                <a:ea typeface="宋体" pitchFamily="2" charset="-122"/>
              </a:defRPr>
            </a:lvl1pPr>
            <a:lvl2pPr marL="742950" indent="-285750" defTabSz="835025" eaLnBrk="0" hangingPunct="0">
              <a:defRPr>
                <a:solidFill>
                  <a:schemeClr val="tx1"/>
                </a:solidFill>
                <a:latin typeface="Calibri" pitchFamily="34" charset="0"/>
                <a:ea typeface="宋体" pitchFamily="2" charset="-122"/>
              </a:defRPr>
            </a:lvl2pPr>
            <a:lvl3pPr marL="1143000" indent="-228600" defTabSz="835025" eaLnBrk="0" hangingPunct="0">
              <a:defRPr>
                <a:solidFill>
                  <a:schemeClr val="tx1"/>
                </a:solidFill>
                <a:latin typeface="Calibri" pitchFamily="34" charset="0"/>
                <a:ea typeface="宋体" pitchFamily="2" charset="-122"/>
              </a:defRPr>
            </a:lvl3pPr>
            <a:lvl4pPr marL="1600200" indent="-228600" defTabSz="835025" eaLnBrk="0" hangingPunct="0">
              <a:defRPr>
                <a:solidFill>
                  <a:schemeClr val="tx1"/>
                </a:solidFill>
                <a:latin typeface="Calibri" pitchFamily="34" charset="0"/>
                <a:ea typeface="宋体" pitchFamily="2" charset="-122"/>
              </a:defRPr>
            </a:lvl4pPr>
            <a:lvl5pPr marL="2057400" indent="-228600" defTabSz="835025" eaLnBrk="0" hangingPunct="0">
              <a:defRPr>
                <a:solidFill>
                  <a:schemeClr val="tx1"/>
                </a:solidFill>
                <a:latin typeface="Calibri" pitchFamily="34" charset="0"/>
                <a:ea typeface="宋体" pitchFamily="2" charset="-122"/>
              </a:defRPr>
            </a:lvl5pPr>
            <a:lvl6pPr marL="2514600" indent="-228600" defTabSz="835025"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35025"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35025"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35025" eaLnBrk="0" fontAlgn="base" hangingPunct="0">
              <a:spcBef>
                <a:spcPct val="0"/>
              </a:spcBef>
              <a:spcAft>
                <a:spcPct val="0"/>
              </a:spcAft>
              <a:defRPr>
                <a:solidFill>
                  <a:schemeClr val="tx1"/>
                </a:solidFill>
                <a:latin typeface="Calibri" pitchFamily="34" charset="0"/>
                <a:ea typeface="宋体" pitchFamily="2" charset="-122"/>
              </a:defRPr>
            </a:lvl9pPr>
          </a:lstStyle>
          <a:p>
            <a:pPr algn="ctr">
              <a:defRPr/>
            </a:pPr>
            <a:r>
              <a:rPr lang="en-US" altLang="zh-CN" sz="4400" dirty="0" smtClean="0">
                <a:solidFill>
                  <a:srgbClr val="990000"/>
                </a:solidFill>
                <a:latin typeface="+mn-lt"/>
                <a:ea typeface="MS PGothic" pitchFamily="34" charset="-128"/>
              </a:rPr>
              <a:t>Thank you</a:t>
            </a:r>
          </a:p>
        </p:txBody>
      </p:sp>
      <p:sp>
        <p:nvSpPr>
          <p:cNvPr id="79" name="Text Box 8"/>
          <p:cNvSpPr txBox="1">
            <a:spLocks noChangeArrowheads="1"/>
          </p:cNvSpPr>
          <p:nvPr/>
        </p:nvSpPr>
        <p:spPr bwMode="auto">
          <a:xfrm>
            <a:off x="4844750" y="3429000"/>
            <a:ext cx="2502498" cy="4843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83448" tIns="41724" rIns="83448" bIns="41724">
            <a:spAutoFit/>
          </a:bodyPr>
          <a:lstStyle>
            <a:lvl1pPr defTabSz="835025" eaLnBrk="0" hangingPunct="0">
              <a:defRPr>
                <a:solidFill>
                  <a:schemeClr val="tx1"/>
                </a:solidFill>
                <a:latin typeface="Calibri" pitchFamily="34" charset="0"/>
                <a:ea typeface="宋体" charset="-122"/>
              </a:defRPr>
            </a:lvl1pPr>
            <a:lvl2pPr marL="742950" indent="-285750" defTabSz="835025" eaLnBrk="0" hangingPunct="0">
              <a:defRPr>
                <a:solidFill>
                  <a:schemeClr val="tx1"/>
                </a:solidFill>
                <a:latin typeface="Calibri" pitchFamily="34" charset="0"/>
                <a:ea typeface="宋体" charset="-122"/>
              </a:defRPr>
            </a:lvl2pPr>
            <a:lvl3pPr marL="1143000" indent="-228600" defTabSz="835025" eaLnBrk="0" hangingPunct="0">
              <a:defRPr>
                <a:solidFill>
                  <a:schemeClr val="tx1"/>
                </a:solidFill>
                <a:latin typeface="Calibri" pitchFamily="34" charset="0"/>
                <a:ea typeface="宋体" charset="-122"/>
              </a:defRPr>
            </a:lvl3pPr>
            <a:lvl4pPr marL="1600200" indent="-228600" defTabSz="835025" eaLnBrk="0" hangingPunct="0">
              <a:defRPr>
                <a:solidFill>
                  <a:schemeClr val="tx1"/>
                </a:solidFill>
                <a:latin typeface="Calibri" pitchFamily="34" charset="0"/>
                <a:ea typeface="宋体" charset="-122"/>
              </a:defRPr>
            </a:lvl4pPr>
            <a:lvl5pPr marL="2057400" indent="-228600" defTabSz="835025" eaLnBrk="0" hangingPunct="0">
              <a:defRPr>
                <a:solidFill>
                  <a:schemeClr val="tx1"/>
                </a:solidFill>
                <a:latin typeface="Calibri" pitchFamily="34" charset="0"/>
                <a:ea typeface="宋体" charset="-122"/>
              </a:defRPr>
            </a:lvl5pPr>
            <a:lvl6pPr marL="2514600" indent="-228600" defTabSz="835025" eaLnBrk="0" fontAlgn="base" hangingPunct="0">
              <a:spcBef>
                <a:spcPct val="0"/>
              </a:spcBef>
              <a:spcAft>
                <a:spcPct val="0"/>
              </a:spcAft>
              <a:defRPr>
                <a:solidFill>
                  <a:schemeClr val="tx1"/>
                </a:solidFill>
                <a:latin typeface="Calibri" pitchFamily="34" charset="0"/>
                <a:ea typeface="宋体" charset="-122"/>
              </a:defRPr>
            </a:lvl6pPr>
            <a:lvl7pPr marL="2971800" indent="-228600" defTabSz="835025" eaLnBrk="0" fontAlgn="base" hangingPunct="0">
              <a:spcBef>
                <a:spcPct val="0"/>
              </a:spcBef>
              <a:spcAft>
                <a:spcPct val="0"/>
              </a:spcAft>
              <a:defRPr>
                <a:solidFill>
                  <a:schemeClr val="tx1"/>
                </a:solidFill>
                <a:latin typeface="Calibri" pitchFamily="34" charset="0"/>
                <a:ea typeface="宋体" charset="-122"/>
              </a:defRPr>
            </a:lvl7pPr>
            <a:lvl8pPr marL="3429000" indent="-228600" defTabSz="835025" eaLnBrk="0" fontAlgn="base" hangingPunct="0">
              <a:spcBef>
                <a:spcPct val="0"/>
              </a:spcBef>
              <a:spcAft>
                <a:spcPct val="0"/>
              </a:spcAft>
              <a:defRPr>
                <a:solidFill>
                  <a:schemeClr val="tx1"/>
                </a:solidFill>
                <a:latin typeface="Calibri" pitchFamily="34" charset="0"/>
                <a:ea typeface="宋体" charset="-122"/>
              </a:defRPr>
            </a:lvl8pPr>
            <a:lvl9pPr marL="3886200" indent="-228600" defTabSz="835025" eaLnBrk="0" fontAlgn="base" hangingPunct="0">
              <a:spcBef>
                <a:spcPct val="0"/>
              </a:spcBef>
              <a:spcAft>
                <a:spcPct val="0"/>
              </a:spcAft>
              <a:defRPr>
                <a:solidFill>
                  <a:schemeClr val="tx1"/>
                </a:solidFill>
                <a:latin typeface="Calibri" pitchFamily="34" charset="0"/>
                <a:ea typeface="宋体" charset="-122"/>
              </a:defRPr>
            </a:lvl9pPr>
          </a:lstStyle>
          <a:p>
            <a:pPr algn="ctr"/>
            <a:r>
              <a:rPr lang="en-US" altLang="zh-CN" sz="2600" dirty="0">
                <a:solidFill>
                  <a:srgbClr val="666666"/>
                </a:solidFill>
                <a:latin typeface="+mn-lt"/>
                <a:ea typeface="ＭＳ Ｐゴシック" pitchFamily="34" charset="-128"/>
              </a:rPr>
              <a:t>www.huawei.com</a:t>
            </a:r>
            <a:endParaRPr lang="en-US" altLang="zh-CN" sz="2600" dirty="0">
              <a:solidFill>
                <a:srgbClr val="990000"/>
              </a:solidFill>
              <a:latin typeface="+mn-lt"/>
              <a:ea typeface="ＭＳ Ｐゴシック" pitchFamily="34" charset="-128"/>
            </a:endParaRPr>
          </a:p>
        </p:txBody>
      </p:sp>
    </p:spTree>
  </p:cSld>
  <p:clrMap bg1="lt1" tx1="dk1" bg2="lt2" tx2="dk2" accent1="accent1" accent2="accent2" accent3="accent3" accent4="accent4" accent5="accent5" accent6="accent6" hlink="hlink" folHlink="folHlink"/>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rgbClr val="990000"/>
          </a:solidFill>
          <a:latin typeface="+mj-lt"/>
          <a:ea typeface="+mj-ea"/>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charset="-122"/>
        </a:defRPr>
      </a:lvl2pPr>
      <a:lvl3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charset="-122"/>
        </a:defRPr>
      </a:lvl3pPr>
      <a:lvl4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charset="-122"/>
        </a:defRPr>
      </a:lvl4pPr>
      <a:lvl5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ltLang="zh-C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516002001"/>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 id="2147483859" r:id="rId6"/>
    <p:sldLayoutId id="2147483860" r:id="rId7"/>
    <p:sldLayoutId id="2147483861" r:id="rId8"/>
    <p:sldLayoutId id="2147483862" r:id="rId9"/>
    <p:sldLayoutId id="2147483863" r:id="rId10"/>
    <p:sldLayoutId id="2147483864" r:id="rId11"/>
    <p:sldLayoutId id="2147483852" r:id="rId12"/>
  </p:sldLayoutIdLst>
  <p:transition>
    <p:fade thruBlk="1"/>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6" Type="http://schemas.openxmlformats.org/officeDocument/2006/relationships/image" Target="../media/image39.emf"/><Relationship Id="rId21" Type="http://schemas.openxmlformats.org/officeDocument/2006/relationships/image" Target="../media/image34.emf"/><Relationship Id="rId42" Type="http://schemas.openxmlformats.org/officeDocument/2006/relationships/image" Target="../media/image55.emf"/><Relationship Id="rId47" Type="http://schemas.openxmlformats.org/officeDocument/2006/relationships/image" Target="../media/image60.emf"/><Relationship Id="rId63" Type="http://schemas.openxmlformats.org/officeDocument/2006/relationships/image" Target="../media/image76.emf"/><Relationship Id="rId68" Type="http://schemas.openxmlformats.org/officeDocument/2006/relationships/image" Target="../media/image81.emf"/><Relationship Id="rId84" Type="http://schemas.openxmlformats.org/officeDocument/2006/relationships/image" Target="../media/image97.emf"/><Relationship Id="rId16" Type="http://schemas.openxmlformats.org/officeDocument/2006/relationships/image" Target="../media/image29.emf"/><Relationship Id="rId11" Type="http://schemas.openxmlformats.org/officeDocument/2006/relationships/image" Target="../media/image24.emf"/><Relationship Id="rId32" Type="http://schemas.openxmlformats.org/officeDocument/2006/relationships/image" Target="../media/image45.emf"/><Relationship Id="rId37" Type="http://schemas.openxmlformats.org/officeDocument/2006/relationships/image" Target="../media/image50.emf"/><Relationship Id="rId53" Type="http://schemas.openxmlformats.org/officeDocument/2006/relationships/image" Target="../media/image66.emf"/><Relationship Id="rId58" Type="http://schemas.openxmlformats.org/officeDocument/2006/relationships/image" Target="../media/image71.emf"/><Relationship Id="rId74" Type="http://schemas.openxmlformats.org/officeDocument/2006/relationships/image" Target="../media/image87.emf"/><Relationship Id="rId79" Type="http://schemas.openxmlformats.org/officeDocument/2006/relationships/image" Target="../media/image92.emf"/><Relationship Id="rId5" Type="http://schemas.openxmlformats.org/officeDocument/2006/relationships/image" Target="../media/image18.emf"/><Relationship Id="rId19" Type="http://schemas.openxmlformats.org/officeDocument/2006/relationships/image" Target="../media/image32.emf"/><Relationship Id="rId14" Type="http://schemas.openxmlformats.org/officeDocument/2006/relationships/image" Target="../media/image27.emf"/><Relationship Id="rId22" Type="http://schemas.openxmlformats.org/officeDocument/2006/relationships/image" Target="../media/image35.emf"/><Relationship Id="rId27" Type="http://schemas.openxmlformats.org/officeDocument/2006/relationships/image" Target="../media/image40.emf"/><Relationship Id="rId30" Type="http://schemas.openxmlformats.org/officeDocument/2006/relationships/image" Target="../media/image43.emf"/><Relationship Id="rId35" Type="http://schemas.openxmlformats.org/officeDocument/2006/relationships/image" Target="../media/image48.emf"/><Relationship Id="rId43" Type="http://schemas.openxmlformats.org/officeDocument/2006/relationships/image" Target="../media/image56.emf"/><Relationship Id="rId48" Type="http://schemas.openxmlformats.org/officeDocument/2006/relationships/image" Target="../media/image61.emf"/><Relationship Id="rId56" Type="http://schemas.openxmlformats.org/officeDocument/2006/relationships/image" Target="../media/image69.emf"/><Relationship Id="rId64" Type="http://schemas.openxmlformats.org/officeDocument/2006/relationships/image" Target="../media/image77.emf"/><Relationship Id="rId69" Type="http://schemas.openxmlformats.org/officeDocument/2006/relationships/image" Target="../media/image82.emf"/><Relationship Id="rId77" Type="http://schemas.openxmlformats.org/officeDocument/2006/relationships/image" Target="../media/image90.emf"/><Relationship Id="rId8" Type="http://schemas.openxmlformats.org/officeDocument/2006/relationships/image" Target="../media/image21.emf"/><Relationship Id="rId51" Type="http://schemas.openxmlformats.org/officeDocument/2006/relationships/image" Target="../media/image64.emf"/><Relationship Id="rId72" Type="http://schemas.openxmlformats.org/officeDocument/2006/relationships/image" Target="../media/image85.emf"/><Relationship Id="rId80" Type="http://schemas.openxmlformats.org/officeDocument/2006/relationships/image" Target="../media/image93.emf"/><Relationship Id="rId85" Type="http://schemas.openxmlformats.org/officeDocument/2006/relationships/image" Target="../media/image98.emf"/><Relationship Id="rId3" Type="http://schemas.openxmlformats.org/officeDocument/2006/relationships/image" Target="../media/image16.emf"/><Relationship Id="rId12" Type="http://schemas.openxmlformats.org/officeDocument/2006/relationships/image" Target="../media/image25.emf"/><Relationship Id="rId17" Type="http://schemas.openxmlformats.org/officeDocument/2006/relationships/image" Target="../media/image30.emf"/><Relationship Id="rId25" Type="http://schemas.openxmlformats.org/officeDocument/2006/relationships/image" Target="../media/image38.emf"/><Relationship Id="rId33" Type="http://schemas.openxmlformats.org/officeDocument/2006/relationships/image" Target="../media/image46.emf"/><Relationship Id="rId38" Type="http://schemas.openxmlformats.org/officeDocument/2006/relationships/image" Target="../media/image51.emf"/><Relationship Id="rId46" Type="http://schemas.openxmlformats.org/officeDocument/2006/relationships/image" Target="../media/image59.emf"/><Relationship Id="rId59" Type="http://schemas.openxmlformats.org/officeDocument/2006/relationships/image" Target="../media/image72.emf"/><Relationship Id="rId67" Type="http://schemas.openxmlformats.org/officeDocument/2006/relationships/image" Target="../media/image80.emf"/><Relationship Id="rId20" Type="http://schemas.openxmlformats.org/officeDocument/2006/relationships/image" Target="../media/image33.emf"/><Relationship Id="rId41" Type="http://schemas.openxmlformats.org/officeDocument/2006/relationships/image" Target="../media/image54.emf"/><Relationship Id="rId54" Type="http://schemas.openxmlformats.org/officeDocument/2006/relationships/image" Target="../media/image67.emf"/><Relationship Id="rId62" Type="http://schemas.openxmlformats.org/officeDocument/2006/relationships/image" Target="../media/image75.emf"/><Relationship Id="rId70" Type="http://schemas.openxmlformats.org/officeDocument/2006/relationships/image" Target="../media/image83.emf"/><Relationship Id="rId75" Type="http://schemas.openxmlformats.org/officeDocument/2006/relationships/image" Target="../media/image88.emf"/><Relationship Id="rId83" Type="http://schemas.openxmlformats.org/officeDocument/2006/relationships/image" Target="../media/image96.emf"/><Relationship Id="rId88" Type="http://schemas.openxmlformats.org/officeDocument/2006/relationships/image" Target="../media/image101.emf"/><Relationship Id="rId1" Type="http://schemas.openxmlformats.org/officeDocument/2006/relationships/slideLayout" Target="../slideLayouts/slideLayout16.xml"/><Relationship Id="rId6" Type="http://schemas.openxmlformats.org/officeDocument/2006/relationships/image" Target="../media/image19.emf"/><Relationship Id="rId15" Type="http://schemas.openxmlformats.org/officeDocument/2006/relationships/image" Target="../media/image28.emf"/><Relationship Id="rId23" Type="http://schemas.openxmlformats.org/officeDocument/2006/relationships/image" Target="../media/image36.emf"/><Relationship Id="rId28" Type="http://schemas.openxmlformats.org/officeDocument/2006/relationships/image" Target="../media/image41.emf"/><Relationship Id="rId36" Type="http://schemas.openxmlformats.org/officeDocument/2006/relationships/image" Target="../media/image49.emf"/><Relationship Id="rId49" Type="http://schemas.openxmlformats.org/officeDocument/2006/relationships/image" Target="../media/image62.emf"/><Relationship Id="rId57" Type="http://schemas.openxmlformats.org/officeDocument/2006/relationships/image" Target="../media/image70.emf"/><Relationship Id="rId10" Type="http://schemas.openxmlformats.org/officeDocument/2006/relationships/image" Target="../media/image23.emf"/><Relationship Id="rId31" Type="http://schemas.openxmlformats.org/officeDocument/2006/relationships/image" Target="../media/image44.emf"/><Relationship Id="rId44" Type="http://schemas.openxmlformats.org/officeDocument/2006/relationships/image" Target="../media/image57.emf"/><Relationship Id="rId52" Type="http://schemas.openxmlformats.org/officeDocument/2006/relationships/image" Target="../media/image65.emf"/><Relationship Id="rId60" Type="http://schemas.openxmlformats.org/officeDocument/2006/relationships/image" Target="../media/image73.emf"/><Relationship Id="rId65" Type="http://schemas.openxmlformats.org/officeDocument/2006/relationships/image" Target="../media/image78.emf"/><Relationship Id="rId73" Type="http://schemas.openxmlformats.org/officeDocument/2006/relationships/image" Target="../media/image86.emf"/><Relationship Id="rId78" Type="http://schemas.openxmlformats.org/officeDocument/2006/relationships/image" Target="../media/image91.emf"/><Relationship Id="rId81" Type="http://schemas.openxmlformats.org/officeDocument/2006/relationships/image" Target="../media/image94.emf"/><Relationship Id="rId86" Type="http://schemas.openxmlformats.org/officeDocument/2006/relationships/image" Target="../media/image99.emf"/><Relationship Id="rId4" Type="http://schemas.openxmlformats.org/officeDocument/2006/relationships/image" Target="../media/image17.emf"/><Relationship Id="rId9" Type="http://schemas.openxmlformats.org/officeDocument/2006/relationships/image" Target="../media/image22.emf"/><Relationship Id="rId13" Type="http://schemas.openxmlformats.org/officeDocument/2006/relationships/image" Target="../media/image26.emf"/><Relationship Id="rId18" Type="http://schemas.openxmlformats.org/officeDocument/2006/relationships/image" Target="../media/image31.emf"/><Relationship Id="rId39" Type="http://schemas.openxmlformats.org/officeDocument/2006/relationships/image" Target="../media/image52.emf"/><Relationship Id="rId34" Type="http://schemas.openxmlformats.org/officeDocument/2006/relationships/image" Target="../media/image47.emf"/><Relationship Id="rId50" Type="http://schemas.openxmlformats.org/officeDocument/2006/relationships/image" Target="../media/image63.emf"/><Relationship Id="rId55" Type="http://schemas.openxmlformats.org/officeDocument/2006/relationships/image" Target="../media/image68.emf"/><Relationship Id="rId76" Type="http://schemas.openxmlformats.org/officeDocument/2006/relationships/image" Target="../media/image89.emf"/><Relationship Id="rId7" Type="http://schemas.openxmlformats.org/officeDocument/2006/relationships/image" Target="../media/image20.emf"/><Relationship Id="rId71" Type="http://schemas.openxmlformats.org/officeDocument/2006/relationships/image" Target="../media/image84.emf"/><Relationship Id="rId2" Type="http://schemas.openxmlformats.org/officeDocument/2006/relationships/image" Target="../media/image15.jpg"/><Relationship Id="rId29" Type="http://schemas.openxmlformats.org/officeDocument/2006/relationships/image" Target="../media/image42.emf"/><Relationship Id="rId24" Type="http://schemas.openxmlformats.org/officeDocument/2006/relationships/image" Target="../media/image37.emf"/><Relationship Id="rId40" Type="http://schemas.openxmlformats.org/officeDocument/2006/relationships/image" Target="../media/image53.emf"/><Relationship Id="rId45" Type="http://schemas.openxmlformats.org/officeDocument/2006/relationships/image" Target="../media/image58.emf"/><Relationship Id="rId66" Type="http://schemas.openxmlformats.org/officeDocument/2006/relationships/image" Target="../media/image79.emf"/><Relationship Id="rId87" Type="http://schemas.openxmlformats.org/officeDocument/2006/relationships/image" Target="../media/image100.emf"/><Relationship Id="rId61" Type="http://schemas.openxmlformats.org/officeDocument/2006/relationships/image" Target="../media/image74.emf"/><Relationship Id="rId82" Type="http://schemas.openxmlformats.org/officeDocument/2006/relationships/image" Target="../media/image95.emf"/></Relationships>
</file>

<file path=ppt/slides/_rels/slide2.xml.rels><?xml version="1.0" encoding="UTF-8" standalone="yes"?>
<Relationships xmlns="http://schemas.openxmlformats.org/package/2006/relationships"><Relationship Id="rId8" Type="http://schemas.openxmlformats.org/officeDocument/2006/relationships/image" Target="../media/image107.emf"/><Relationship Id="rId13" Type="http://schemas.openxmlformats.org/officeDocument/2006/relationships/image" Target="../media/image112.emf"/><Relationship Id="rId3" Type="http://schemas.openxmlformats.org/officeDocument/2006/relationships/image" Target="../media/image102.emf"/><Relationship Id="rId7" Type="http://schemas.openxmlformats.org/officeDocument/2006/relationships/image" Target="../media/image106.emf"/><Relationship Id="rId12" Type="http://schemas.openxmlformats.org/officeDocument/2006/relationships/image" Target="../media/image111.emf"/><Relationship Id="rId2" Type="http://schemas.openxmlformats.org/officeDocument/2006/relationships/image" Target="../media/image15.jpg"/><Relationship Id="rId1" Type="http://schemas.openxmlformats.org/officeDocument/2006/relationships/slideLayout" Target="../slideLayouts/slideLayout16.xml"/><Relationship Id="rId6" Type="http://schemas.openxmlformats.org/officeDocument/2006/relationships/image" Target="../media/image105.emf"/><Relationship Id="rId11" Type="http://schemas.openxmlformats.org/officeDocument/2006/relationships/image" Target="../media/image110.emf"/><Relationship Id="rId5" Type="http://schemas.openxmlformats.org/officeDocument/2006/relationships/image" Target="../media/image104.emf"/><Relationship Id="rId10" Type="http://schemas.openxmlformats.org/officeDocument/2006/relationships/image" Target="../media/image109.emf"/><Relationship Id="rId4" Type="http://schemas.openxmlformats.org/officeDocument/2006/relationships/image" Target="../media/image103.emf"/><Relationship Id="rId9" Type="http://schemas.openxmlformats.org/officeDocument/2006/relationships/image" Target="../media/image108.emf"/><Relationship Id="rId14" Type="http://schemas.openxmlformats.org/officeDocument/2006/relationships/image" Target="../media/image113.emf"/></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53" name="图片 252"/>
          <p:cNvPicPr>
            <a:picLocks noChangeAspect="1"/>
          </p:cNvPicPr>
          <p:nvPr/>
        </p:nvPicPr>
        <p:blipFill>
          <a:blip r:embed="rId3" cstate="print"/>
          <a:stretch>
            <a:fillRect/>
          </a:stretch>
        </p:blipFill>
        <p:spPr>
          <a:xfrm>
            <a:off x="11591" y="44624"/>
            <a:ext cx="799982" cy="719984"/>
          </a:xfrm>
          <a:prstGeom prst="rect">
            <a:avLst/>
          </a:prstGeom>
        </p:spPr>
      </p:pic>
      <p:pic>
        <p:nvPicPr>
          <p:cNvPr id="254" name="图片 253"/>
          <p:cNvPicPr>
            <a:picLocks noChangeAspect="1"/>
          </p:cNvPicPr>
          <p:nvPr/>
        </p:nvPicPr>
        <p:blipFill>
          <a:blip r:embed="rId4" cstate="print"/>
          <a:stretch>
            <a:fillRect/>
          </a:stretch>
        </p:blipFill>
        <p:spPr>
          <a:xfrm>
            <a:off x="816997" y="127099"/>
            <a:ext cx="818440" cy="555034"/>
          </a:xfrm>
          <a:prstGeom prst="rect">
            <a:avLst/>
          </a:prstGeom>
        </p:spPr>
      </p:pic>
      <p:pic>
        <p:nvPicPr>
          <p:cNvPr id="255" name="图片 254"/>
          <p:cNvPicPr>
            <a:picLocks noChangeAspect="1"/>
          </p:cNvPicPr>
          <p:nvPr/>
        </p:nvPicPr>
        <p:blipFill>
          <a:blip r:embed="rId5" cstate="print"/>
          <a:stretch>
            <a:fillRect/>
          </a:stretch>
        </p:blipFill>
        <p:spPr>
          <a:xfrm>
            <a:off x="1775520" y="20608"/>
            <a:ext cx="612000" cy="744000"/>
          </a:xfrm>
          <a:prstGeom prst="rect">
            <a:avLst/>
          </a:prstGeom>
        </p:spPr>
      </p:pic>
      <p:pic>
        <p:nvPicPr>
          <p:cNvPr id="256" name="图片 255"/>
          <p:cNvPicPr>
            <a:picLocks noChangeAspect="1"/>
          </p:cNvPicPr>
          <p:nvPr/>
        </p:nvPicPr>
        <p:blipFill>
          <a:blip r:embed="rId6" cstate="print"/>
          <a:stretch>
            <a:fillRect/>
          </a:stretch>
        </p:blipFill>
        <p:spPr>
          <a:xfrm>
            <a:off x="2474939" y="260648"/>
            <a:ext cx="812749" cy="364335"/>
          </a:xfrm>
          <a:prstGeom prst="rect">
            <a:avLst/>
          </a:prstGeom>
        </p:spPr>
      </p:pic>
      <p:pic>
        <p:nvPicPr>
          <p:cNvPr id="257" name="图片 256"/>
          <p:cNvPicPr>
            <a:picLocks noChangeAspect="1"/>
          </p:cNvPicPr>
          <p:nvPr/>
        </p:nvPicPr>
        <p:blipFill>
          <a:blip r:embed="rId7" cstate="print"/>
          <a:stretch>
            <a:fillRect/>
          </a:stretch>
        </p:blipFill>
        <p:spPr>
          <a:xfrm>
            <a:off x="3287688" y="272944"/>
            <a:ext cx="792089" cy="352039"/>
          </a:xfrm>
          <a:prstGeom prst="rect">
            <a:avLst/>
          </a:prstGeom>
        </p:spPr>
      </p:pic>
      <p:pic>
        <p:nvPicPr>
          <p:cNvPr id="258" name="图片 257"/>
          <p:cNvPicPr>
            <a:picLocks noChangeAspect="1"/>
          </p:cNvPicPr>
          <p:nvPr/>
        </p:nvPicPr>
        <p:blipFill>
          <a:blip r:embed="rId8" cstate="print"/>
          <a:stretch>
            <a:fillRect/>
          </a:stretch>
        </p:blipFill>
        <p:spPr>
          <a:xfrm>
            <a:off x="4100437" y="30544"/>
            <a:ext cx="730244" cy="764608"/>
          </a:xfrm>
          <a:prstGeom prst="rect">
            <a:avLst/>
          </a:prstGeom>
        </p:spPr>
      </p:pic>
      <p:pic>
        <p:nvPicPr>
          <p:cNvPr id="259" name="图片 258"/>
          <p:cNvPicPr>
            <a:picLocks noChangeAspect="1"/>
          </p:cNvPicPr>
          <p:nvPr/>
        </p:nvPicPr>
        <p:blipFill>
          <a:blip r:embed="rId9" cstate="print"/>
          <a:stretch>
            <a:fillRect/>
          </a:stretch>
        </p:blipFill>
        <p:spPr>
          <a:xfrm>
            <a:off x="4883333" y="273598"/>
            <a:ext cx="783858" cy="351385"/>
          </a:xfrm>
          <a:prstGeom prst="rect">
            <a:avLst/>
          </a:prstGeom>
        </p:spPr>
      </p:pic>
      <p:pic>
        <p:nvPicPr>
          <p:cNvPr id="260" name="图片 259"/>
          <p:cNvPicPr>
            <a:picLocks noChangeAspect="1"/>
          </p:cNvPicPr>
          <p:nvPr/>
        </p:nvPicPr>
        <p:blipFill>
          <a:blip r:embed="rId10" cstate="print"/>
          <a:stretch>
            <a:fillRect/>
          </a:stretch>
        </p:blipFill>
        <p:spPr>
          <a:xfrm>
            <a:off x="5792694" y="30544"/>
            <a:ext cx="636432" cy="768108"/>
          </a:xfrm>
          <a:prstGeom prst="rect">
            <a:avLst/>
          </a:prstGeom>
        </p:spPr>
      </p:pic>
      <p:pic>
        <p:nvPicPr>
          <p:cNvPr id="261" name="图片 260"/>
          <p:cNvPicPr>
            <a:picLocks noChangeAspect="1"/>
          </p:cNvPicPr>
          <p:nvPr/>
        </p:nvPicPr>
        <p:blipFill>
          <a:blip r:embed="rId11" cstate="print"/>
          <a:stretch>
            <a:fillRect/>
          </a:stretch>
        </p:blipFill>
        <p:spPr>
          <a:xfrm>
            <a:off x="6516641" y="184815"/>
            <a:ext cx="803495" cy="486624"/>
          </a:xfrm>
          <a:prstGeom prst="rect">
            <a:avLst/>
          </a:prstGeom>
        </p:spPr>
      </p:pic>
      <p:pic>
        <p:nvPicPr>
          <p:cNvPr id="270" name="图片 269"/>
          <p:cNvPicPr>
            <a:picLocks noChangeAspect="1"/>
          </p:cNvPicPr>
          <p:nvPr/>
        </p:nvPicPr>
        <p:blipFill>
          <a:blip r:embed="rId12" cstate="print"/>
          <a:stretch>
            <a:fillRect/>
          </a:stretch>
        </p:blipFill>
        <p:spPr>
          <a:xfrm>
            <a:off x="7320136" y="1224"/>
            <a:ext cx="804000" cy="768000"/>
          </a:xfrm>
          <a:prstGeom prst="rect">
            <a:avLst/>
          </a:prstGeom>
        </p:spPr>
      </p:pic>
      <p:pic>
        <p:nvPicPr>
          <p:cNvPr id="271" name="图片 270"/>
          <p:cNvPicPr>
            <a:picLocks noChangeAspect="1"/>
          </p:cNvPicPr>
          <p:nvPr/>
        </p:nvPicPr>
        <p:blipFill>
          <a:blip r:embed="rId13" cstate="print"/>
          <a:stretch>
            <a:fillRect/>
          </a:stretch>
        </p:blipFill>
        <p:spPr>
          <a:xfrm>
            <a:off x="8120787" y="73273"/>
            <a:ext cx="806844" cy="658215"/>
          </a:xfrm>
          <a:prstGeom prst="rect">
            <a:avLst/>
          </a:prstGeom>
        </p:spPr>
      </p:pic>
      <p:pic>
        <p:nvPicPr>
          <p:cNvPr id="272" name="图片 271"/>
          <p:cNvPicPr>
            <a:picLocks noChangeAspect="1"/>
          </p:cNvPicPr>
          <p:nvPr/>
        </p:nvPicPr>
        <p:blipFill>
          <a:blip r:embed="rId14" cstate="print"/>
          <a:stretch>
            <a:fillRect/>
          </a:stretch>
        </p:blipFill>
        <p:spPr>
          <a:xfrm>
            <a:off x="9048328" y="2973"/>
            <a:ext cx="536844" cy="799555"/>
          </a:xfrm>
          <a:prstGeom prst="rect">
            <a:avLst/>
          </a:prstGeom>
        </p:spPr>
      </p:pic>
      <p:pic>
        <p:nvPicPr>
          <p:cNvPr id="273" name="图片 272"/>
          <p:cNvPicPr>
            <a:picLocks noChangeAspect="1"/>
          </p:cNvPicPr>
          <p:nvPr/>
        </p:nvPicPr>
        <p:blipFill>
          <a:blip r:embed="rId15" cstate="print"/>
          <a:stretch>
            <a:fillRect/>
          </a:stretch>
        </p:blipFill>
        <p:spPr>
          <a:xfrm>
            <a:off x="9763297" y="39090"/>
            <a:ext cx="781082" cy="730142"/>
          </a:xfrm>
          <a:prstGeom prst="rect">
            <a:avLst/>
          </a:prstGeom>
        </p:spPr>
      </p:pic>
      <p:pic>
        <p:nvPicPr>
          <p:cNvPr id="274" name="图片 273"/>
          <p:cNvPicPr>
            <a:picLocks noChangeAspect="1"/>
          </p:cNvPicPr>
          <p:nvPr/>
        </p:nvPicPr>
        <p:blipFill>
          <a:blip r:embed="rId16" cstate="print"/>
          <a:stretch>
            <a:fillRect/>
          </a:stretch>
        </p:blipFill>
        <p:spPr>
          <a:xfrm>
            <a:off x="10613591" y="3142"/>
            <a:ext cx="721015" cy="799386"/>
          </a:xfrm>
          <a:prstGeom prst="rect">
            <a:avLst/>
          </a:prstGeom>
        </p:spPr>
      </p:pic>
      <p:pic>
        <p:nvPicPr>
          <p:cNvPr id="275" name="图片 274"/>
          <p:cNvPicPr>
            <a:picLocks noChangeAspect="1"/>
          </p:cNvPicPr>
          <p:nvPr/>
        </p:nvPicPr>
        <p:blipFill>
          <a:blip r:embed="rId17" cstate="print"/>
          <a:stretch>
            <a:fillRect/>
          </a:stretch>
        </p:blipFill>
        <p:spPr>
          <a:xfrm>
            <a:off x="11534627" y="0"/>
            <a:ext cx="524830" cy="787245"/>
          </a:xfrm>
          <a:prstGeom prst="rect">
            <a:avLst/>
          </a:prstGeom>
        </p:spPr>
      </p:pic>
      <p:pic>
        <p:nvPicPr>
          <p:cNvPr id="276" name="图片 275"/>
          <p:cNvPicPr>
            <a:picLocks noChangeAspect="1"/>
          </p:cNvPicPr>
          <p:nvPr/>
        </p:nvPicPr>
        <p:blipFill>
          <a:blip r:embed="rId18" cstate="print"/>
          <a:stretch>
            <a:fillRect/>
          </a:stretch>
        </p:blipFill>
        <p:spPr>
          <a:xfrm>
            <a:off x="11591" y="1165509"/>
            <a:ext cx="799982" cy="734677"/>
          </a:xfrm>
          <a:prstGeom prst="rect">
            <a:avLst/>
          </a:prstGeom>
        </p:spPr>
      </p:pic>
      <p:pic>
        <p:nvPicPr>
          <p:cNvPr id="277" name="图片 276"/>
          <p:cNvPicPr>
            <a:picLocks noChangeAspect="1"/>
          </p:cNvPicPr>
          <p:nvPr/>
        </p:nvPicPr>
        <p:blipFill>
          <a:blip r:embed="rId19" cstate="print"/>
          <a:stretch>
            <a:fillRect/>
          </a:stretch>
        </p:blipFill>
        <p:spPr>
          <a:xfrm>
            <a:off x="810891" y="1319477"/>
            <a:ext cx="824546" cy="477369"/>
          </a:xfrm>
          <a:prstGeom prst="rect">
            <a:avLst/>
          </a:prstGeom>
        </p:spPr>
      </p:pic>
      <p:pic>
        <p:nvPicPr>
          <p:cNvPr id="278" name="图片 277"/>
          <p:cNvPicPr>
            <a:picLocks noChangeAspect="1"/>
          </p:cNvPicPr>
          <p:nvPr/>
        </p:nvPicPr>
        <p:blipFill>
          <a:blip r:embed="rId20" cstate="print"/>
          <a:stretch>
            <a:fillRect/>
          </a:stretch>
        </p:blipFill>
        <p:spPr>
          <a:xfrm>
            <a:off x="1635437" y="1343612"/>
            <a:ext cx="799300" cy="429098"/>
          </a:xfrm>
          <a:prstGeom prst="rect">
            <a:avLst/>
          </a:prstGeom>
        </p:spPr>
      </p:pic>
      <p:pic>
        <p:nvPicPr>
          <p:cNvPr id="279" name="图片 278"/>
          <p:cNvPicPr>
            <a:picLocks noChangeAspect="1"/>
          </p:cNvPicPr>
          <p:nvPr/>
        </p:nvPicPr>
        <p:blipFill>
          <a:blip r:embed="rId21" cstate="print"/>
          <a:stretch>
            <a:fillRect/>
          </a:stretch>
        </p:blipFill>
        <p:spPr>
          <a:xfrm>
            <a:off x="2443751" y="1206967"/>
            <a:ext cx="828000" cy="708000"/>
          </a:xfrm>
          <a:prstGeom prst="rect">
            <a:avLst/>
          </a:prstGeom>
        </p:spPr>
      </p:pic>
      <p:pic>
        <p:nvPicPr>
          <p:cNvPr id="280" name="图片 279"/>
          <p:cNvPicPr>
            <a:picLocks noChangeAspect="1"/>
          </p:cNvPicPr>
          <p:nvPr/>
        </p:nvPicPr>
        <p:blipFill>
          <a:blip r:embed="rId22" cstate="print"/>
          <a:stretch>
            <a:fillRect/>
          </a:stretch>
        </p:blipFill>
        <p:spPr>
          <a:xfrm>
            <a:off x="3252634" y="1228161"/>
            <a:ext cx="828000" cy="660000"/>
          </a:xfrm>
          <a:prstGeom prst="rect">
            <a:avLst/>
          </a:prstGeom>
        </p:spPr>
      </p:pic>
      <p:sp>
        <p:nvSpPr>
          <p:cNvPr id="292" name="Rectangle 17"/>
          <p:cNvSpPr>
            <a:spLocks noChangeArrowheads="1"/>
          </p:cNvSpPr>
          <p:nvPr/>
        </p:nvSpPr>
        <p:spPr bwMode="auto">
          <a:xfrm>
            <a:off x="-65690" y="836712"/>
            <a:ext cx="983432" cy="215444"/>
          </a:xfrm>
          <a:prstGeom prst="rect">
            <a:avLst/>
          </a:prstGeom>
          <a:noFill/>
        </p:spPr>
        <p:txBody>
          <a:bodyPr wrap="square" rtlCol="0">
            <a:spAutoFit/>
          </a:bodyPr>
          <a:lstStyle/>
          <a:p>
            <a:r>
              <a:rPr lang="en-US" altLang="zh-CN" sz="800" b="1" dirty="0" err="1" smtClean="0">
                <a:latin typeface="微软雅黑" panose="020B0503020204020204" pitchFamily="34" charset="-122"/>
                <a:ea typeface="微软雅黑" panose="020B0503020204020204" pitchFamily="34" charset="-122"/>
              </a:rPr>
              <a:t>iManager</a:t>
            </a:r>
            <a:r>
              <a:rPr lang="en-US" altLang="zh-CN" sz="800" b="1" dirty="0" smtClean="0">
                <a:latin typeface="微软雅黑" panose="020B0503020204020204" pitchFamily="34" charset="-122"/>
                <a:ea typeface="微软雅黑" panose="020B0503020204020204" pitchFamily="34" charset="-122"/>
              </a:rPr>
              <a:t> I2000</a:t>
            </a:r>
            <a:endParaRPr lang="en-US" altLang="zh-CN" sz="800" b="1" dirty="0">
              <a:latin typeface="微软雅黑" panose="020B0503020204020204" pitchFamily="34" charset="-122"/>
              <a:ea typeface="微软雅黑" panose="020B0503020204020204" pitchFamily="34" charset="-122"/>
            </a:endParaRPr>
          </a:p>
        </p:txBody>
      </p:sp>
      <p:sp>
        <p:nvSpPr>
          <p:cNvPr id="293" name="Rectangle 17"/>
          <p:cNvSpPr>
            <a:spLocks noChangeArrowheads="1"/>
          </p:cNvSpPr>
          <p:nvPr/>
        </p:nvSpPr>
        <p:spPr bwMode="auto">
          <a:xfrm>
            <a:off x="945002" y="836712"/>
            <a:ext cx="599808" cy="215444"/>
          </a:xfrm>
          <a:prstGeom prst="rect">
            <a:avLst/>
          </a:prstGeom>
          <a:noFill/>
        </p:spPr>
        <p:txBody>
          <a:bodyPr wrap="square" rtlCol="0">
            <a:spAutoFit/>
          </a:bodyPr>
          <a:lstStyle/>
          <a:p>
            <a:r>
              <a:rPr lang="zh-CN" altLang="en-US" sz="800" b="1" dirty="0">
                <a:latin typeface="微软雅黑" panose="020B0503020204020204" pitchFamily="34" charset="-122"/>
                <a:ea typeface="微软雅黑" panose="020B0503020204020204" pitchFamily="34" charset="-122"/>
              </a:rPr>
              <a:t>模</a:t>
            </a:r>
            <a:r>
              <a:rPr lang="zh-CN" altLang="en-US" sz="800" b="1" dirty="0" smtClean="0">
                <a:latin typeface="微软雅黑" panose="020B0503020204020204" pitchFamily="34" charset="-122"/>
                <a:ea typeface="微软雅黑" panose="020B0503020204020204" pitchFamily="34" charset="-122"/>
              </a:rPr>
              <a:t>拟电话</a:t>
            </a:r>
            <a:endParaRPr lang="en-US" altLang="zh-CN" sz="800" b="1" dirty="0">
              <a:latin typeface="微软雅黑" panose="020B0503020204020204" pitchFamily="34" charset="-122"/>
              <a:ea typeface="微软雅黑" panose="020B0503020204020204" pitchFamily="34" charset="-122"/>
            </a:endParaRPr>
          </a:p>
        </p:txBody>
      </p:sp>
      <p:sp>
        <p:nvSpPr>
          <p:cNvPr id="294" name="Rectangle 17"/>
          <p:cNvSpPr>
            <a:spLocks noChangeArrowheads="1"/>
          </p:cNvSpPr>
          <p:nvPr/>
        </p:nvSpPr>
        <p:spPr bwMode="auto">
          <a:xfrm>
            <a:off x="1641777" y="810412"/>
            <a:ext cx="1190511" cy="33855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SHLR/SDC </a:t>
            </a:r>
          </a:p>
          <a:p>
            <a:r>
              <a:rPr lang="en-US" altLang="zh-CN" sz="800" b="1" dirty="0" smtClean="0">
                <a:latin typeface="微软雅黑" panose="020B0503020204020204" pitchFamily="34" charset="-122"/>
                <a:ea typeface="微软雅黑" panose="020B0503020204020204" pitchFamily="34" charset="-122"/>
              </a:rPr>
              <a:t>SHLR9</a:t>
            </a:r>
            <a:endParaRPr lang="en-US" altLang="zh-CN" sz="800" b="1" dirty="0">
              <a:latin typeface="微软雅黑" panose="020B0503020204020204" pitchFamily="34" charset="-122"/>
              <a:ea typeface="微软雅黑" panose="020B0503020204020204" pitchFamily="34" charset="-122"/>
            </a:endParaRPr>
          </a:p>
        </p:txBody>
      </p:sp>
      <p:sp>
        <p:nvSpPr>
          <p:cNvPr id="295" name="Rectangle 17"/>
          <p:cNvSpPr>
            <a:spLocks noChangeArrowheads="1"/>
          </p:cNvSpPr>
          <p:nvPr/>
        </p:nvSpPr>
        <p:spPr bwMode="auto">
          <a:xfrm>
            <a:off x="2466935" y="838721"/>
            <a:ext cx="820753"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以太网交换机</a:t>
            </a:r>
            <a:endParaRPr lang="en-US" altLang="zh-CN" sz="800" b="1" dirty="0">
              <a:latin typeface="微软雅黑" panose="020B0503020204020204" pitchFamily="34" charset="-122"/>
              <a:ea typeface="微软雅黑" panose="020B0503020204020204" pitchFamily="34" charset="-122"/>
            </a:endParaRPr>
          </a:p>
        </p:txBody>
      </p:sp>
      <p:sp>
        <p:nvSpPr>
          <p:cNvPr id="296" name="Rectangle 17"/>
          <p:cNvSpPr>
            <a:spLocks noChangeArrowheads="1"/>
          </p:cNvSpPr>
          <p:nvPr/>
        </p:nvSpPr>
        <p:spPr bwMode="auto">
          <a:xfrm>
            <a:off x="3424303" y="871967"/>
            <a:ext cx="439450"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STB</a:t>
            </a:r>
            <a:endParaRPr lang="en-US" altLang="zh-CN" sz="800" b="1" dirty="0">
              <a:latin typeface="微软雅黑" panose="020B0503020204020204" pitchFamily="34" charset="-122"/>
              <a:ea typeface="微软雅黑" panose="020B0503020204020204" pitchFamily="34" charset="-122"/>
            </a:endParaRPr>
          </a:p>
        </p:txBody>
      </p:sp>
      <p:sp>
        <p:nvSpPr>
          <p:cNvPr id="297" name="Rectangle 17"/>
          <p:cNvSpPr>
            <a:spLocks noChangeArrowheads="1"/>
          </p:cNvSpPr>
          <p:nvPr/>
        </p:nvSpPr>
        <p:spPr bwMode="auto">
          <a:xfrm>
            <a:off x="4154082" y="871967"/>
            <a:ext cx="688544"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HSS9820</a:t>
            </a:r>
            <a:endParaRPr lang="en-US" altLang="zh-CN" sz="800" b="1" dirty="0">
              <a:latin typeface="微软雅黑" panose="020B0503020204020204" pitchFamily="34" charset="-122"/>
              <a:ea typeface="微软雅黑" panose="020B0503020204020204" pitchFamily="34" charset="-122"/>
            </a:endParaRPr>
          </a:p>
        </p:txBody>
      </p:sp>
      <p:sp>
        <p:nvSpPr>
          <p:cNvPr id="298" name="Rectangle 17"/>
          <p:cNvSpPr>
            <a:spLocks noChangeArrowheads="1"/>
          </p:cNvSpPr>
          <p:nvPr/>
        </p:nvSpPr>
        <p:spPr bwMode="auto">
          <a:xfrm>
            <a:off x="5099665" y="871670"/>
            <a:ext cx="420272"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HUB</a:t>
            </a:r>
            <a:endParaRPr lang="en-US" altLang="zh-CN" sz="800" b="1" dirty="0">
              <a:latin typeface="微软雅黑" panose="020B0503020204020204" pitchFamily="34" charset="-122"/>
              <a:ea typeface="微软雅黑" panose="020B0503020204020204" pitchFamily="34" charset="-122"/>
            </a:endParaRPr>
          </a:p>
        </p:txBody>
      </p:sp>
      <p:sp>
        <p:nvSpPr>
          <p:cNvPr id="299" name="Rectangle 17"/>
          <p:cNvSpPr>
            <a:spLocks noChangeArrowheads="1"/>
          </p:cNvSpPr>
          <p:nvPr/>
        </p:nvSpPr>
        <p:spPr bwMode="auto">
          <a:xfrm>
            <a:off x="5878315" y="836712"/>
            <a:ext cx="438766"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基站</a:t>
            </a:r>
            <a:endParaRPr lang="en-US" altLang="zh-CN" sz="800" b="1" dirty="0">
              <a:latin typeface="微软雅黑" panose="020B0503020204020204" pitchFamily="34" charset="-122"/>
              <a:ea typeface="微软雅黑" panose="020B0503020204020204" pitchFamily="34" charset="-122"/>
            </a:endParaRPr>
          </a:p>
        </p:txBody>
      </p:sp>
      <p:sp>
        <p:nvSpPr>
          <p:cNvPr id="300" name="Rectangle 17"/>
          <p:cNvSpPr>
            <a:spLocks noChangeArrowheads="1"/>
          </p:cNvSpPr>
          <p:nvPr/>
        </p:nvSpPr>
        <p:spPr bwMode="auto">
          <a:xfrm>
            <a:off x="7232543" y="800779"/>
            <a:ext cx="878022" cy="338554"/>
          </a:xfrm>
          <a:prstGeom prst="rect">
            <a:avLst/>
          </a:prstGeom>
          <a:noFill/>
        </p:spPr>
        <p:txBody>
          <a:bodyPr wrap="square" rtlCol="0">
            <a:spAutoFit/>
          </a:bodyPr>
          <a:lstStyle/>
          <a:p>
            <a:r>
              <a:rPr lang="en-US" altLang="zh-CN" sz="800" b="1" dirty="0" err="1" smtClean="0">
                <a:latin typeface="微软雅黑" panose="020B0503020204020204" pitchFamily="34" charset="-122"/>
                <a:ea typeface="微软雅黑" panose="020B0503020204020204" pitchFamily="34" charset="-122"/>
              </a:rPr>
              <a:t>SoftX</a:t>
            </a:r>
            <a:r>
              <a:rPr lang="en-US" altLang="zh-CN" sz="800" b="1" dirty="0" smtClean="0">
                <a:latin typeface="微软雅黑" panose="020B0503020204020204" pitchFamily="34" charset="-122"/>
                <a:ea typeface="微软雅黑" panose="020B0503020204020204" pitchFamily="34" charset="-122"/>
              </a:rPr>
              <a:t> 3000 /</a:t>
            </a:r>
          </a:p>
          <a:p>
            <a:r>
              <a:rPr lang="en-US" altLang="zh-CN" sz="800" b="1" dirty="0" smtClean="0">
                <a:latin typeface="微软雅黑" panose="020B0503020204020204" pitchFamily="34" charset="-122"/>
                <a:ea typeface="微软雅黑" panose="020B0503020204020204" pitchFamily="34" charset="-122"/>
              </a:rPr>
              <a:t>MSOFTX3000</a:t>
            </a:r>
            <a:endParaRPr lang="en-US" altLang="zh-CN" sz="800" b="1" dirty="0">
              <a:latin typeface="微软雅黑" panose="020B0503020204020204" pitchFamily="34" charset="-122"/>
              <a:ea typeface="微软雅黑" panose="020B0503020204020204" pitchFamily="34" charset="-122"/>
            </a:endParaRPr>
          </a:p>
        </p:txBody>
      </p:sp>
      <p:sp>
        <p:nvSpPr>
          <p:cNvPr id="301" name="Rectangle 17"/>
          <p:cNvSpPr>
            <a:spLocks noChangeArrowheads="1"/>
          </p:cNvSpPr>
          <p:nvPr/>
        </p:nvSpPr>
        <p:spPr bwMode="auto">
          <a:xfrm>
            <a:off x="8219164" y="871670"/>
            <a:ext cx="669563"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CSC3300</a:t>
            </a:r>
            <a:endParaRPr lang="en-US" altLang="zh-CN" sz="800" b="1" dirty="0">
              <a:latin typeface="微软雅黑" panose="020B0503020204020204" pitchFamily="34" charset="-122"/>
              <a:ea typeface="微软雅黑" panose="020B0503020204020204" pitchFamily="34" charset="-122"/>
            </a:endParaRPr>
          </a:p>
        </p:txBody>
      </p:sp>
      <p:sp>
        <p:nvSpPr>
          <p:cNvPr id="302" name="Rectangle 17"/>
          <p:cNvSpPr>
            <a:spLocks noChangeArrowheads="1"/>
          </p:cNvSpPr>
          <p:nvPr/>
        </p:nvSpPr>
        <p:spPr bwMode="auto">
          <a:xfrm>
            <a:off x="9026028" y="862334"/>
            <a:ext cx="797144"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MRP6600</a:t>
            </a:r>
            <a:endParaRPr lang="en-US" altLang="zh-CN" sz="800" b="1" dirty="0">
              <a:latin typeface="微软雅黑" panose="020B0503020204020204" pitchFamily="34" charset="-122"/>
              <a:ea typeface="微软雅黑" panose="020B0503020204020204" pitchFamily="34" charset="-122"/>
            </a:endParaRPr>
          </a:p>
        </p:txBody>
      </p:sp>
      <p:sp>
        <p:nvSpPr>
          <p:cNvPr id="303" name="Rectangle 17"/>
          <p:cNvSpPr>
            <a:spLocks noChangeArrowheads="1"/>
          </p:cNvSpPr>
          <p:nvPr/>
        </p:nvSpPr>
        <p:spPr bwMode="auto">
          <a:xfrm>
            <a:off x="9864051" y="856309"/>
            <a:ext cx="552430"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合路器</a:t>
            </a:r>
            <a:endParaRPr lang="en-US" altLang="zh-CN" sz="800" b="1" dirty="0">
              <a:latin typeface="微软雅黑" panose="020B0503020204020204" pitchFamily="34" charset="-122"/>
              <a:ea typeface="微软雅黑" panose="020B0503020204020204" pitchFamily="34" charset="-122"/>
            </a:endParaRPr>
          </a:p>
        </p:txBody>
      </p:sp>
      <p:sp>
        <p:nvSpPr>
          <p:cNvPr id="304" name="Rectangle 17"/>
          <p:cNvSpPr>
            <a:spLocks noChangeArrowheads="1"/>
          </p:cNvSpPr>
          <p:nvPr/>
        </p:nvSpPr>
        <p:spPr bwMode="auto">
          <a:xfrm>
            <a:off x="10523295" y="855533"/>
            <a:ext cx="852102"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分光器</a:t>
            </a:r>
            <a:r>
              <a:rPr lang="en-US" altLang="zh-CN" sz="800" b="1" dirty="0" smtClean="0">
                <a:latin typeface="微软雅黑" panose="020B0503020204020204" pitchFamily="34" charset="-122"/>
                <a:ea typeface="微软雅黑" panose="020B0503020204020204" pitchFamily="34" charset="-122"/>
              </a:rPr>
              <a:t>/</a:t>
            </a:r>
            <a:r>
              <a:rPr lang="zh-CN" altLang="en-US" sz="800" b="1" dirty="0" smtClean="0">
                <a:latin typeface="微软雅黑" panose="020B0503020204020204" pitchFamily="34" charset="-122"/>
                <a:ea typeface="微软雅黑" panose="020B0503020204020204" pitchFamily="34" charset="-122"/>
              </a:rPr>
              <a:t>合波器</a:t>
            </a:r>
            <a:endParaRPr lang="en-US" altLang="zh-CN" sz="800" b="1" dirty="0">
              <a:latin typeface="微软雅黑" panose="020B0503020204020204" pitchFamily="34" charset="-122"/>
              <a:ea typeface="微软雅黑" panose="020B0503020204020204" pitchFamily="34" charset="-122"/>
            </a:endParaRPr>
          </a:p>
        </p:txBody>
      </p:sp>
      <p:sp>
        <p:nvSpPr>
          <p:cNvPr id="305" name="Rectangle 17"/>
          <p:cNvSpPr>
            <a:spLocks noChangeArrowheads="1"/>
          </p:cNvSpPr>
          <p:nvPr/>
        </p:nvSpPr>
        <p:spPr bwMode="auto">
          <a:xfrm>
            <a:off x="11547359" y="836712"/>
            <a:ext cx="508062"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OLT</a:t>
            </a:r>
            <a:endParaRPr lang="en-US" altLang="zh-CN" sz="800" b="1" dirty="0">
              <a:latin typeface="微软雅黑" panose="020B0503020204020204" pitchFamily="34" charset="-122"/>
              <a:ea typeface="微软雅黑" panose="020B0503020204020204" pitchFamily="34" charset="-122"/>
            </a:endParaRPr>
          </a:p>
        </p:txBody>
      </p:sp>
      <p:pic>
        <p:nvPicPr>
          <p:cNvPr id="306" name="图片 305"/>
          <p:cNvPicPr>
            <a:picLocks noChangeAspect="1"/>
          </p:cNvPicPr>
          <p:nvPr/>
        </p:nvPicPr>
        <p:blipFill>
          <a:blip r:embed="rId23" cstate="print"/>
          <a:stretch>
            <a:fillRect/>
          </a:stretch>
        </p:blipFill>
        <p:spPr>
          <a:xfrm>
            <a:off x="4077536" y="1305882"/>
            <a:ext cx="805797" cy="489234"/>
          </a:xfrm>
          <a:prstGeom prst="rect">
            <a:avLst/>
          </a:prstGeom>
        </p:spPr>
      </p:pic>
      <p:pic>
        <p:nvPicPr>
          <p:cNvPr id="307" name="图片 306"/>
          <p:cNvPicPr>
            <a:picLocks noChangeAspect="1"/>
          </p:cNvPicPr>
          <p:nvPr/>
        </p:nvPicPr>
        <p:blipFill>
          <a:blip r:embed="rId24" cstate="print"/>
          <a:stretch>
            <a:fillRect/>
          </a:stretch>
        </p:blipFill>
        <p:spPr>
          <a:xfrm>
            <a:off x="4911191" y="1228345"/>
            <a:ext cx="756000" cy="576000"/>
          </a:xfrm>
          <a:prstGeom prst="rect">
            <a:avLst/>
          </a:prstGeom>
        </p:spPr>
      </p:pic>
      <p:pic>
        <p:nvPicPr>
          <p:cNvPr id="308" name="图片 307"/>
          <p:cNvPicPr>
            <a:picLocks noChangeAspect="1"/>
          </p:cNvPicPr>
          <p:nvPr/>
        </p:nvPicPr>
        <p:blipFill>
          <a:blip r:embed="rId25" cstate="print"/>
          <a:stretch>
            <a:fillRect/>
          </a:stretch>
        </p:blipFill>
        <p:spPr>
          <a:xfrm>
            <a:off x="5684819" y="1244847"/>
            <a:ext cx="804000" cy="576000"/>
          </a:xfrm>
          <a:prstGeom prst="rect">
            <a:avLst/>
          </a:prstGeom>
        </p:spPr>
      </p:pic>
      <p:pic>
        <p:nvPicPr>
          <p:cNvPr id="309" name="图片 308"/>
          <p:cNvPicPr>
            <a:picLocks noChangeAspect="1"/>
          </p:cNvPicPr>
          <p:nvPr/>
        </p:nvPicPr>
        <p:blipFill>
          <a:blip r:embed="rId26" cstate="print"/>
          <a:stretch>
            <a:fillRect/>
          </a:stretch>
        </p:blipFill>
        <p:spPr>
          <a:xfrm>
            <a:off x="6511639" y="1314692"/>
            <a:ext cx="808497" cy="489653"/>
          </a:xfrm>
          <a:prstGeom prst="rect">
            <a:avLst/>
          </a:prstGeom>
        </p:spPr>
      </p:pic>
      <p:pic>
        <p:nvPicPr>
          <p:cNvPr id="310" name="图片 309"/>
          <p:cNvPicPr>
            <a:picLocks noChangeAspect="1"/>
          </p:cNvPicPr>
          <p:nvPr/>
        </p:nvPicPr>
        <p:blipFill>
          <a:blip r:embed="rId27" cstate="print"/>
          <a:stretch>
            <a:fillRect/>
          </a:stretch>
        </p:blipFill>
        <p:spPr>
          <a:xfrm>
            <a:off x="7342956" y="1318628"/>
            <a:ext cx="750048" cy="454254"/>
          </a:xfrm>
          <a:prstGeom prst="rect">
            <a:avLst/>
          </a:prstGeom>
        </p:spPr>
      </p:pic>
      <p:pic>
        <p:nvPicPr>
          <p:cNvPr id="311" name="图片 310"/>
          <p:cNvPicPr>
            <a:picLocks noChangeAspect="1"/>
          </p:cNvPicPr>
          <p:nvPr/>
        </p:nvPicPr>
        <p:blipFill>
          <a:blip r:embed="rId28" cstate="print"/>
          <a:stretch>
            <a:fillRect/>
          </a:stretch>
        </p:blipFill>
        <p:spPr>
          <a:xfrm>
            <a:off x="8127945" y="1300161"/>
            <a:ext cx="799686" cy="484317"/>
          </a:xfrm>
          <a:prstGeom prst="rect">
            <a:avLst/>
          </a:prstGeom>
        </p:spPr>
      </p:pic>
      <p:pic>
        <p:nvPicPr>
          <p:cNvPr id="312" name="图片 311"/>
          <p:cNvPicPr>
            <a:picLocks noChangeAspect="1"/>
          </p:cNvPicPr>
          <p:nvPr/>
        </p:nvPicPr>
        <p:blipFill>
          <a:blip r:embed="rId29" cstate="print"/>
          <a:stretch>
            <a:fillRect/>
          </a:stretch>
        </p:blipFill>
        <p:spPr>
          <a:xfrm>
            <a:off x="8900813" y="1288345"/>
            <a:ext cx="852000" cy="516000"/>
          </a:xfrm>
          <a:prstGeom prst="rect">
            <a:avLst/>
          </a:prstGeom>
        </p:spPr>
      </p:pic>
      <p:pic>
        <p:nvPicPr>
          <p:cNvPr id="313" name="图片 312"/>
          <p:cNvPicPr>
            <a:picLocks noChangeAspect="1"/>
          </p:cNvPicPr>
          <p:nvPr/>
        </p:nvPicPr>
        <p:blipFill>
          <a:blip r:embed="rId30" cstate="print"/>
          <a:stretch>
            <a:fillRect/>
          </a:stretch>
        </p:blipFill>
        <p:spPr>
          <a:xfrm>
            <a:off x="9751621" y="1300161"/>
            <a:ext cx="792758" cy="480121"/>
          </a:xfrm>
          <a:prstGeom prst="rect">
            <a:avLst/>
          </a:prstGeom>
        </p:spPr>
      </p:pic>
      <p:pic>
        <p:nvPicPr>
          <p:cNvPr id="314" name="图片 313"/>
          <p:cNvPicPr>
            <a:picLocks noChangeAspect="1"/>
          </p:cNvPicPr>
          <p:nvPr/>
        </p:nvPicPr>
        <p:blipFill>
          <a:blip r:embed="rId31" cstate="print"/>
          <a:stretch>
            <a:fillRect/>
          </a:stretch>
        </p:blipFill>
        <p:spPr>
          <a:xfrm>
            <a:off x="10548098" y="1299385"/>
            <a:ext cx="827299" cy="501040"/>
          </a:xfrm>
          <a:prstGeom prst="rect">
            <a:avLst/>
          </a:prstGeom>
        </p:spPr>
      </p:pic>
      <p:pic>
        <p:nvPicPr>
          <p:cNvPr id="315" name="图片 314"/>
          <p:cNvPicPr>
            <a:picLocks noChangeAspect="1"/>
          </p:cNvPicPr>
          <p:nvPr/>
        </p:nvPicPr>
        <p:blipFill>
          <a:blip r:embed="rId32" cstate="print"/>
          <a:stretch>
            <a:fillRect/>
          </a:stretch>
        </p:blipFill>
        <p:spPr>
          <a:xfrm>
            <a:off x="11375397" y="1297444"/>
            <a:ext cx="789410" cy="478093"/>
          </a:xfrm>
          <a:prstGeom prst="rect">
            <a:avLst/>
          </a:prstGeom>
        </p:spPr>
      </p:pic>
      <p:pic>
        <p:nvPicPr>
          <p:cNvPr id="316" name="图片 315"/>
          <p:cNvPicPr>
            <a:picLocks noChangeAspect="1"/>
          </p:cNvPicPr>
          <p:nvPr/>
        </p:nvPicPr>
        <p:blipFill>
          <a:blip r:embed="rId33" cstate="print"/>
          <a:stretch>
            <a:fillRect/>
          </a:stretch>
        </p:blipFill>
        <p:spPr>
          <a:xfrm>
            <a:off x="11591" y="2434190"/>
            <a:ext cx="810315" cy="490754"/>
          </a:xfrm>
          <a:prstGeom prst="rect">
            <a:avLst/>
          </a:prstGeom>
        </p:spPr>
      </p:pic>
      <p:pic>
        <p:nvPicPr>
          <p:cNvPr id="317" name="图片 316"/>
          <p:cNvPicPr>
            <a:picLocks noChangeAspect="1"/>
          </p:cNvPicPr>
          <p:nvPr/>
        </p:nvPicPr>
        <p:blipFill>
          <a:blip r:embed="rId34" cstate="print"/>
          <a:stretch>
            <a:fillRect/>
          </a:stretch>
        </p:blipFill>
        <p:spPr>
          <a:xfrm>
            <a:off x="821906" y="2348880"/>
            <a:ext cx="790349" cy="696579"/>
          </a:xfrm>
          <a:prstGeom prst="rect">
            <a:avLst/>
          </a:prstGeom>
        </p:spPr>
      </p:pic>
      <p:pic>
        <p:nvPicPr>
          <p:cNvPr id="319" name="图片 318"/>
          <p:cNvPicPr>
            <a:picLocks noChangeAspect="1"/>
          </p:cNvPicPr>
          <p:nvPr/>
        </p:nvPicPr>
        <p:blipFill>
          <a:blip r:embed="rId35" cstate="print"/>
          <a:stretch>
            <a:fillRect/>
          </a:stretch>
        </p:blipFill>
        <p:spPr>
          <a:xfrm>
            <a:off x="1641776" y="2300911"/>
            <a:ext cx="745743" cy="769799"/>
          </a:xfrm>
          <a:prstGeom prst="rect">
            <a:avLst/>
          </a:prstGeom>
        </p:spPr>
      </p:pic>
      <p:pic>
        <p:nvPicPr>
          <p:cNvPr id="320" name="图片 319"/>
          <p:cNvPicPr>
            <a:picLocks noChangeAspect="1"/>
          </p:cNvPicPr>
          <p:nvPr/>
        </p:nvPicPr>
        <p:blipFill>
          <a:blip r:embed="rId36" cstate="print"/>
          <a:stretch>
            <a:fillRect/>
          </a:stretch>
        </p:blipFill>
        <p:spPr>
          <a:xfrm>
            <a:off x="2485751" y="2295567"/>
            <a:ext cx="744000" cy="768000"/>
          </a:xfrm>
          <a:prstGeom prst="rect">
            <a:avLst/>
          </a:prstGeom>
        </p:spPr>
      </p:pic>
      <p:pic>
        <p:nvPicPr>
          <p:cNvPr id="321" name="图片 320"/>
          <p:cNvPicPr>
            <a:picLocks noChangeAspect="1"/>
          </p:cNvPicPr>
          <p:nvPr/>
        </p:nvPicPr>
        <p:blipFill>
          <a:blip r:embed="rId37" cstate="print"/>
          <a:stretch>
            <a:fillRect/>
          </a:stretch>
        </p:blipFill>
        <p:spPr>
          <a:xfrm>
            <a:off x="3275621" y="2291275"/>
            <a:ext cx="744000" cy="768000"/>
          </a:xfrm>
          <a:prstGeom prst="rect">
            <a:avLst/>
          </a:prstGeom>
        </p:spPr>
      </p:pic>
      <p:pic>
        <p:nvPicPr>
          <p:cNvPr id="322" name="图片 321"/>
          <p:cNvPicPr>
            <a:picLocks noChangeAspect="1"/>
          </p:cNvPicPr>
          <p:nvPr/>
        </p:nvPicPr>
        <p:blipFill>
          <a:blip r:embed="rId38" cstate="print"/>
          <a:stretch>
            <a:fillRect/>
          </a:stretch>
        </p:blipFill>
        <p:spPr>
          <a:xfrm>
            <a:off x="4093559" y="2290733"/>
            <a:ext cx="744000" cy="768000"/>
          </a:xfrm>
          <a:prstGeom prst="rect">
            <a:avLst/>
          </a:prstGeom>
        </p:spPr>
      </p:pic>
      <p:pic>
        <p:nvPicPr>
          <p:cNvPr id="323" name="图片 322"/>
          <p:cNvPicPr>
            <a:picLocks noChangeAspect="1"/>
          </p:cNvPicPr>
          <p:nvPr/>
        </p:nvPicPr>
        <p:blipFill>
          <a:blip r:embed="rId39" cstate="print"/>
          <a:stretch>
            <a:fillRect/>
          </a:stretch>
        </p:blipFill>
        <p:spPr>
          <a:xfrm>
            <a:off x="4883333" y="2297905"/>
            <a:ext cx="744000" cy="768000"/>
          </a:xfrm>
          <a:prstGeom prst="rect">
            <a:avLst/>
          </a:prstGeom>
        </p:spPr>
      </p:pic>
      <p:pic>
        <p:nvPicPr>
          <p:cNvPr id="324" name="图片 323"/>
          <p:cNvPicPr>
            <a:picLocks noChangeAspect="1"/>
          </p:cNvPicPr>
          <p:nvPr/>
        </p:nvPicPr>
        <p:blipFill>
          <a:blip r:embed="rId40" cstate="print"/>
          <a:stretch>
            <a:fillRect/>
          </a:stretch>
        </p:blipFill>
        <p:spPr>
          <a:xfrm>
            <a:off x="5714819" y="2304946"/>
            <a:ext cx="744000" cy="768000"/>
          </a:xfrm>
          <a:prstGeom prst="rect">
            <a:avLst/>
          </a:prstGeom>
        </p:spPr>
      </p:pic>
      <p:pic>
        <p:nvPicPr>
          <p:cNvPr id="325" name="图片 324"/>
          <p:cNvPicPr>
            <a:picLocks noChangeAspect="1"/>
          </p:cNvPicPr>
          <p:nvPr/>
        </p:nvPicPr>
        <p:blipFill>
          <a:blip r:embed="rId41" cstate="print"/>
          <a:stretch>
            <a:fillRect/>
          </a:stretch>
        </p:blipFill>
        <p:spPr>
          <a:xfrm>
            <a:off x="6511639" y="2290733"/>
            <a:ext cx="744000" cy="768000"/>
          </a:xfrm>
          <a:prstGeom prst="rect">
            <a:avLst/>
          </a:prstGeom>
        </p:spPr>
      </p:pic>
      <p:pic>
        <p:nvPicPr>
          <p:cNvPr id="326" name="图片 325"/>
          <p:cNvPicPr>
            <a:picLocks noChangeAspect="1"/>
          </p:cNvPicPr>
          <p:nvPr/>
        </p:nvPicPr>
        <p:blipFill>
          <a:blip r:embed="rId42" cstate="print"/>
          <a:stretch>
            <a:fillRect/>
          </a:stretch>
        </p:blipFill>
        <p:spPr>
          <a:xfrm>
            <a:off x="7349004" y="2304946"/>
            <a:ext cx="744000" cy="768000"/>
          </a:xfrm>
          <a:prstGeom prst="rect">
            <a:avLst/>
          </a:prstGeom>
        </p:spPr>
      </p:pic>
      <p:pic>
        <p:nvPicPr>
          <p:cNvPr id="327" name="图片 326"/>
          <p:cNvPicPr>
            <a:picLocks noChangeAspect="1"/>
          </p:cNvPicPr>
          <p:nvPr/>
        </p:nvPicPr>
        <p:blipFill>
          <a:blip r:embed="rId43" cstate="print"/>
          <a:stretch>
            <a:fillRect/>
          </a:stretch>
        </p:blipFill>
        <p:spPr>
          <a:xfrm>
            <a:off x="8152209" y="2289643"/>
            <a:ext cx="744000" cy="768000"/>
          </a:xfrm>
          <a:prstGeom prst="rect">
            <a:avLst/>
          </a:prstGeom>
        </p:spPr>
      </p:pic>
      <p:pic>
        <p:nvPicPr>
          <p:cNvPr id="336" name="图片 335"/>
          <p:cNvPicPr>
            <a:picLocks noChangeAspect="1"/>
          </p:cNvPicPr>
          <p:nvPr/>
        </p:nvPicPr>
        <p:blipFill>
          <a:blip r:embed="rId44" cstate="print"/>
          <a:stretch>
            <a:fillRect/>
          </a:stretch>
        </p:blipFill>
        <p:spPr>
          <a:xfrm>
            <a:off x="8967317" y="2291685"/>
            <a:ext cx="744000" cy="768000"/>
          </a:xfrm>
          <a:prstGeom prst="rect">
            <a:avLst/>
          </a:prstGeom>
        </p:spPr>
      </p:pic>
      <p:pic>
        <p:nvPicPr>
          <p:cNvPr id="337" name="图片 336"/>
          <p:cNvPicPr>
            <a:picLocks noChangeAspect="1"/>
          </p:cNvPicPr>
          <p:nvPr/>
        </p:nvPicPr>
        <p:blipFill>
          <a:blip r:embed="rId45" cstate="print"/>
          <a:stretch>
            <a:fillRect/>
          </a:stretch>
        </p:blipFill>
        <p:spPr>
          <a:xfrm>
            <a:off x="9779295" y="2289643"/>
            <a:ext cx="744000" cy="768000"/>
          </a:xfrm>
          <a:prstGeom prst="rect">
            <a:avLst/>
          </a:prstGeom>
        </p:spPr>
      </p:pic>
      <p:pic>
        <p:nvPicPr>
          <p:cNvPr id="338" name="图片 337"/>
          <p:cNvPicPr>
            <a:picLocks noChangeAspect="1"/>
          </p:cNvPicPr>
          <p:nvPr/>
        </p:nvPicPr>
        <p:blipFill>
          <a:blip r:embed="rId46" cstate="print"/>
          <a:stretch>
            <a:fillRect/>
          </a:stretch>
        </p:blipFill>
        <p:spPr>
          <a:xfrm>
            <a:off x="10570289" y="2373372"/>
            <a:ext cx="803389" cy="642711"/>
          </a:xfrm>
          <a:prstGeom prst="rect">
            <a:avLst/>
          </a:prstGeom>
        </p:spPr>
      </p:pic>
      <p:pic>
        <p:nvPicPr>
          <p:cNvPr id="339" name="图片 338"/>
          <p:cNvPicPr>
            <a:picLocks noChangeAspect="1"/>
          </p:cNvPicPr>
          <p:nvPr/>
        </p:nvPicPr>
        <p:blipFill>
          <a:blip r:embed="rId47" cstate="print"/>
          <a:stretch>
            <a:fillRect/>
          </a:stretch>
        </p:blipFill>
        <p:spPr>
          <a:xfrm>
            <a:off x="11420672" y="2282179"/>
            <a:ext cx="689115" cy="755803"/>
          </a:xfrm>
          <a:prstGeom prst="rect">
            <a:avLst/>
          </a:prstGeom>
        </p:spPr>
      </p:pic>
      <p:grpSp>
        <p:nvGrpSpPr>
          <p:cNvPr id="344" name="组合 343"/>
          <p:cNvGrpSpPr/>
          <p:nvPr/>
        </p:nvGrpSpPr>
        <p:grpSpPr>
          <a:xfrm>
            <a:off x="54868" y="3440062"/>
            <a:ext cx="756023" cy="733834"/>
            <a:chOff x="2076450" y="2354263"/>
            <a:chExt cx="1687513" cy="1527175"/>
          </a:xfrm>
        </p:grpSpPr>
        <p:sp>
          <p:nvSpPr>
            <p:cNvPr id="345" name="Rectangle 6"/>
            <p:cNvSpPr>
              <a:spLocks noChangeArrowheads="1"/>
            </p:cNvSpPr>
            <p:nvPr/>
          </p:nvSpPr>
          <p:spPr bwMode="auto">
            <a:xfrm>
              <a:off x="2500313" y="2609850"/>
              <a:ext cx="1238250" cy="900112"/>
            </a:xfrm>
            <a:prstGeom prst="rect">
              <a:avLst/>
            </a:prstGeom>
            <a:solidFill>
              <a:srgbClr val="C9CACA"/>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46" name="Freeform 7"/>
            <p:cNvSpPr>
              <a:spLocks/>
            </p:cNvSpPr>
            <p:nvPr/>
          </p:nvSpPr>
          <p:spPr bwMode="auto">
            <a:xfrm>
              <a:off x="2076450" y="3295650"/>
              <a:ext cx="1687513" cy="585787"/>
            </a:xfrm>
            <a:custGeom>
              <a:avLst/>
              <a:gdLst/>
              <a:ahLst/>
              <a:cxnLst>
                <a:cxn ang="0">
                  <a:pos x="796" y="369"/>
                </a:cxn>
                <a:cxn ang="0">
                  <a:pos x="0" y="234"/>
                </a:cxn>
                <a:cxn ang="0">
                  <a:pos x="267" y="0"/>
                </a:cxn>
                <a:cxn ang="0">
                  <a:pos x="1063" y="135"/>
                </a:cxn>
                <a:cxn ang="0">
                  <a:pos x="796" y="369"/>
                </a:cxn>
              </a:cxnLst>
              <a:rect l="0" t="0" r="r" b="b"/>
              <a:pathLst>
                <a:path w="1063" h="369">
                  <a:moveTo>
                    <a:pt x="796" y="369"/>
                  </a:moveTo>
                  <a:lnTo>
                    <a:pt x="0" y="234"/>
                  </a:lnTo>
                  <a:lnTo>
                    <a:pt x="267" y="0"/>
                  </a:lnTo>
                  <a:lnTo>
                    <a:pt x="1063" y="135"/>
                  </a:lnTo>
                  <a:lnTo>
                    <a:pt x="796" y="369"/>
                  </a:lnTo>
                  <a:close/>
                </a:path>
              </a:pathLst>
            </a:custGeom>
            <a:solidFill>
              <a:srgbClr val="7EBAC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47" name="Freeform 8"/>
            <p:cNvSpPr>
              <a:spLocks/>
            </p:cNvSpPr>
            <p:nvPr/>
          </p:nvSpPr>
          <p:spPr bwMode="auto">
            <a:xfrm>
              <a:off x="3340100" y="2560638"/>
              <a:ext cx="423863" cy="1320800"/>
            </a:xfrm>
            <a:custGeom>
              <a:avLst/>
              <a:gdLst/>
              <a:ahLst/>
              <a:cxnLst>
                <a:cxn ang="0">
                  <a:pos x="0" y="236"/>
                </a:cxn>
                <a:cxn ang="0">
                  <a:pos x="0" y="832"/>
                </a:cxn>
                <a:cxn ang="0">
                  <a:pos x="267" y="598"/>
                </a:cxn>
                <a:cxn ang="0">
                  <a:pos x="267" y="0"/>
                </a:cxn>
                <a:cxn ang="0">
                  <a:pos x="0" y="236"/>
                </a:cxn>
              </a:cxnLst>
              <a:rect l="0" t="0" r="r" b="b"/>
              <a:pathLst>
                <a:path w="267" h="832">
                  <a:moveTo>
                    <a:pt x="0" y="236"/>
                  </a:moveTo>
                  <a:lnTo>
                    <a:pt x="0" y="832"/>
                  </a:lnTo>
                  <a:lnTo>
                    <a:pt x="267" y="598"/>
                  </a:lnTo>
                  <a:lnTo>
                    <a:pt x="267" y="0"/>
                  </a:lnTo>
                  <a:lnTo>
                    <a:pt x="0" y="236"/>
                  </a:lnTo>
                  <a:close/>
                </a:path>
              </a:pathLst>
            </a:custGeom>
            <a:solidFill>
              <a:srgbClr val="22A3DD"/>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48" name="Freeform 9"/>
            <p:cNvSpPr>
              <a:spLocks/>
            </p:cNvSpPr>
            <p:nvPr/>
          </p:nvSpPr>
          <p:spPr bwMode="auto">
            <a:xfrm>
              <a:off x="2076450" y="2354263"/>
              <a:ext cx="423863" cy="1312862"/>
            </a:xfrm>
            <a:custGeom>
              <a:avLst/>
              <a:gdLst/>
              <a:ahLst/>
              <a:cxnLst>
                <a:cxn ang="0">
                  <a:pos x="0" y="234"/>
                </a:cxn>
                <a:cxn ang="0">
                  <a:pos x="0" y="827"/>
                </a:cxn>
                <a:cxn ang="0">
                  <a:pos x="267" y="593"/>
                </a:cxn>
                <a:cxn ang="0">
                  <a:pos x="267" y="0"/>
                </a:cxn>
                <a:cxn ang="0">
                  <a:pos x="0" y="234"/>
                </a:cxn>
              </a:cxnLst>
              <a:rect l="0" t="0" r="r" b="b"/>
              <a:pathLst>
                <a:path w="267" h="827">
                  <a:moveTo>
                    <a:pt x="0" y="234"/>
                  </a:moveTo>
                  <a:lnTo>
                    <a:pt x="0" y="827"/>
                  </a:lnTo>
                  <a:lnTo>
                    <a:pt x="267" y="593"/>
                  </a:lnTo>
                  <a:lnTo>
                    <a:pt x="267" y="0"/>
                  </a:lnTo>
                  <a:lnTo>
                    <a:pt x="0" y="234"/>
                  </a:lnTo>
                  <a:close/>
                </a:path>
              </a:pathLst>
            </a:custGeom>
            <a:solidFill>
              <a:srgbClr val="126AAC"/>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49" name="Freeform 10"/>
            <p:cNvSpPr>
              <a:spLocks/>
            </p:cNvSpPr>
            <p:nvPr/>
          </p:nvSpPr>
          <p:spPr bwMode="auto">
            <a:xfrm>
              <a:off x="2962275" y="3044825"/>
              <a:ext cx="93663" cy="696912"/>
            </a:xfrm>
            <a:custGeom>
              <a:avLst/>
              <a:gdLst/>
              <a:ahLst/>
              <a:cxnLst>
                <a:cxn ang="0">
                  <a:pos x="25" y="3"/>
                </a:cxn>
                <a:cxn ang="0">
                  <a:pos x="1" y="15"/>
                </a:cxn>
                <a:cxn ang="0">
                  <a:pos x="0" y="184"/>
                </a:cxn>
                <a:cxn ang="0">
                  <a:pos x="5" y="182"/>
                </a:cxn>
                <a:cxn ang="0">
                  <a:pos x="22" y="165"/>
                </a:cxn>
                <a:cxn ang="0">
                  <a:pos x="25" y="156"/>
                </a:cxn>
                <a:cxn ang="0">
                  <a:pos x="25" y="9"/>
                </a:cxn>
                <a:cxn ang="0">
                  <a:pos x="25" y="3"/>
                </a:cxn>
              </a:cxnLst>
              <a:rect l="0" t="0" r="r" b="b"/>
              <a:pathLst>
                <a:path w="25" h="186">
                  <a:moveTo>
                    <a:pt x="25" y="3"/>
                  </a:moveTo>
                  <a:cubicBezTo>
                    <a:pt x="23" y="0"/>
                    <a:pt x="1" y="15"/>
                    <a:pt x="1" y="15"/>
                  </a:cubicBezTo>
                  <a:cubicBezTo>
                    <a:pt x="0" y="184"/>
                    <a:pt x="0" y="184"/>
                    <a:pt x="0" y="184"/>
                  </a:cubicBezTo>
                  <a:cubicBezTo>
                    <a:pt x="0" y="184"/>
                    <a:pt x="0" y="186"/>
                    <a:pt x="5" y="182"/>
                  </a:cubicBezTo>
                  <a:cubicBezTo>
                    <a:pt x="10" y="178"/>
                    <a:pt x="20" y="167"/>
                    <a:pt x="22" y="165"/>
                  </a:cubicBezTo>
                  <a:cubicBezTo>
                    <a:pt x="24" y="163"/>
                    <a:pt x="25" y="161"/>
                    <a:pt x="25" y="156"/>
                  </a:cubicBezTo>
                  <a:cubicBezTo>
                    <a:pt x="25" y="9"/>
                    <a:pt x="25" y="9"/>
                    <a:pt x="25" y="9"/>
                  </a:cubicBezTo>
                  <a:cubicBezTo>
                    <a:pt x="25" y="4"/>
                    <a:pt x="25" y="4"/>
                    <a:pt x="25" y="3"/>
                  </a:cubicBezTo>
                  <a:close/>
                </a:path>
              </a:pathLst>
            </a:custGeom>
            <a:solidFill>
              <a:srgbClr val="126AAC"/>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50" name="Freeform 11"/>
            <p:cNvSpPr>
              <a:spLocks/>
            </p:cNvSpPr>
            <p:nvPr/>
          </p:nvSpPr>
          <p:spPr bwMode="auto">
            <a:xfrm>
              <a:off x="2557463" y="2976563"/>
              <a:ext cx="490538" cy="123825"/>
            </a:xfrm>
            <a:custGeom>
              <a:avLst/>
              <a:gdLst/>
              <a:ahLst/>
              <a:cxnLst>
                <a:cxn ang="0">
                  <a:pos x="131" y="20"/>
                </a:cxn>
                <a:cxn ang="0">
                  <a:pos x="111" y="33"/>
                </a:cxn>
                <a:cxn ang="0">
                  <a:pos x="4" y="14"/>
                </a:cxn>
                <a:cxn ang="0">
                  <a:pos x="0" y="17"/>
                </a:cxn>
                <a:cxn ang="0">
                  <a:pos x="2" y="12"/>
                </a:cxn>
                <a:cxn ang="0">
                  <a:pos x="19" y="1"/>
                </a:cxn>
                <a:cxn ang="0">
                  <a:pos x="21" y="1"/>
                </a:cxn>
                <a:cxn ang="0">
                  <a:pos x="127" y="18"/>
                </a:cxn>
                <a:cxn ang="0">
                  <a:pos x="131" y="20"/>
                </a:cxn>
              </a:cxnLst>
              <a:rect l="0" t="0" r="r" b="b"/>
              <a:pathLst>
                <a:path w="131" h="33">
                  <a:moveTo>
                    <a:pt x="131" y="20"/>
                  </a:moveTo>
                  <a:cubicBezTo>
                    <a:pt x="111" y="33"/>
                    <a:pt x="111" y="33"/>
                    <a:pt x="111" y="33"/>
                  </a:cubicBezTo>
                  <a:cubicBezTo>
                    <a:pt x="48" y="22"/>
                    <a:pt x="9" y="15"/>
                    <a:pt x="4" y="14"/>
                  </a:cubicBezTo>
                  <a:cubicBezTo>
                    <a:pt x="1" y="13"/>
                    <a:pt x="0" y="17"/>
                    <a:pt x="0" y="17"/>
                  </a:cubicBezTo>
                  <a:cubicBezTo>
                    <a:pt x="0" y="17"/>
                    <a:pt x="0" y="14"/>
                    <a:pt x="2" y="12"/>
                  </a:cubicBezTo>
                  <a:cubicBezTo>
                    <a:pt x="4" y="11"/>
                    <a:pt x="15" y="4"/>
                    <a:pt x="19" y="1"/>
                  </a:cubicBezTo>
                  <a:cubicBezTo>
                    <a:pt x="20" y="0"/>
                    <a:pt x="21" y="1"/>
                    <a:pt x="21" y="1"/>
                  </a:cubicBezTo>
                  <a:cubicBezTo>
                    <a:pt x="21" y="1"/>
                    <a:pt x="125" y="18"/>
                    <a:pt x="127" y="18"/>
                  </a:cubicBezTo>
                  <a:cubicBezTo>
                    <a:pt x="131" y="19"/>
                    <a:pt x="131" y="20"/>
                    <a:pt x="131" y="20"/>
                  </a:cubicBezTo>
                  <a:close/>
                </a:path>
              </a:pathLst>
            </a:custGeom>
            <a:solidFill>
              <a:srgbClr val="22A3DD"/>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51" name="Freeform 12"/>
            <p:cNvSpPr>
              <a:spLocks/>
            </p:cNvSpPr>
            <p:nvPr/>
          </p:nvSpPr>
          <p:spPr bwMode="auto">
            <a:xfrm>
              <a:off x="2954338" y="3048000"/>
              <a:ext cx="101600" cy="71437"/>
            </a:xfrm>
            <a:custGeom>
              <a:avLst/>
              <a:gdLst/>
              <a:ahLst/>
              <a:cxnLst>
                <a:cxn ang="0">
                  <a:pos x="0" y="14"/>
                </a:cxn>
                <a:cxn ang="0">
                  <a:pos x="24" y="0"/>
                </a:cxn>
                <a:cxn ang="0">
                  <a:pos x="27" y="4"/>
                </a:cxn>
                <a:cxn ang="0">
                  <a:pos x="4" y="19"/>
                </a:cxn>
                <a:cxn ang="0">
                  <a:pos x="0" y="14"/>
                </a:cxn>
                <a:cxn ang="0">
                  <a:pos x="0" y="14"/>
                </a:cxn>
              </a:cxnLst>
              <a:rect l="0" t="0" r="r" b="b"/>
              <a:pathLst>
                <a:path w="27" h="19">
                  <a:moveTo>
                    <a:pt x="0" y="14"/>
                  </a:moveTo>
                  <a:cubicBezTo>
                    <a:pt x="0" y="14"/>
                    <a:pt x="21" y="2"/>
                    <a:pt x="24" y="0"/>
                  </a:cubicBezTo>
                  <a:cubicBezTo>
                    <a:pt x="26" y="1"/>
                    <a:pt x="27" y="2"/>
                    <a:pt x="27" y="4"/>
                  </a:cubicBezTo>
                  <a:cubicBezTo>
                    <a:pt x="4" y="19"/>
                    <a:pt x="4" y="19"/>
                    <a:pt x="4" y="19"/>
                  </a:cubicBezTo>
                  <a:cubicBezTo>
                    <a:pt x="0" y="14"/>
                    <a:pt x="0" y="14"/>
                    <a:pt x="0" y="14"/>
                  </a:cubicBezTo>
                  <a:cubicBezTo>
                    <a:pt x="0" y="14"/>
                    <a:pt x="0" y="14"/>
                    <a:pt x="0" y="14"/>
                  </a:cubicBezTo>
                  <a:close/>
                </a:path>
              </a:pathLst>
            </a:custGeom>
            <a:solidFill>
              <a:srgbClr val="22A3DD"/>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52" name="Freeform 13"/>
            <p:cNvSpPr>
              <a:spLocks/>
            </p:cNvSpPr>
            <p:nvPr/>
          </p:nvSpPr>
          <p:spPr bwMode="auto">
            <a:xfrm>
              <a:off x="2557463" y="3025775"/>
              <a:ext cx="419100" cy="715962"/>
            </a:xfrm>
            <a:custGeom>
              <a:avLst/>
              <a:gdLst/>
              <a:ahLst/>
              <a:cxnLst>
                <a:cxn ang="0">
                  <a:pos x="108" y="19"/>
                </a:cxn>
                <a:cxn ang="0">
                  <a:pos x="4" y="1"/>
                </a:cxn>
                <a:cxn ang="0">
                  <a:pos x="0" y="3"/>
                </a:cxn>
                <a:cxn ang="0">
                  <a:pos x="0" y="160"/>
                </a:cxn>
                <a:cxn ang="0">
                  <a:pos x="4" y="167"/>
                </a:cxn>
                <a:cxn ang="0">
                  <a:pos x="105" y="189"/>
                </a:cxn>
                <a:cxn ang="0">
                  <a:pos x="111" y="185"/>
                </a:cxn>
                <a:cxn ang="0">
                  <a:pos x="111" y="24"/>
                </a:cxn>
                <a:cxn ang="0">
                  <a:pos x="108" y="19"/>
                </a:cxn>
              </a:cxnLst>
              <a:rect l="0" t="0" r="r" b="b"/>
              <a:pathLst>
                <a:path w="112" h="191">
                  <a:moveTo>
                    <a:pt x="108" y="19"/>
                  </a:moveTo>
                  <a:cubicBezTo>
                    <a:pt x="48" y="9"/>
                    <a:pt x="9" y="2"/>
                    <a:pt x="4" y="1"/>
                  </a:cubicBezTo>
                  <a:cubicBezTo>
                    <a:pt x="0" y="0"/>
                    <a:pt x="0" y="3"/>
                    <a:pt x="0" y="3"/>
                  </a:cubicBezTo>
                  <a:cubicBezTo>
                    <a:pt x="0" y="3"/>
                    <a:pt x="0" y="154"/>
                    <a:pt x="0" y="160"/>
                  </a:cubicBezTo>
                  <a:cubicBezTo>
                    <a:pt x="0" y="166"/>
                    <a:pt x="1" y="167"/>
                    <a:pt x="4" y="167"/>
                  </a:cubicBezTo>
                  <a:cubicBezTo>
                    <a:pt x="5" y="168"/>
                    <a:pt x="86" y="185"/>
                    <a:pt x="105" y="189"/>
                  </a:cubicBezTo>
                  <a:cubicBezTo>
                    <a:pt x="112" y="191"/>
                    <a:pt x="111" y="187"/>
                    <a:pt x="111" y="185"/>
                  </a:cubicBezTo>
                  <a:cubicBezTo>
                    <a:pt x="111" y="185"/>
                    <a:pt x="111" y="28"/>
                    <a:pt x="111" y="24"/>
                  </a:cubicBezTo>
                  <a:cubicBezTo>
                    <a:pt x="111" y="22"/>
                    <a:pt x="109" y="20"/>
                    <a:pt x="108" y="19"/>
                  </a:cubicBezTo>
                  <a:close/>
                </a:path>
              </a:pathLst>
            </a:custGeom>
            <a:solidFill>
              <a:srgbClr val="C1E5F3"/>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53" name="Freeform 14"/>
            <p:cNvSpPr>
              <a:spLocks/>
            </p:cNvSpPr>
            <p:nvPr/>
          </p:nvSpPr>
          <p:spPr bwMode="auto">
            <a:xfrm>
              <a:off x="2568575" y="3036888"/>
              <a:ext cx="393700" cy="687387"/>
            </a:xfrm>
            <a:custGeom>
              <a:avLst/>
              <a:gdLst/>
              <a:ahLst/>
              <a:cxnLst>
                <a:cxn ang="0">
                  <a:pos x="101" y="19"/>
                </a:cxn>
                <a:cxn ang="0">
                  <a:pos x="4" y="1"/>
                </a:cxn>
                <a:cxn ang="0">
                  <a:pos x="0" y="3"/>
                </a:cxn>
                <a:cxn ang="0">
                  <a:pos x="0" y="154"/>
                </a:cxn>
                <a:cxn ang="0">
                  <a:pos x="4" y="161"/>
                </a:cxn>
                <a:cxn ang="0">
                  <a:pos x="99" y="182"/>
                </a:cxn>
                <a:cxn ang="0">
                  <a:pos x="104" y="177"/>
                </a:cxn>
                <a:cxn ang="0">
                  <a:pos x="104" y="23"/>
                </a:cxn>
                <a:cxn ang="0">
                  <a:pos x="101" y="19"/>
                </a:cxn>
              </a:cxnLst>
              <a:rect l="0" t="0" r="r" b="b"/>
              <a:pathLst>
                <a:path w="105" h="183">
                  <a:moveTo>
                    <a:pt x="101" y="19"/>
                  </a:moveTo>
                  <a:cubicBezTo>
                    <a:pt x="45" y="9"/>
                    <a:pt x="9" y="2"/>
                    <a:pt x="4" y="1"/>
                  </a:cubicBezTo>
                  <a:cubicBezTo>
                    <a:pt x="0" y="0"/>
                    <a:pt x="0" y="3"/>
                    <a:pt x="0" y="3"/>
                  </a:cubicBezTo>
                  <a:cubicBezTo>
                    <a:pt x="0" y="3"/>
                    <a:pt x="0" y="148"/>
                    <a:pt x="0" y="154"/>
                  </a:cubicBezTo>
                  <a:cubicBezTo>
                    <a:pt x="0" y="160"/>
                    <a:pt x="1" y="160"/>
                    <a:pt x="4" y="161"/>
                  </a:cubicBezTo>
                  <a:cubicBezTo>
                    <a:pt x="5" y="161"/>
                    <a:pt x="81" y="178"/>
                    <a:pt x="99" y="182"/>
                  </a:cubicBezTo>
                  <a:cubicBezTo>
                    <a:pt x="105" y="183"/>
                    <a:pt x="104" y="179"/>
                    <a:pt x="104" y="177"/>
                  </a:cubicBezTo>
                  <a:cubicBezTo>
                    <a:pt x="104" y="177"/>
                    <a:pt x="104" y="27"/>
                    <a:pt x="104" y="23"/>
                  </a:cubicBezTo>
                  <a:cubicBezTo>
                    <a:pt x="104" y="21"/>
                    <a:pt x="103" y="19"/>
                    <a:pt x="101" y="19"/>
                  </a:cubicBezTo>
                  <a:close/>
                </a:path>
              </a:pathLst>
            </a:custGeom>
            <a:solidFill>
              <a:srgbClr val="22A3DD"/>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54" name="Freeform 15"/>
            <p:cNvSpPr>
              <a:spLocks noEditPoints="1"/>
            </p:cNvSpPr>
            <p:nvPr/>
          </p:nvSpPr>
          <p:spPr bwMode="auto">
            <a:xfrm>
              <a:off x="2568575" y="3036888"/>
              <a:ext cx="393700" cy="682625"/>
            </a:xfrm>
            <a:custGeom>
              <a:avLst/>
              <a:gdLst/>
              <a:ahLst/>
              <a:cxnLst>
                <a:cxn ang="0">
                  <a:pos x="1" y="1"/>
                </a:cxn>
                <a:cxn ang="0">
                  <a:pos x="0" y="3"/>
                </a:cxn>
                <a:cxn ang="0">
                  <a:pos x="0" y="154"/>
                </a:cxn>
                <a:cxn ang="0">
                  <a:pos x="4" y="161"/>
                </a:cxn>
                <a:cxn ang="0">
                  <a:pos x="38" y="169"/>
                </a:cxn>
                <a:cxn ang="0">
                  <a:pos x="98" y="182"/>
                </a:cxn>
                <a:cxn ang="0">
                  <a:pos x="103" y="182"/>
                </a:cxn>
                <a:cxn ang="0">
                  <a:pos x="104" y="177"/>
                </a:cxn>
                <a:cxn ang="0">
                  <a:pos x="104" y="23"/>
                </a:cxn>
                <a:cxn ang="0">
                  <a:pos x="101" y="18"/>
                </a:cxn>
                <a:cxn ang="0">
                  <a:pos x="101" y="18"/>
                </a:cxn>
                <a:cxn ang="0">
                  <a:pos x="4" y="1"/>
                </a:cxn>
                <a:cxn ang="0">
                  <a:pos x="1" y="1"/>
                </a:cxn>
                <a:cxn ang="0">
                  <a:pos x="99" y="181"/>
                </a:cxn>
                <a:cxn ang="0">
                  <a:pos x="39" y="168"/>
                </a:cxn>
                <a:cxn ang="0">
                  <a:pos x="4" y="160"/>
                </a:cxn>
                <a:cxn ang="0">
                  <a:pos x="1" y="154"/>
                </a:cxn>
                <a:cxn ang="0">
                  <a:pos x="1" y="3"/>
                </a:cxn>
                <a:cxn ang="0">
                  <a:pos x="2" y="2"/>
                </a:cxn>
                <a:cxn ang="0">
                  <a:pos x="4" y="2"/>
                </a:cxn>
                <a:cxn ang="0">
                  <a:pos x="101" y="19"/>
                </a:cxn>
                <a:cxn ang="0">
                  <a:pos x="103" y="23"/>
                </a:cxn>
                <a:cxn ang="0">
                  <a:pos x="104" y="177"/>
                </a:cxn>
                <a:cxn ang="0">
                  <a:pos x="102" y="181"/>
                </a:cxn>
                <a:cxn ang="0">
                  <a:pos x="99" y="181"/>
                </a:cxn>
              </a:cxnLst>
              <a:rect l="0" t="0" r="r" b="b"/>
              <a:pathLst>
                <a:path w="105" h="182">
                  <a:moveTo>
                    <a:pt x="1" y="1"/>
                  </a:moveTo>
                  <a:cubicBezTo>
                    <a:pt x="0" y="2"/>
                    <a:pt x="0" y="3"/>
                    <a:pt x="0" y="3"/>
                  </a:cubicBezTo>
                  <a:cubicBezTo>
                    <a:pt x="0" y="3"/>
                    <a:pt x="0" y="154"/>
                    <a:pt x="0" y="154"/>
                  </a:cubicBezTo>
                  <a:cubicBezTo>
                    <a:pt x="0" y="160"/>
                    <a:pt x="1" y="160"/>
                    <a:pt x="4" y="161"/>
                  </a:cubicBezTo>
                  <a:cubicBezTo>
                    <a:pt x="4" y="161"/>
                    <a:pt x="17" y="164"/>
                    <a:pt x="38" y="169"/>
                  </a:cubicBezTo>
                  <a:cubicBezTo>
                    <a:pt x="98" y="182"/>
                    <a:pt x="98" y="182"/>
                    <a:pt x="98" y="182"/>
                  </a:cubicBezTo>
                  <a:cubicBezTo>
                    <a:pt x="100" y="182"/>
                    <a:pt x="102" y="182"/>
                    <a:pt x="103" y="182"/>
                  </a:cubicBezTo>
                  <a:cubicBezTo>
                    <a:pt x="105" y="181"/>
                    <a:pt x="104" y="178"/>
                    <a:pt x="104" y="177"/>
                  </a:cubicBezTo>
                  <a:cubicBezTo>
                    <a:pt x="104" y="177"/>
                    <a:pt x="104" y="23"/>
                    <a:pt x="104" y="23"/>
                  </a:cubicBezTo>
                  <a:cubicBezTo>
                    <a:pt x="104" y="21"/>
                    <a:pt x="104" y="19"/>
                    <a:pt x="101" y="18"/>
                  </a:cubicBezTo>
                  <a:cubicBezTo>
                    <a:pt x="101" y="18"/>
                    <a:pt x="101" y="18"/>
                    <a:pt x="101" y="18"/>
                  </a:cubicBezTo>
                  <a:cubicBezTo>
                    <a:pt x="4" y="1"/>
                    <a:pt x="4" y="1"/>
                    <a:pt x="4" y="1"/>
                  </a:cubicBezTo>
                  <a:cubicBezTo>
                    <a:pt x="3" y="0"/>
                    <a:pt x="2" y="1"/>
                    <a:pt x="1" y="1"/>
                  </a:cubicBezTo>
                  <a:close/>
                  <a:moveTo>
                    <a:pt x="99" y="181"/>
                  </a:moveTo>
                  <a:cubicBezTo>
                    <a:pt x="99" y="181"/>
                    <a:pt x="39" y="168"/>
                    <a:pt x="39" y="168"/>
                  </a:cubicBezTo>
                  <a:cubicBezTo>
                    <a:pt x="20" y="164"/>
                    <a:pt x="5" y="161"/>
                    <a:pt x="4" y="160"/>
                  </a:cubicBezTo>
                  <a:cubicBezTo>
                    <a:pt x="1" y="160"/>
                    <a:pt x="1" y="159"/>
                    <a:pt x="1" y="154"/>
                  </a:cubicBezTo>
                  <a:cubicBezTo>
                    <a:pt x="1" y="3"/>
                    <a:pt x="1" y="3"/>
                    <a:pt x="1" y="3"/>
                  </a:cubicBezTo>
                  <a:cubicBezTo>
                    <a:pt x="1" y="3"/>
                    <a:pt x="1" y="2"/>
                    <a:pt x="2" y="2"/>
                  </a:cubicBezTo>
                  <a:cubicBezTo>
                    <a:pt x="2" y="1"/>
                    <a:pt x="3" y="1"/>
                    <a:pt x="4" y="2"/>
                  </a:cubicBezTo>
                  <a:cubicBezTo>
                    <a:pt x="101" y="19"/>
                    <a:pt x="101" y="19"/>
                    <a:pt x="101" y="19"/>
                  </a:cubicBezTo>
                  <a:cubicBezTo>
                    <a:pt x="103" y="19"/>
                    <a:pt x="103" y="21"/>
                    <a:pt x="103" y="23"/>
                  </a:cubicBezTo>
                  <a:cubicBezTo>
                    <a:pt x="104" y="177"/>
                    <a:pt x="104" y="177"/>
                    <a:pt x="104" y="177"/>
                  </a:cubicBezTo>
                  <a:cubicBezTo>
                    <a:pt x="104" y="177"/>
                    <a:pt x="104" y="180"/>
                    <a:pt x="102" y="181"/>
                  </a:cubicBezTo>
                  <a:cubicBezTo>
                    <a:pt x="102" y="182"/>
                    <a:pt x="100" y="181"/>
                    <a:pt x="99" y="181"/>
                  </a:cubicBezTo>
                  <a:close/>
                </a:path>
              </a:pathLst>
            </a:custGeom>
            <a:solidFill>
              <a:srgbClr val="22A3DD"/>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55" name="Freeform 16"/>
            <p:cNvSpPr>
              <a:spLocks/>
            </p:cNvSpPr>
            <p:nvPr/>
          </p:nvSpPr>
          <p:spPr bwMode="auto">
            <a:xfrm>
              <a:off x="2571750" y="3314700"/>
              <a:ext cx="382588" cy="93662"/>
            </a:xfrm>
            <a:custGeom>
              <a:avLst/>
              <a:gdLst/>
              <a:ahLst/>
              <a:cxnLst>
                <a:cxn ang="0">
                  <a:pos x="241" y="59"/>
                </a:cxn>
                <a:cxn ang="0">
                  <a:pos x="0" y="9"/>
                </a:cxn>
                <a:cxn ang="0">
                  <a:pos x="0" y="0"/>
                </a:cxn>
                <a:cxn ang="0">
                  <a:pos x="241" y="50"/>
                </a:cxn>
                <a:cxn ang="0">
                  <a:pos x="241" y="59"/>
                </a:cxn>
                <a:cxn ang="0">
                  <a:pos x="241" y="59"/>
                </a:cxn>
                <a:cxn ang="0">
                  <a:pos x="241" y="59"/>
                </a:cxn>
              </a:cxnLst>
              <a:rect l="0" t="0" r="r" b="b"/>
              <a:pathLst>
                <a:path w="241" h="59">
                  <a:moveTo>
                    <a:pt x="241" y="59"/>
                  </a:moveTo>
                  <a:lnTo>
                    <a:pt x="0" y="9"/>
                  </a:lnTo>
                  <a:lnTo>
                    <a:pt x="0" y="0"/>
                  </a:lnTo>
                  <a:lnTo>
                    <a:pt x="241" y="50"/>
                  </a:lnTo>
                  <a:lnTo>
                    <a:pt x="241" y="59"/>
                  </a:lnTo>
                  <a:lnTo>
                    <a:pt x="241" y="59"/>
                  </a:lnTo>
                  <a:lnTo>
                    <a:pt x="241" y="59"/>
                  </a:lnTo>
                  <a:close/>
                </a:path>
              </a:pathLst>
            </a:custGeom>
            <a:solidFill>
              <a:srgbClr val="C1E5F3"/>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56" name="Freeform 17"/>
            <p:cNvSpPr>
              <a:spLocks noEditPoints="1"/>
            </p:cNvSpPr>
            <p:nvPr/>
          </p:nvSpPr>
          <p:spPr bwMode="auto">
            <a:xfrm>
              <a:off x="2598738" y="3168650"/>
              <a:ext cx="336550" cy="173037"/>
            </a:xfrm>
            <a:custGeom>
              <a:avLst/>
              <a:gdLst/>
              <a:ahLst/>
              <a:cxnLst>
                <a:cxn ang="0">
                  <a:pos x="45" y="6"/>
                </a:cxn>
                <a:cxn ang="0">
                  <a:pos x="32" y="15"/>
                </a:cxn>
                <a:cxn ang="0">
                  <a:pos x="45" y="29"/>
                </a:cxn>
                <a:cxn ang="0">
                  <a:pos x="56" y="19"/>
                </a:cxn>
                <a:cxn ang="0">
                  <a:pos x="45" y="6"/>
                </a:cxn>
                <a:cxn ang="0">
                  <a:pos x="79" y="12"/>
                </a:cxn>
                <a:cxn ang="0">
                  <a:pos x="84" y="3"/>
                </a:cxn>
                <a:cxn ang="0">
                  <a:pos x="72" y="0"/>
                </a:cxn>
                <a:cxn ang="0">
                  <a:pos x="74" y="3"/>
                </a:cxn>
                <a:cxn ang="0">
                  <a:pos x="55" y="10"/>
                </a:cxn>
                <a:cxn ang="0">
                  <a:pos x="59" y="16"/>
                </a:cxn>
                <a:cxn ang="0">
                  <a:pos x="77" y="9"/>
                </a:cxn>
                <a:cxn ang="0">
                  <a:pos x="79" y="12"/>
                </a:cxn>
                <a:cxn ang="0">
                  <a:pos x="79" y="12"/>
                </a:cxn>
                <a:cxn ang="0">
                  <a:pos x="81" y="30"/>
                </a:cxn>
                <a:cxn ang="0">
                  <a:pos x="90" y="25"/>
                </a:cxn>
                <a:cxn ang="0">
                  <a:pos x="81" y="17"/>
                </a:cxn>
                <a:cxn ang="0">
                  <a:pos x="81" y="21"/>
                </a:cxn>
                <a:cxn ang="0">
                  <a:pos x="59" y="16"/>
                </a:cxn>
                <a:cxn ang="0">
                  <a:pos x="59" y="23"/>
                </a:cxn>
                <a:cxn ang="0">
                  <a:pos x="81" y="27"/>
                </a:cxn>
                <a:cxn ang="0">
                  <a:pos x="81" y="30"/>
                </a:cxn>
                <a:cxn ang="0">
                  <a:pos x="81" y="30"/>
                </a:cxn>
                <a:cxn ang="0">
                  <a:pos x="77" y="38"/>
                </a:cxn>
                <a:cxn ang="0">
                  <a:pos x="59" y="23"/>
                </a:cxn>
                <a:cxn ang="0">
                  <a:pos x="55" y="29"/>
                </a:cxn>
                <a:cxn ang="0">
                  <a:pos x="74" y="43"/>
                </a:cxn>
                <a:cxn ang="0">
                  <a:pos x="72" y="45"/>
                </a:cxn>
                <a:cxn ang="0">
                  <a:pos x="84" y="46"/>
                </a:cxn>
                <a:cxn ang="0">
                  <a:pos x="79" y="35"/>
                </a:cxn>
                <a:cxn ang="0">
                  <a:pos x="77" y="38"/>
                </a:cxn>
                <a:cxn ang="0">
                  <a:pos x="77" y="38"/>
                </a:cxn>
                <a:cxn ang="0">
                  <a:pos x="22" y="7"/>
                </a:cxn>
                <a:cxn ang="0">
                  <a:pos x="0" y="3"/>
                </a:cxn>
                <a:cxn ang="0">
                  <a:pos x="0" y="11"/>
                </a:cxn>
                <a:cxn ang="0">
                  <a:pos x="22" y="15"/>
                </a:cxn>
                <a:cxn ang="0">
                  <a:pos x="22" y="19"/>
                </a:cxn>
                <a:cxn ang="0">
                  <a:pos x="30" y="13"/>
                </a:cxn>
                <a:cxn ang="0">
                  <a:pos x="22" y="3"/>
                </a:cxn>
                <a:cxn ang="0">
                  <a:pos x="22" y="7"/>
                </a:cxn>
                <a:cxn ang="0">
                  <a:pos x="22" y="7"/>
                </a:cxn>
              </a:cxnLst>
              <a:rect l="0" t="0" r="r" b="b"/>
              <a:pathLst>
                <a:path w="90" h="46">
                  <a:moveTo>
                    <a:pt x="45" y="6"/>
                  </a:moveTo>
                  <a:cubicBezTo>
                    <a:pt x="38" y="5"/>
                    <a:pt x="32" y="9"/>
                    <a:pt x="32" y="15"/>
                  </a:cubicBezTo>
                  <a:cubicBezTo>
                    <a:pt x="32" y="21"/>
                    <a:pt x="38" y="28"/>
                    <a:pt x="45" y="29"/>
                  </a:cubicBezTo>
                  <a:cubicBezTo>
                    <a:pt x="50" y="30"/>
                    <a:pt x="56" y="26"/>
                    <a:pt x="56" y="19"/>
                  </a:cubicBezTo>
                  <a:cubicBezTo>
                    <a:pt x="56" y="14"/>
                    <a:pt x="50" y="7"/>
                    <a:pt x="45" y="6"/>
                  </a:cubicBezTo>
                  <a:close/>
                  <a:moveTo>
                    <a:pt x="79" y="12"/>
                  </a:moveTo>
                  <a:cubicBezTo>
                    <a:pt x="84" y="3"/>
                    <a:pt x="84" y="3"/>
                    <a:pt x="84" y="3"/>
                  </a:cubicBezTo>
                  <a:cubicBezTo>
                    <a:pt x="72" y="0"/>
                    <a:pt x="72" y="0"/>
                    <a:pt x="72" y="0"/>
                  </a:cubicBezTo>
                  <a:cubicBezTo>
                    <a:pt x="74" y="3"/>
                    <a:pt x="74" y="3"/>
                    <a:pt x="74" y="3"/>
                  </a:cubicBezTo>
                  <a:cubicBezTo>
                    <a:pt x="55" y="10"/>
                    <a:pt x="55" y="10"/>
                    <a:pt x="55" y="10"/>
                  </a:cubicBezTo>
                  <a:cubicBezTo>
                    <a:pt x="59" y="16"/>
                    <a:pt x="59" y="16"/>
                    <a:pt x="59" y="16"/>
                  </a:cubicBezTo>
                  <a:cubicBezTo>
                    <a:pt x="77" y="9"/>
                    <a:pt x="77" y="9"/>
                    <a:pt x="77" y="9"/>
                  </a:cubicBezTo>
                  <a:cubicBezTo>
                    <a:pt x="79" y="12"/>
                    <a:pt x="79" y="12"/>
                    <a:pt x="79" y="12"/>
                  </a:cubicBezTo>
                  <a:cubicBezTo>
                    <a:pt x="79" y="12"/>
                    <a:pt x="79" y="12"/>
                    <a:pt x="79" y="12"/>
                  </a:cubicBezTo>
                  <a:close/>
                  <a:moveTo>
                    <a:pt x="81" y="30"/>
                  </a:moveTo>
                  <a:cubicBezTo>
                    <a:pt x="90" y="25"/>
                    <a:pt x="90" y="25"/>
                    <a:pt x="90" y="25"/>
                  </a:cubicBezTo>
                  <a:cubicBezTo>
                    <a:pt x="81" y="17"/>
                    <a:pt x="81" y="17"/>
                    <a:pt x="81" y="17"/>
                  </a:cubicBezTo>
                  <a:cubicBezTo>
                    <a:pt x="81" y="21"/>
                    <a:pt x="81" y="21"/>
                    <a:pt x="81" y="21"/>
                  </a:cubicBezTo>
                  <a:cubicBezTo>
                    <a:pt x="59" y="16"/>
                    <a:pt x="59" y="16"/>
                    <a:pt x="59" y="16"/>
                  </a:cubicBezTo>
                  <a:cubicBezTo>
                    <a:pt x="59" y="23"/>
                    <a:pt x="59" y="23"/>
                    <a:pt x="59" y="23"/>
                  </a:cubicBezTo>
                  <a:cubicBezTo>
                    <a:pt x="81" y="27"/>
                    <a:pt x="81" y="27"/>
                    <a:pt x="81" y="27"/>
                  </a:cubicBezTo>
                  <a:cubicBezTo>
                    <a:pt x="81" y="30"/>
                    <a:pt x="81" y="30"/>
                    <a:pt x="81" y="30"/>
                  </a:cubicBezTo>
                  <a:cubicBezTo>
                    <a:pt x="81" y="30"/>
                    <a:pt x="81" y="30"/>
                    <a:pt x="81" y="30"/>
                  </a:cubicBezTo>
                  <a:close/>
                  <a:moveTo>
                    <a:pt x="77" y="38"/>
                  </a:moveTo>
                  <a:cubicBezTo>
                    <a:pt x="59" y="23"/>
                    <a:pt x="59" y="23"/>
                    <a:pt x="59" y="23"/>
                  </a:cubicBezTo>
                  <a:cubicBezTo>
                    <a:pt x="55" y="29"/>
                    <a:pt x="55" y="29"/>
                    <a:pt x="55" y="29"/>
                  </a:cubicBezTo>
                  <a:cubicBezTo>
                    <a:pt x="74" y="43"/>
                    <a:pt x="74" y="43"/>
                    <a:pt x="74" y="43"/>
                  </a:cubicBezTo>
                  <a:cubicBezTo>
                    <a:pt x="72" y="45"/>
                    <a:pt x="72" y="45"/>
                    <a:pt x="72" y="45"/>
                  </a:cubicBezTo>
                  <a:cubicBezTo>
                    <a:pt x="84" y="46"/>
                    <a:pt x="84" y="46"/>
                    <a:pt x="84" y="46"/>
                  </a:cubicBezTo>
                  <a:cubicBezTo>
                    <a:pt x="79" y="35"/>
                    <a:pt x="79" y="35"/>
                    <a:pt x="79" y="35"/>
                  </a:cubicBezTo>
                  <a:cubicBezTo>
                    <a:pt x="77" y="38"/>
                    <a:pt x="77" y="38"/>
                    <a:pt x="77" y="38"/>
                  </a:cubicBezTo>
                  <a:cubicBezTo>
                    <a:pt x="77" y="38"/>
                    <a:pt x="77" y="38"/>
                    <a:pt x="77" y="38"/>
                  </a:cubicBezTo>
                  <a:close/>
                  <a:moveTo>
                    <a:pt x="22" y="7"/>
                  </a:moveTo>
                  <a:cubicBezTo>
                    <a:pt x="0" y="3"/>
                    <a:pt x="0" y="3"/>
                    <a:pt x="0" y="3"/>
                  </a:cubicBezTo>
                  <a:cubicBezTo>
                    <a:pt x="0" y="11"/>
                    <a:pt x="0" y="11"/>
                    <a:pt x="0" y="11"/>
                  </a:cubicBezTo>
                  <a:cubicBezTo>
                    <a:pt x="22" y="15"/>
                    <a:pt x="22" y="15"/>
                    <a:pt x="22" y="15"/>
                  </a:cubicBezTo>
                  <a:cubicBezTo>
                    <a:pt x="22" y="19"/>
                    <a:pt x="22" y="19"/>
                    <a:pt x="22" y="19"/>
                  </a:cubicBezTo>
                  <a:cubicBezTo>
                    <a:pt x="30" y="13"/>
                    <a:pt x="30" y="13"/>
                    <a:pt x="30" y="13"/>
                  </a:cubicBezTo>
                  <a:cubicBezTo>
                    <a:pt x="22" y="3"/>
                    <a:pt x="22" y="3"/>
                    <a:pt x="22" y="3"/>
                  </a:cubicBezTo>
                  <a:cubicBezTo>
                    <a:pt x="22" y="7"/>
                    <a:pt x="22" y="7"/>
                    <a:pt x="22" y="7"/>
                  </a:cubicBezTo>
                  <a:cubicBezTo>
                    <a:pt x="22" y="7"/>
                    <a:pt x="22" y="7"/>
                    <a:pt x="22" y="7"/>
                  </a:cubicBezTo>
                  <a:close/>
                </a:path>
              </a:pathLst>
            </a:custGeom>
            <a:solidFill>
              <a:srgbClr val="126AAC"/>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57" name="Freeform 18"/>
            <p:cNvSpPr>
              <a:spLocks noEditPoints="1"/>
            </p:cNvSpPr>
            <p:nvPr/>
          </p:nvSpPr>
          <p:spPr bwMode="auto">
            <a:xfrm>
              <a:off x="2714625" y="3419475"/>
              <a:ext cx="161925" cy="206375"/>
            </a:xfrm>
            <a:custGeom>
              <a:avLst/>
              <a:gdLst/>
              <a:ahLst/>
              <a:cxnLst>
                <a:cxn ang="0">
                  <a:pos x="43" y="41"/>
                </a:cxn>
                <a:cxn ang="0">
                  <a:pos x="43" y="9"/>
                </a:cxn>
                <a:cxn ang="0">
                  <a:pos x="0" y="0"/>
                </a:cxn>
                <a:cxn ang="0">
                  <a:pos x="0" y="32"/>
                </a:cxn>
                <a:cxn ang="0">
                  <a:pos x="3" y="33"/>
                </a:cxn>
                <a:cxn ang="0">
                  <a:pos x="3" y="36"/>
                </a:cxn>
                <a:cxn ang="0">
                  <a:pos x="0" y="40"/>
                </a:cxn>
                <a:cxn ang="0">
                  <a:pos x="0" y="46"/>
                </a:cxn>
                <a:cxn ang="0">
                  <a:pos x="43" y="55"/>
                </a:cxn>
                <a:cxn ang="0">
                  <a:pos x="43" y="48"/>
                </a:cxn>
                <a:cxn ang="0">
                  <a:pos x="39" y="43"/>
                </a:cxn>
                <a:cxn ang="0">
                  <a:pos x="39" y="40"/>
                </a:cxn>
                <a:cxn ang="0">
                  <a:pos x="43" y="41"/>
                </a:cxn>
                <a:cxn ang="0">
                  <a:pos x="43" y="41"/>
                </a:cxn>
                <a:cxn ang="0">
                  <a:pos x="37" y="32"/>
                </a:cxn>
                <a:cxn ang="0">
                  <a:pos x="36" y="33"/>
                </a:cxn>
                <a:cxn ang="0">
                  <a:pos x="6" y="27"/>
                </a:cxn>
                <a:cxn ang="0">
                  <a:pos x="5" y="26"/>
                </a:cxn>
                <a:cxn ang="0">
                  <a:pos x="5" y="7"/>
                </a:cxn>
                <a:cxn ang="0">
                  <a:pos x="6" y="6"/>
                </a:cxn>
                <a:cxn ang="0">
                  <a:pos x="36" y="12"/>
                </a:cxn>
                <a:cxn ang="0">
                  <a:pos x="37" y="13"/>
                </a:cxn>
                <a:cxn ang="0">
                  <a:pos x="37" y="32"/>
                </a:cxn>
                <a:cxn ang="0">
                  <a:pos x="37" y="32"/>
                </a:cxn>
              </a:cxnLst>
              <a:rect l="0" t="0" r="r" b="b"/>
              <a:pathLst>
                <a:path w="43" h="55">
                  <a:moveTo>
                    <a:pt x="43" y="41"/>
                  </a:moveTo>
                  <a:cubicBezTo>
                    <a:pt x="43" y="9"/>
                    <a:pt x="43" y="9"/>
                    <a:pt x="43" y="9"/>
                  </a:cubicBezTo>
                  <a:cubicBezTo>
                    <a:pt x="0" y="0"/>
                    <a:pt x="0" y="0"/>
                    <a:pt x="0" y="0"/>
                  </a:cubicBezTo>
                  <a:cubicBezTo>
                    <a:pt x="0" y="32"/>
                    <a:pt x="0" y="32"/>
                    <a:pt x="0" y="32"/>
                  </a:cubicBezTo>
                  <a:cubicBezTo>
                    <a:pt x="3" y="33"/>
                    <a:pt x="3" y="33"/>
                    <a:pt x="3" y="33"/>
                  </a:cubicBezTo>
                  <a:cubicBezTo>
                    <a:pt x="3" y="36"/>
                    <a:pt x="3" y="36"/>
                    <a:pt x="3" y="36"/>
                  </a:cubicBezTo>
                  <a:cubicBezTo>
                    <a:pt x="0" y="40"/>
                    <a:pt x="0" y="40"/>
                    <a:pt x="0" y="40"/>
                  </a:cubicBezTo>
                  <a:cubicBezTo>
                    <a:pt x="0" y="46"/>
                    <a:pt x="0" y="46"/>
                    <a:pt x="0" y="46"/>
                  </a:cubicBezTo>
                  <a:cubicBezTo>
                    <a:pt x="43" y="55"/>
                    <a:pt x="43" y="55"/>
                    <a:pt x="43" y="55"/>
                  </a:cubicBezTo>
                  <a:cubicBezTo>
                    <a:pt x="43" y="48"/>
                    <a:pt x="43" y="48"/>
                    <a:pt x="43" y="48"/>
                  </a:cubicBezTo>
                  <a:cubicBezTo>
                    <a:pt x="39" y="43"/>
                    <a:pt x="39" y="43"/>
                    <a:pt x="39" y="43"/>
                  </a:cubicBezTo>
                  <a:cubicBezTo>
                    <a:pt x="39" y="40"/>
                    <a:pt x="39" y="40"/>
                    <a:pt x="39" y="40"/>
                  </a:cubicBezTo>
                  <a:cubicBezTo>
                    <a:pt x="43" y="41"/>
                    <a:pt x="43" y="41"/>
                    <a:pt x="43" y="41"/>
                  </a:cubicBezTo>
                  <a:cubicBezTo>
                    <a:pt x="43" y="41"/>
                    <a:pt x="43" y="41"/>
                    <a:pt x="43" y="41"/>
                  </a:cubicBezTo>
                  <a:close/>
                  <a:moveTo>
                    <a:pt x="37" y="32"/>
                  </a:moveTo>
                  <a:cubicBezTo>
                    <a:pt x="37" y="33"/>
                    <a:pt x="36" y="33"/>
                    <a:pt x="36" y="33"/>
                  </a:cubicBezTo>
                  <a:cubicBezTo>
                    <a:pt x="6" y="27"/>
                    <a:pt x="6" y="27"/>
                    <a:pt x="6" y="27"/>
                  </a:cubicBezTo>
                  <a:cubicBezTo>
                    <a:pt x="5" y="27"/>
                    <a:pt x="5" y="27"/>
                    <a:pt x="5" y="26"/>
                  </a:cubicBezTo>
                  <a:cubicBezTo>
                    <a:pt x="5" y="7"/>
                    <a:pt x="5" y="7"/>
                    <a:pt x="5" y="7"/>
                  </a:cubicBezTo>
                  <a:cubicBezTo>
                    <a:pt x="5" y="6"/>
                    <a:pt x="5" y="6"/>
                    <a:pt x="6" y="6"/>
                  </a:cubicBezTo>
                  <a:cubicBezTo>
                    <a:pt x="36" y="12"/>
                    <a:pt x="36" y="12"/>
                    <a:pt x="36" y="12"/>
                  </a:cubicBezTo>
                  <a:cubicBezTo>
                    <a:pt x="36" y="12"/>
                    <a:pt x="37" y="12"/>
                    <a:pt x="37" y="13"/>
                  </a:cubicBezTo>
                  <a:cubicBezTo>
                    <a:pt x="37" y="32"/>
                    <a:pt x="37" y="32"/>
                    <a:pt x="37" y="32"/>
                  </a:cubicBezTo>
                  <a:cubicBezTo>
                    <a:pt x="37" y="32"/>
                    <a:pt x="37" y="32"/>
                    <a:pt x="37" y="32"/>
                  </a:cubicBezTo>
                  <a:close/>
                </a:path>
              </a:pathLst>
            </a:custGeom>
            <a:solidFill>
              <a:srgbClr val="126AAC"/>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58" name="Freeform 19"/>
            <p:cNvSpPr>
              <a:spLocks/>
            </p:cNvSpPr>
            <p:nvPr/>
          </p:nvSpPr>
          <p:spPr bwMode="auto">
            <a:xfrm>
              <a:off x="2651125" y="3408363"/>
              <a:ext cx="44450" cy="179387"/>
            </a:xfrm>
            <a:custGeom>
              <a:avLst/>
              <a:gdLst/>
              <a:ahLst/>
              <a:cxnLst>
                <a:cxn ang="0">
                  <a:pos x="4" y="1"/>
                </a:cxn>
                <a:cxn ang="0">
                  <a:pos x="12" y="2"/>
                </a:cxn>
                <a:cxn ang="0">
                  <a:pos x="12" y="10"/>
                </a:cxn>
                <a:cxn ang="0">
                  <a:pos x="5" y="9"/>
                </a:cxn>
                <a:cxn ang="0">
                  <a:pos x="5" y="39"/>
                </a:cxn>
                <a:cxn ang="0">
                  <a:pos x="12" y="40"/>
                </a:cxn>
                <a:cxn ang="0">
                  <a:pos x="12" y="48"/>
                </a:cxn>
                <a:cxn ang="0">
                  <a:pos x="4" y="46"/>
                </a:cxn>
                <a:cxn ang="0">
                  <a:pos x="1" y="44"/>
                </a:cxn>
                <a:cxn ang="0">
                  <a:pos x="0" y="41"/>
                </a:cxn>
                <a:cxn ang="0">
                  <a:pos x="0" y="4"/>
                </a:cxn>
                <a:cxn ang="0">
                  <a:pos x="4" y="1"/>
                </a:cxn>
              </a:cxnLst>
              <a:rect l="0" t="0" r="r" b="b"/>
              <a:pathLst>
                <a:path w="12" h="48">
                  <a:moveTo>
                    <a:pt x="4" y="1"/>
                  </a:moveTo>
                  <a:cubicBezTo>
                    <a:pt x="4" y="1"/>
                    <a:pt x="10" y="2"/>
                    <a:pt x="12" y="2"/>
                  </a:cubicBezTo>
                  <a:cubicBezTo>
                    <a:pt x="12" y="10"/>
                    <a:pt x="12" y="10"/>
                    <a:pt x="12" y="10"/>
                  </a:cubicBezTo>
                  <a:cubicBezTo>
                    <a:pt x="11" y="10"/>
                    <a:pt x="5" y="9"/>
                    <a:pt x="5" y="9"/>
                  </a:cubicBezTo>
                  <a:cubicBezTo>
                    <a:pt x="5" y="39"/>
                    <a:pt x="5" y="39"/>
                    <a:pt x="5" y="39"/>
                  </a:cubicBezTo>
                  <a:cubicBezTo>
                    <a:pt x="5" y="39"/>
                    <a:pt x="10" y="40"/>
                    <a:pt x="12" y="40"/>
                  </a:cubicBezTo>
                  <a:cubicBezTo>
                    <a:pt x="12" y="48"/>
                    <a:pt x="12" y="48"/>
                    <a:pt x="12" y="48"/>
                  </a:cubicBezTo>
                  <a:cubicBezTo>
                    <a:pt x="11" y="48"/>
                    <a:pt x="4" y="46"/>
                    <a:pt x="4" y="46"/>
                  </a:cubicBezTo>
                  <a:cubicBezTo>
                    <a:pt x="3" y="46"/>
                    <a:pt x="2" y="45"/>
                    <a:pt x="1" y="44"/>
                  </a:cubicBezTo>
                  <a:cubicBezTo>
                    <a:pt x="0" y="43"/>
                    <a:pt x="0" y="42"/>
                    <a:pt x="0" y="41"/>
                  </a:cubicBezTo>
                  <a:cubicBezTo>
                    <a:pt x="0" y="4"/>
                    <a:pt x="0" y="4"/>
                    <a:pt x="0" y="4"/>
                  </a:cubicBezTo>
                  <a:cubicBezTo>
                    <a:pt x="0" y="2"/>
                    <a:pt x="2" y="0"/>
                    <a:pt x="4" y="1"/>
                  </a:cubicBezTo>
                  <a:close/>
                </a:path>
              </a:pathLst>
            </a:custGeom>
            <a:solidFill>
              <a:srgbClr val="126AAC"/>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59" name="Freeform 20"/>
            <p:cNvSpPr>
              <a:spLocks noEditPoints="1"/>
            </p:cNvSpPr>
            <p:nvPr/>
          </p:nvSpPr>
          <p:spPr bwMode="auto">
            <a:xfrm>
              <a:off x="2590800" y="3160713"/>
              <a:ext cx="338138" cy="173037"/>
            </a:xfrm>
            <a:custGeom>
              <a:avLst/>
              <a:gdLst/>
              <a:ahLst/>
              <a:cxnLst>
                <a:cxn ang="0">
                  <a:pos x="45" y="6"/>
                </a:cxn>
                <a:cxn ang="0">
                  <a:pos x="32" y="15"/>
                </a:cxn>
                <a:cxn ang="0">
                  <a:pos x="45" y="29"/>
                </a:cxn>
                <a:cxn ang="0">
                  <a:pos x="56" y="19"/>
                </a:cxn>
                <a:cxn ang="0">
                  <a:pos x="45" y="6"/>
                </a:cxn>
                <a:cxn ang="0">
                  <a:pos x="79" y="12"/>
                </a:cxn>
                <a:cxn ang="0">
                  <a:pos x="84" y="3"/>
                </a:cxn>
                <a:cxn ang="0">
                  <a:pos x="72" y="0"/>
                </a:cxn>
                <a:cxn ang="0">
                  <a:pos x="74" y="3"/>
                </a:cxn>
                <a:cxn ang="0">
                  <a:pos x="55" y="10"/>
                </a:cxn>
                <a:cxn ang="0">
                  <a:pos x="59" y="16"/>
                </a:cxn>
                <a:cxn ang="0">
                  <a:pos x="77" y="9"/>
                </a:cxn>
                <a:cxn ang="0">
                  <a:pos x="79" y="12"/>
                </a:cxn>
                <a:cxn ang="0">
                  <a:pos x="79" y="12"/>
                </a:cxn>
                <a:cxn ang="0">
                  <a:pos x="81" y="30"/>
                </a:cxn>
                <a:cxn ang="0">
                  <a:pos x="90" y="25"/>
                </a:cxn>
                <a:cxn ang="0">
                  <a:pos x="81" y="17"/>
                </a:cxn>
                <a:cxn ang="0">
                  <a:pos x="81" y="21"/>
                </a:cxn>
                <a:cxn ang="0">
                  <a:pos x="59" y="16"/>
                </a:cxn>
                <a:cxn ang="0">
                  <a:pos x="59" y="23"/>
                </a:cxn>
                <a:cxn ang="0">
                  <a:pos x="81" y="27"/>
                </a:cxn>
                <a:cxn ang="0">
                  <a:pos x="81" y="30"/>
                </a:cxn>
                <a:cxn ang="0">
                  <a:pos x="81" y="30"/>
                </a:cxn>
                <a:cxn ang="0">
                  <a:pos x="77" y="38"/>
                </a:cxn>
                <a:cxn ang="0">
                  <a:pos x="59" y="23"/>
                </a:cxn>
                <a:cxn ang="0">
                  <a:pos x="55" y="29"/>
                </a:cxn>
                <a:cxn ang="0">
                  <a:pos x="74" y="43"/>
                </a:cxn>
                <a:cxn ang="0">
                  <a:pos x="72" y="45"/>
                </a:cxn>
                <a:cxn ang="0">
                  <a:pos x="84" y="46"/>
                </a:cxn>
                <a:cxn ang="0">
                  <a:pos x="79" y="35"/>
                </a:cxn>
                <a:cxn ang="0">
                  <a:pos x="77" y="38"/>
                </a:cxn>
                <a:cxn ang="0">
                  <a:pos x="77" y="38"/>
                </a:cxn>
                <a:cxn ang="0">
                  <a:pos x="22" y="7"/>
                </a:cxn>
                <a:cxn ang="0">
                  <a:pos x="0" y="3"/>
                </a:cxn>
                <a:cxn ang="0">
                  <a:pos x="0" y="11"/>
                </a:cxn>
                <a:cxn ang="0">
                  <a:pos x="22" y="15"/>
                </a:cxn>
                <a:cxn ang="0">
                  <a:pos x="22" y="19"/>
                </a:cxn>
                <a:cxn ang="0">
                  <a:pos x="30" y="13"/>
                </a:cxn>
                <a:cxn ang="0">
                  <a:pos x="22" y="3"/>
                </a:cxn>
                <a:cxn ang="0">
                  <a:pos x="22" y="7"/>
                </a:cxn>
                <a:cxn ang="0">
                  <a:pos x="22" y="7"/>
                </a:cxn>
              </a:cxnLst>
              <a:rect l="0" t="0" r="r" b="b"/>
              <a:pathLst>
                <a:path w="90" h="46">
                  <a:moveTo>
                    <a:pt x="45" y="6"/>
                  </a:moveTo>
                  <a:cubicBezTo>
                    <a:pt x="38" y="5"/>
                    <a:pt x="32" y="9"/>
                    <a:pt x="32" y="15"/>
                  </a:cubicBezTo>
                  <a:cubicBezTo>
                    <a:pt x="32" y="21"/>
                    <a:pt x="38" y="28"/>
                    <a:pt x="45" y="29"/>
                  </a:cubicBezTo>
                  <a:cubicBezTo>
                    <a:pt x="50" y="30"/>
                    <a:pt x="56" y="26"/>
                    <a:pt x="56" y="19"/>
                  </a:cubicBezTo>
                  <a:cubicBezTo>
                    <a:pt x="56" y="14"/>
                    <a:pt x="50" y="7"/>
                    <a:pt x="45" y="6"/>
                  </a:cubicBezTo>
                  <a:close/>
                  <a:moveTo>
                    <a:pt x="79" y="12"/>
                  </a:moveTo>
                  <a:cubicBezTo>
                    <a:pt x="84" y="3"/>
                    <a:pt x="84" y="3"/>
                    <a:pt x="84" y="3"/>
                  </a:cubicBezTo>
                  <a:cubicBezTo>
                    <a:pt x="72" y="0"/>
                    <a:pt x="72" y="0"/>
                    <a:pt x="72" y="0"/>
                  </a:cubicBezTo>
                  <a:cubicBezTo>
                    <a:pt x="74" y="3"/>
                    <a:pt x="74" y="3"/>
                    <a:pt x="74" y="3"/>
                  </a:cubicBezTo>
                  <a:cubicBezTo>
                    <a:pt x="55" y="10"/>
                    <a:pt x="55" y="10"/>
                    <a:pt x="55" y="10"/>
                  </a:cubicBezTo>
                  <a:cubicBezTo>
                    <a:pt x="59" y="16"/>
                    <a:pt x="59" y="16"/>
                    <a:pt x="59" y="16"/>
                  </a:cubicBezTo>
                  <a:cubicBezTo>
                    <a:pt x="77" y="9"/>
                    <a:pt x="77" y="9"/>
                    <a:pt x="77" y="9"/>
                  </a:cubicBezTo>
                  <a:cubicBezTo>
                    <a:pt x="79" y="12"/>
                    <a:pt x="79" y="12"/>
                    <a:pt x="79" y="12"/>
                  </a:cubicBezTo>
                  <a:cubicBezTo>
                    <a:pt x="79" y="12"/>
                    <a:pt x="79" y="12"/>
                    <a:pt x="79" y="12"/>
                  </a:cubicBezTo>
                  <a:close/>
                  <a:moveTo>
                    <a:pt x="81" y="30"/>
                  </a:moveTo>
                  <a:cubicBezTo>
                    <a:pt x="90" y="25"/>
                    <a:pt x="90" y="25"/>
                    <a:pt x="90" y="25"/>
                  </a:cubicBezTo>
                  <a:cubicBezTo>
                    <a:pt x="81" y="17"/>
                    <a:pt x="81" y="17"/>
                    <a:pt x="81" y="17"/>
                  </a:cubicBezTo>
                  <a:cubicBezTo>
                    <a:pt x="81" y="21"/>
                    <a:pt x="81" y="21"/>
                    <a:pt x="81" y="21"/>
                  </a:cubicBezTo>
                  <a:cubicBezTo>
                    <a:pt x="59" y="16"/>
                    <a:pt x="59" y="16"/>
                    <a:pt x="59" y="16"/>
                  </a:cubicBezTo>
                  <a:cubicBezTo>
                    <a:pt x="59" y="23"/>
                    <a:pt x="59" y="23"/>
                    <a:pt x="59" y="23"/>
                  </a:cubicBezTo>
                  <a:cubicBezTo>
                    <a:pt x="81" y="27"/>
                    <a:pt x="81" y="27"/>
                    <a:pt x="81" y="27"/>
                  </a:cubicBezTo>
                  <a:cubicBezTo>
                    <a:pt x="81" y="30"/>
                    <a:pt x="81" y="30"/>
                    <a:pt x="81" y="30"/>
                  </a:cubicBezTo>
                  <a:cubicBezTo>
                    <a:pt x="81" y="30"/>
                    <a:pt x="81" y="30"/>
                    <a:pt x="81" y="30"/>
                  </a:cubicBezTo>
                  <a:close/>
                  <a:moveTo>
                    <a:pt x="77" y="38"/>
                  </a:moveTo>
                  <a:cubicBezTo>
                    <a:pt x="59" y="23"/>
                    <a:pt x="59" y="23"/>
                    <a:pt x="59" y="23"/>
                  </a:cubicBezTo>
                  <a:cubicBezTo>
                    <a:pt x="55" y="29"/>
                    <a:pt x="55" y="29"/>
                    <a:pt x="55" y="29"/>
                  </a:cubicBezTo>
                  <a:cubicBezTo>
                    <a:pt x="74" y="43"/>
                    <a:pt x="74" y="43"/>
                    <a:pt x="74" y="43"/>
                  </a:cubicBezTo>
                  <a:cubicBezTo>
                    <a:pt x="72" y="45"/>
                    <a:pt x="72" y="45"/>
                    <a:pt x="72" y="45"/>
                  </a:cubicBezTo>
                  <a:cubicBezTo>
                    <a:pt x="84" y="46"/>
                    <a:pt x="84" y="46"/>
                    <a:pt x="84" y="46"/>
                  </a:cubicBezTo>
                  <a:cubicBezTo>
                    <a:pt x="79" y="35"/>
                    <a:pt x="79" y="35"/>
                    <a:pt x="79" y="35"/>
                  </a:cubicBezTo>
                  <a:cubicBezTo>
                    <a:pt x="77" y="38"/>
                    <a:pt x="77" y="38"/>
                    <a:pt x="77" y="38"/>
                  </a:cubicBezTo>
                  <a:cubicBezTo>
                    <a:pt x="77" y="38"/>
                    <a:pt x="77" y="38"/>
                    <a:pt x="77" y="38"/>
                  </a:cubicBezTo>
                  <a:close/>
                  <a:moveTo>
                    <a:pt x="22" y="7"/>
                  </a:moveTo>
                  <a:cubicBezTo>
                    <a:pt x="0" y="3"/>
                    <a:pt x="0" y="3"/>
                    <a:pt x="0" y="3"/>
                  </a:cubicBezTo>
                  <a:cubicBezTo>
                    <a:pt x="0" y="11"/>
                    <a:pt x="0" y="11"/>
                    <a:pt x="0" y="11"/>
                  </a:cubicBezTo>
                  <a:cubicBezTo>
                    <a:pt x="22" y="15"/>
                    <a:pt x="22" y="15"/>
                    <a:pt x="22" y="15"/>
                  </a:cubicBezTo>
                  <a:cubicBezTo>
                    <a:pt x="22" y="19"/>
                    <a:pt x="22" y="19"/>
                    <a:pt x="22" y="19"/>
                  </a:cubicBezTo>
                  <a:cubicBezTo>
                    <a:pt x="30" y="13"/>
                    <a:pt x="30" y="13"/>
                    <a:pt x="30" y="13"/>
                  </a:cubicBezTo>
                  <a:cubicBezTo>
                    <a:pt x="22" y="3"/>
                    <a:pt x="22" y="3"/>
                    <a:pt x="22" y="3"/>
                  </a:cubicBezTo>
                  <a:cubicBezTo>
                    <a:pt x="22" y="7"/>
                    <a:pt x="22" y="7"/>
                    <a:pt x="22" y="7"/>
                  </a:cubicBezTo>
                  <a:cubicBezTo>
                    <a:pt x="22" y="7"/>
                    <a:pt x="22" y="7"/>
                    <a:pt x="22" y="7"/>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60" name="Freeform 21"/>
            <p:cNvSpPr>
              <a:spLocks noEditPoints="1"/>
            </p:cNvSpPr>
            <p:nvPr/>
          </p:nvSpPr>
          <p:spPr bwMode="auto">
            <a:xfrm>
              <a:off x="2706688" y="3411538"/>
              <a:ext cx="161925" cy="206375"/>
            </a:xfrm>
            <a:custGeom>
              <a:avLst/>
              <a:gdLst/>
              <a:ahLst/>
              <a:cxnLst>
                <a:cxn ang="0">
                  <a:pos x="43" y="41"/>
                </a:cxn>
                <a:cxn ang="0">
                  <a:pos x="43" y="9"/>
                </a:cxn>
                <a:cxn ang="0">
                  <a:pos x="0" y="0"/>
                </a:cxn>
                <a:cxn ang="0">
                  <a:pos x="0" y="32"/>
                </a:cxn>
                <a:cxn ang="0">
                  <a:pos x="3" y="33"/>
                </a:cxn>
                <a:cxn ang="0">
                  <a:pos x="3" y="36"/>
                </a:cxn>
                <a:cxn ang="0">
                  <a:pos x="0" y="40"/>
                </a:cxn>
                <a:cxn ang="0">
                  <a:pos x="0" y="46"/>
                </a:cxn>
                <a:cxn ang="0">
                  <a:pos x="43" y="55"/>
                </a:cxn>
                <a:cxn ang="0">
                  <a:pos x="43" y="48"/>
                </a:cxn>
                <a:cxn ang="0">
                  <a:pos x="39" y="43"/>
                </a:cxn>
                <a:cxn ang="0">
                  <a:pos x="39" y="40"/>
                </a:cxn>
                <a:cxn ang="0">
                  <a:pos x="43" y="41"/>
                </a:cxn>
                <a:cxn ang="0">
                  <a:pos x="43" y="41"/>
                </a:cxn>
                <a:cxn ang="0">
                  <a:pos x="37" y="32"/>
                </a:cxn>
                <a:cxn ang="0">
                  <a:pos x="36" y="33"/>
                </a:cxn>
                <a:cxn ang="0">
                  <a:pos x="6" y="27"/>
                </a:cxn>
                <a:cxn ang="0">
                  <a:pos x="5" y="26"/>
                </a:cxn>
                <a:cxn ang="0">
                  <a:pos x="5" y="7"/>
                </a:cxn>
                <a:cxn ang="0">
                  <a:pos x="6" y="6"/>
                </a:cxn>
                <a:cxn ang="0">
                  <a:pos x="36" y="12"/>
                </a:cxn>
                <a:cxn ang="0">
                  <a:pos x="37" y="13"/>
                </a:cxn>
                <a:cxn ang="0">
                  <a:pos x="37" y="32"/>
                </a:cxn>
                <a:cxn ang="0">
                  <a:pos x="37" y="32"/>
                </a:cxn>
              </a:cxnLst>
              <a:rect l="0" t="0" r="r" b="b"/>
              <a:pathLst>
                <a:path w="43" h="55">
                  <a:moveTo>
                    <a:pt x="43" y="41"/>
                  </a:moveTo>
                  <a:cubicBezTo>
                    <a:pt x="43" y="9"/>
                    <a:pt x="43" y="9"/>
                    <a:pt x="43" y="9"/>
                  </a:cubicBezTo>
                  <a:cubicBezTo>
                    <a:pt x="0" y="0"/>
                    <a:pt x="0" y="0"/>
                    <a:pt x="0" y="0"/>
                  </a:cubicBezTo>
                  <a:cubicBezTo>
                    <a:pt x="0" y="32"/>
                    <a:pt x="0" y="32"/>
                    <a:pt x="0" y="32"/>
                  </a:cubicBezTo>
                  <a:cubicBezTo>
                    <a:pt x="3" y="33"/>
                    <a:pt x="3" y="33"/>
                    <a:pt x="3" y="33"/>
                  </a:cubicBezTo>
                  <a:cubicBezTo>
                    <a:pt x="3" y="36"/>
                    <a:pt x="3" y="36"/>
                    <a:pt x="3" y="36"/>
                  </a:cubicBezTo>
                  <a:cubicBezTo>
                    <a:pt x="0" y="40"/>
                    <a:pt x="0" y="40"/>
                    <a:pt x="0" y="40"/>
                  </a:cubicBezTo>
                  <a:cubicBezTo>
                    <a:pt x="0" y="46"/>
                    <a:pt x="0" y="46"/>
                    <a:pt x="0" y="46"/>
                  </a:cubicBezTo>
                  <a:cubicBezTo>
                    <a:pt x="43" y="55"/>
                    <a:pt x="43" y="55"/>
                    <a:pt x="43" y="55"/>
                  </a:cubicBezTo>
                  <a:cubicBezTo>
                    <a:pt x="43" y="48"/>
                    <a:pt x="43" y="48"/>
                    <a:pt x="43" y="48"/>
                  </a:cubicBezTo>
                  <a:cubicBezTo>
                    <a:pt x="39" y="43"/>
                    <a:pt x="39" y="43"/>
                    <a:pt x="39" y="43"/>
                  </a:cubicBezTo>
                  <a:cubicBezTo>
                    <a:pt x="39" y="40"/>
                    <a:pt x="39" y="40"/>
                    <a:pt x="39" y="40"/>
                  </a:cubicBezTo>
                  <a:cubicBezTo>
                    <a:pt x="43" y="41"/>
                    <a:pt x="43" y="41"/>
                    <a:pt x="43" y="41"/>
                  </a:cubicBezTo>
                  <a:cubicBezTo>
                    <a:pt x="43" y="41"/>
                    <a:pt x="43" y="41"/>
                    <a:pt x="43" y="41"/>
                  </a:cubicBezTo>
                  <a:close/>
                  <a:moveTo>
                    <a:pt x="37" y="32"/>
                  </a:moveTo>
                  <a:cubicBezTo>
                    <a:pt x="37" y="33"/>
                    <a:pt x="36" y="33"/>
                    <a:pt x="36" y="33"/>
                  </a:cubicBezTo>
                  <a:cubicBezTo>
                    <a:pt x="6" y="27"/>
                    <a:pt x="6" y="27"/>
                    <a:pt x="6" y="27"/>
                  </a:cubicBezTo>
                  <a:cubicBezTo>
                    <a:pt x="5" y="27"/>
                    <a:pt x="5" y="27"/>
                    <a:pt x="5" y="26"/>
                  </a:cubicBezTo>
                  <a:cubicBezTo>
                    <a:pt x="5" y="7"/>
                    <a:pt x="5" y="7"/>
                    <a:pt x="5" y="7"/>
                  </a:cubicBezTo>
                  <a:cubicBezTo>
                    <a:pt x="5" y="6"/>
                    <a:pt x="5" y="6"/>
                    <a:pt x="6" y="6"/>
                  </a:cubicBezTo>
                  <a:cubicBezTo>
                    <a:pt x="36" y="12"/>
                    <a:pt x="36" y="12"/>
                    <a:pt x="36" y="12"/>
                  </a:cubicBezTo>
                  <a:cubicBezTo>
                    <a:pt x="36" y="12"/>
                    <a:pt x="37" y="12"/>
                    <a:pt x="37" y="13"/>
                  </a:cubicBezTo>
                  <a:cubicBezTo>
                    <a:pt x="37" y="32"/>
                    <a:pt x="37" y="32"/>
                    <a:pt x="37" y="32"/>
                  </a:cubicBezTo>
                  <a:cubicBezTo>
                    <a:pt x="37" y="32"/>
                    <a:pt x="37" y="32"/>
                    <a:pt x="37" y="32"/>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61" name="Freeform 22"/>
            <p:cNvSpPr>
              <a:spLocks/>
            </p:cNvSpPr>
            <p:nvPr/>
          </p:nvSpPr>
          <p:spPr bwMode="auto">
            <a:xfrm>
              <a:off x="2643188" y="3400425"/>
              <a:ext cx="44450" cy="180975"/>
            </a:xfrm>
            <a:custGeom>
              <a:avLst/>
              <a:gdLst/>
              <a:ahLst/>
              <a:cxnLst>
                <a:cxn ang="0">
                  <a:pos x="4" y="1"/>
                </a:cxn>
                <a:cxn ang="0">
                  <a:pos x="12" y="2"/>
                </a:cxn>
                <a:cxn ang="0">
                  <a:pos x="12" y="10"/>
                </a:cxn>
                <a:cxn ang="0">
                  <a:pos x="5" y="9"/>
                </a:cxn>
                <a:cxn ang="0">
                  <a:pos x="5" y="39"/>
                </a:cxn>
                <a:cxn ang="0">
                  <a:pos x="12" y="40"/>
                </a:cxn>
                <a:cxn ang="0">
                  <a:pos x="12" y="48"/>
                </a:cxn>
                <a:cxn ang="0">
                  <a:pos x="4" y="46"/>
                </a:cxn>
                <a:cxn ang="0">
                  <a:pos x="1" y="44"/>
                </a:cxn>
                <a:cxn ang="0">
                  <a:pos x="0" y="41"/>
                </a:cxn>
                <a:cxn ang="0">
                  <a:pos x="0" y="4"/>
                </a:cxn>
                <a:cxn ang="0">
                  <a:pos x="4" y="1"/>
                </a:cxn>
              </a:cxnLst>
              <a:rect l="0" t="0" r="r" b="b"/>
              <a:pathLst>
                <a:path w="12" h="48">
                  <a:moveTo>
                    <a:pt x="4" y="1"/>
                  </a:moveTo>
                  <a:cubicBezTo>
                    <a:pt x="4" y="1"/>
                    <a:pt x="10" y="2"/>
                    <a:pt x="12" y="2"/>
                  </a:cubicBezTo>
                  <a:cubicBezTo>
                    <a:pt x="12" y="10"/>
                    <a:pt x="12" y="10"/>
                    <a:pt x="12" y="10"/>
                  </a:cubicBezTo>
                  <a:cubicBezTo>
                    <a:pt x="11" y="10"/>
                    <a:pt x="5" y="9"/>
                    <a:pt x="5" y="9"/>
                  </a:cubicBezTo>
                  <a:cubicBezTo>
                    <a:pt x="5" y="39"/>
                    <a:pt x="5" y="39"/>
                    <a:pt x="5" y="39"/>
                  </a:cubicBezTo>
                  <a:cubicBezTo>
                    <a:pt x="5" y="39"/>
                    <a:pt x="10" y="40"/>
                    <a:pt x="12" y="40"/>
                  </a:cubicBezTo>
                  <a:cubicBezTo>
                    <a:pt x="12" y="48"/>
                    <a:pt x="12" y="48"/>
                    <a:pt x="12" y="48"/>
                  </a:cubicBezTo>
                  <a:cubicBezTo>
                    <a:pt x="11" y="48"/>
                    <a:pt x="4" y="46"/>
                    <a:pt x="4" y="46"/>
                  </a:cubicBezTo>
                  <a:cubicBezTo>
                    <a:pt x="3" y="46"/>
                    <a:pt x="2" y="45"/>
                    <a:pt x="1" y="44"/>
                  </a:cubicBezTo>
                  <a:cubicBezTo>
                    <a:pt x="0" y="43"/>
                    <a:pt x="0" y="42"/>
                    <a:pt x="0" y="41"/>
                  </a:cubicBezTo>
                  <a:cubicBezTo>
                    <a:pt x="0" y="4"/>
                    <a:pt x="0" y="4"/>
                    <a:pt x="0" y="4"/>
                  </a:cubicBezTo>
                  <a:cubicBezTo>
                    <a:pt x="0" y="2"/>
                    <a:pt x="2" y="0"/>
                    <a:pt x="4" y="1"/>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62" name="Freeform 23"/>
            <p:cNvSpPr>
              <a:spLocks/>
            </p:cNvSpPr>
            <p:nvPr/>
          </p:nvSpPr>
          <p:spPr bwMode="auto">
            <a:xfrm>
              <a:off x="2081213" y="2354263"/>
              <a:ext cx="1682750" cy="581025"/>
            </a:xfrm>
            <a:custGeom>
              <a:avLst/>
              <a:gdLst/>
              <a:ahLst/>
              <a:cxnLst>
                <a:cxn ang="0">
                  <a:pos x="796" y="366"/>
                </a:cxn>
                <a:cxn ang="0">
                  <a:pos x="0" y="229"/>
                </a:cxn>
                <a:cxn ang="0">
                  <a:pos x="264" y="0"/>
                </a:cxn>
                <a:cxn ang="0">
                  <a:pos x="1060" y="135"/>
                </a:cxn>
                <a:cxn ang="0">
                  <a:pos x="796" y="366"/>
                </a:cxn>
                <a:cxn ang="0">
                  <a:pos x="796" y="366"/>
                </a:cxn>
                <a:cxn ang="0">
                  <a:pos x="796" y="366"/>
                </a:cxn>
              </a:cxnLst>
              <a:rect l="0" t="0" r="r" b="b"/>
              <a:pathLst>
                <a:path w="1060" h="366">
                  <a:moveTo>
                    <a:pt x="796" y="366"/>
                  </a:moveTo>
                  <a:lnTo>
                    <a:pt x="0" y="229"/>
                  </a:lnTo>
                  <a:lnTo>
                    <a:pt x="264" y="0"/>
                  </a:lnTo>
                  <a:lnTo>
                    <a:pt x="1060" y="135"/>
                  </a:lnTo>
                  <a:lnTo>
                    <a:pt x="796" y="366"/>
                  </a:lnTo>
                  <a:lnTo>
                    <a:pt x="796" y="366"/>
                  </a:lnTo>
                  <a:lnTo>
                    <a:pt x="796" y="366"/>
                  </a:lnTo>
                  <a:close/>
                </a:path>
              </a:pathLst>
            </a:custGeom>
            <a:solidFill>
              <a:srgbClr val="C1E5F3"/>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364" name="组合 363"/>
          <p:cNvGrpSpPr/>
          <p:nvPr/>
        </p:nvGrpSpPr>
        <p:grpSpPr>
          <a:xfrm>
            <a:off x="847873" y="3462344"/>
            <a:ext cx="764381" cy="710854"/>
            <a:chOff x="5112694" y="3403600"/>
            <a:chExt cx="782638" cy="708025"/>
          </a:xfrm>
        </p:grpSpPr>
        <p:sp>
          <p:nvSpPr>
            <p:cNvPr id="365" name="Freeform 70"/>
            <p:cNvSpPr>
              <a:spLocks/>
            </p:cNvSpPr>
            <p:nvPr/>
          </p:nvSpPr>
          <p:spPr bwMode="auto">
            <a:xfrm>
              <a:off x="5112694" y="3565525"/>
              <a:ext cx="782638" cy="546100"/>
            </a:xfrm>
            <a:custGeom>
              <a:avLst/>
              <a:gdLst/>
              <a:ahLst/>
              <a:cxnLst>
                <a:cxn ang="0">
                  <a:pos x="246" y="120"/>
                </a:cxn>
                <a:cxn ang="0">
                  <a:pos x="246" y="0"/>
                </a:cxn>
                <a:cxn ang="0">
                  <a:pos x="0" y="0"/>
                </a:cxn>
                <a:cxn ang="0">
                  <a:pos x="0" y="120"/>
                </a:cxn>
                <a:cxn ang="0">
                  <a:pos x="0" y="122"/>
                </a:cxn>
                <a:cxn ang="0">
                  <a:pos x="123" y="172"/>
                </a:cxn>
                <a:cxn ang="0">
                  <a:pos x="246" y="122"/>
                </a:cxn>
                <a:cxn ang="0">
                  <a:pos x="246" y="120"/>
                </a:cxn>
              </a:cxnLst>
              <a:rect l="0" t="0" r="r" b="b"/>
              <a:pathLst>
                <a:path w="246" h="172">
                  <a:moveTo>
                    <a:pt x="246" y="120"/>
                  </a:moveTo>
                  <a:cubicBezTo>
                    <a:pt x="246" y="0"/>
                    <a:pt x="246" y="0"/>
                    <a:pt x="246" y="0"/>
                  </a:cubicBezTo>
                  <a:cubicBezTo>
                    <a:pt x="0" y="0"/>
                    <a:pt x="0" y="0"/>
                    <a:pt x="0" y="0"/>
                  </a:cubicBezTo>
                  <a:cubicBezTo>
                    <a:pt x="0" y="120"/>
                    <a:pt x="0" y="120"/>
                    <a:pt x="0" y="120"/>
                  </a:cubicBezTo>
                  <a:cubicBezTo>
                    <a:pt x="0" y="121"/>
                    <a:pt x="0" y="121"/>
                    <a:pt x="0" y="122"/>
                  </a:cubicBezTo>
                  <a:cubicBezTo>
                    <a:pt x="0" y="144"/>
                    <a:pt x="55" y="172"/>
                    <a:pt x="123" y="172"/>
                  </a:cubicBezTo>
                  <a:cubicBezTo>
                    <a:pt x="191" y="172"/>
                    <a:pt x="246" y="144"/>
                    <a:pt x="246" y="122"/>
                  </a:cubicBezTo>
                  <a:cubicBezTo>
                    <a:pt x="246" y="121"/>
                    <a:pt x="246" y="121"/>
                    <a:pt x="246" y="120"/>
                  </a:cubicBezTo>
                  <a:close/>
                </a:path>
              </a:pathLst>
            </a:custGeom>
            <a:solidFill>
              <a:srgbClr val="22A3DD"/>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66" name="Oval 71"/>
            <p:cNvSpPr>
              <a:spLocks noChangeArrowheads="1"/>
            </p:cNvSpPr>
            <p:nvPr/>
          </p:nvSpPr>
          <p:spPr bwMode="auto">
            <a:xfrm>
              <a:off x="5112694" y="3403600"/>
              <a:ext cx="782638" cy="320675"/>
            </a:xfrm>
            <a:prstGeom prst="ellipse">
              <a:avLst/>
            </a:prstGeom>
            <a:solidFill>
              <a:srgbClr val="22A3DD"/>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67" name="Freeform 72"/>
            <p:cNvSpPr>
              <a:spLocks/>
            </p:cNvSpPr>
            <p:nvPr/>
          </p:nvSpPr>
          <p:spPr bwMode="auto">
            <a:xfrm>
              <a:off x="5131744" y="3616325"/>
              <a:ext cx="744538" cy="107950"/>
            </a:xfrm>
            <a:custGeom>
              <a:avLst/>
              <a:gdLst/>
              <a:ahLst/>
              <a:cxnLst>
                <a:cxn ang="0">
                  <a:pos x="117" y="28"/>
                </a:cxn>
                <a:cxn ang="0">
                  <a:pos x="0" y="0"/>
                </a:cxn>
                <a:cxn ang="0">
                  <a:pos x="117" y="34"/>
                </a:cxn>
                <a:cxn ang="0">
                  <a:pos x="234" y="0"/>
                </a:cxn>
                <a:cxn ang="0">
                  <a:pos x="117" y="28"/>
                </a:cxn>
              </a:cxnLst>
              <a:rect l="0" t="0" r="r" b="b"/>
              <a:pathLst>
                <a:path w="234" h="34">
                  <a:moveTo>
                    <a:pt x="117" y="28"/>
                  </a:moveTo>
                  <a:cubicBezTo>
                    <a:pt x="66" y="28"/>
                    <a:pt x="22" y="17"/>
                    <a:pt x="0" y="0"/>
                  </a:cubicBezTo>
                  <a:cubicBezTo>
                    <a:pt x="17" y="20"/>
                    <a:pt x="63" y="34"/>
                    <a:pt x="117" y="34"/>
                  </a:cubicBezTo>
                  <a:cubicBezTo>
                    <a:pt x="171" y="34"/>
                    <a:pt x="217" y="20"/>
                    <a:pt x="234" y="0"/>
                  </a:cubicBezTo>
                  <a:cubicBezTo>
                    <a:pt x="212" y="17"/>
                    <a:pt x="168" y="28"/>
                    <a:pt x="117" y="28"/>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68" name="Freeform 73"/>
            <p:cNvSpPr>
              <a:spLocks noEditPoints="1"/>
            </p:cNvSpPr>
            <p:nvPr/>
          </p:nvSpPr>
          <p:spPr bwMode="auto">
            <a:xfrm>
              <a:off x="5319069" y="3476625"/>
              <a:ext cx="373063" cy="174625"/>
            </a:xfrm>
            <a:custGeom>
              <a:avLst/>
              <a:gdLst/>
              <a:ahLst/>
              <a:cxnLst>
                <a:cxn ang="0">
                  <a:pos x="0" y="0"/>
                </a:cxn>
                <a:cxn ang="0">
                  <a:pos x="235" y="2"/>
                </a:cxn>
                <a:cxn ang="0">
                  <a:pos x="143" y="56"/>
                </a:cxn>
                <a:cxn ang="0">
                  <a:pos x="235" y="110"/>
                </a:cxn>
                <a:cxn ang="0">
                  <a:pos x="0" y="110"/>
                </a:cxn>
                <a:cxn ang="0">
                  <a:pos x="100" y="56"/>
                </a:cxn>
                <a:cxn ang="0">
                  <a:pos x="0" y="0"/>
                </a:cxn>
                <a:cxn ang="0">
                  <a:pos x="62" y="94"/>
                </a:cxn>
                <a:cxn ang="0">
                  <a:pos x="175" y="96"/>
                </a:cxn>
                <a:cxn ang="0">
                  <a:pos x="120" y="66"/>
                </a:cxn>
                <a:cxn ang="0">
                  <a:pos x="62" y="94"/>
                </a:cxn>
                <a:cxn ang="0">
                  <a:pos x="62" y="16"/>
                </a:cxn>
                <a:cxn ang="0">
                  <a:pos x="175" y="16"/>
                </a:cxn>
                <a:cxn ang="0">
                  <a:pos x="120" y="46"/>
                </a:cxn>
                <a:cxn ang="0">
                  <a:pos x="62" y="16"/>
                </a:cxn>
              </a:cxnLst>
              <a:rect l="0" t="0" r="r" b="b"/>
              <a:pathLst>
                <a:path w="235" h="110">
                  <a:moveTo>
                    <a:pt x="0" y="0"/>
                  </a:moveTo>
                  <a:lnTo>
                    <a:pt x="235" y="2"/>
                  </a:lnTo>
                  <a:lnTo>
                    <a:pt x="143" y="56"/>
                  </a:lnTo>
                  <a:lnTo>
                    <a:pt x="235" y="110"/>
                  </a:lnTo>
                  <a:lnTo>
                    <a:pt x="0" y="110"/>
                  </a:lnTo>
                  <a:lnTo>
                    <a:pt x="100" y="56"/>
                  </a:lnTo>
                  <a:lnTo>
                    <a:pt x="0" y="0"/>
                  </a:lnTo>
                  <a:close/>
                  <a:moveTo>
                    <a:pt x="62" y="94"/>
                  </a:moveTo>
                  <a:lnTo>
                    <a:pt x="175" y="96"/>
                  </a:lnTo>
                  <a:lnTo>
                    <a:pt x="120" y="66"/>
                  </a:lnTo>
                  <a:lnTo>
                    <a:pt x="62" y="94"/>
                  </a:lnTo>
                  <a:close/>
                  <a:moveTo>
                    <a:pt x="62" y="16"/>
                  </a:moveTo>
                  <a:lnTo>
                    <a:pt x="175" y="16"/>
                  </a:lnTo>
                  <a:lnTo>
                    <a:pt x="120" y="46"/>
                  </a:lnTo>
                  <a:lnTo>
                    <a:pt x="62" y="16"/>
                  </a:lnTo>
                  <a:close/>
                </a:path>
              </a:pathLst>
            </a:custGeom>
            <a:solidFill>
              <a:srgbClr val="126AAC"/>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69" name="Freeform 74"/>
            <p:cNvSpPr>
              <a:spLocks/>
            </p:cNvSpPr>
            <p:nvPr/>
          </p:nvSpPr>
          <p:spPr bwMode="auto">
            <a:xfrm>
              <a:off x="5274619" y="3778250"/>
              <a:ext cx="203200" cy="279400"/>
            </a:xfrm>
            <a:custGeom>
              <a:avLst/>
              <a:gdLst/>
              <a:ahLst/>
              <a:cxnLst>
                <a:cxn ang="0">
                  <a:pos x="64" y="84"/>
                </a:cxn>
                <a:cxn ang="0">
                  <a:pos x="54" y="87"/>
                </a:cxn>
                <a:cxn ang="0">
                  <a:pos x="44" y="88"/>
                </a:cxn>
                <a:cxn ang="0">
                  <a:pos x="26" y="85"/>
                </a:cxn>
                <a:cxn ang="0">
                  <a:pos x="12" y="76"/>
                </a:cxn>
                <a:cxn ang="0">
                  <a:pos x="3" y="62"/>
                </a:cxn>
                <a:cxn ang="0">
                  <a:pos x="0" y="44"/>
                </a:cxn>
                <a:cxn ang="0">
                  <a:pos x="3" y="26"/>
                </a:cxn>
                <a:cxn ang="0">
                  <a:pos x="12" y="12"/>
                </a:cxn>
                <a:cxn ang="0">
                  <a:pos x="26" y="3"/>
                </a:cxn>
                <a:cxn ang="0">
                  <a:pos x="44" y="0"/>
                </a:cxn>
                <a:cxn ang="0">
                  <a:pos x="54" y="0"/>
                </a:cxn>
                <a:cxn ang="0">
                  <a:pos x="64" y="3"/>
                </a:cxn>
                <a:cxn ang="0">
                  <a:pos x="63" y="12"/>
                </a:cxn>
                <a:cxn ang="0">
                  <a:pos x="54" y="9"/>
                </a:cxn>
                <a:cxn ang="0">
                  <a:pos x="44" y="8"/>
                </a:cxn>
                <a:cxn ang="0">
                  <a:pos x="30" y="11"/>
                </a:cxn>
                <a:cxn ang="0">
                  <a:pos x="20" y="18"/>
                </a:cxn>
                <a:cxn ang="0">
                  <a:pos x="13" y="30"/>
                </a:cxn>
                <a:cxn ang="0">
                  <a:pos x="11" y="44"/>
                </a:cxn>
                <a:cxn ang="0">
                  <a:pos x="13" y="58"/>
                </a:cxn>
                <a:cxn ang="0">
                  <a:pos x="19" y="69"/>
                </a:cxn>
                <a:cxn ang="0">
                  <a:pos x="30" y="77"/>
                </a:cxn>
                <a:cxn ang="0">
                  <a:pos x="44" y="79"/>
                </a:cxn>
                <a:cxn ang="0">
                  <a:pos x="54" y="78"/>
                </a:cxn>
                <a:cxn ang="0">
                  <a:pos x="64" y="75"/>
                </a:cxn>
                <a:cxn ang="0">
                  <a:pos x="64" y="84"/>
                </a:cxn>
              </a:cxnLst>
              <a:rect l="0" t="0" r="r" b="b"/>
              <a:pathLst>
                <a:path w="64" h="88">
                  <a:moveTo>
                    <a:pt x="64" y="84"/>
                  </a:moveTo>
                  <a:cubicBezTo>
                    <a:pt x="61" y="85"/>
                    <a:pt x="58" y="86"/>
                    <a:pt x="54" y="87"/>
                  </a:cubicBezTo>
                  <a:cubicBezTo>
                    <a:pt x="51" y="88"/>
                    <a:pt x="47" y="88"/>
                    <a:pt x="44" y="88"/>
                  </a:cubicBezTo>
                  <a:cubicBezTo>
                    <a:pt x="37" y="88"/>
                    <a:pt x="31" y="87"/>
                    <a:pt x="26" y="85"/>
                  </a:cubicBezTo>
                  <a:cubicBezTo>
                    <a:pt x="20" y="83"/>
                    <a:pt x="16" y="80"/>
                    <a:pt x="12" y="76"/>
                  </a:cubicBezTo>
                  <a:cubicBezTo>
                    <a:pt x="8" y="72"/>
                    <a:pt x="5" y="67"/>
                    <a:pt x="3" y="62"/>
                  </a:cubicBezTo>
                  <a:cubicBezTo>
                    <a:pt x="1" y="56"/>
                    <a:pt x="0" y="50"/>
                    <a:pt x="0" y="44"/>
                  </a:cubicBezTo>
                  <a:cubicBezTo>
                    <a:pt x="0" y="37"/>
                    <a:pt x="1" y="31"/>
                    <a:pt x="3" y="26"/>
                  </a:cubicBezTo>
                  <a:cubicBezTo>
                    <a:pt x="5" y="21"/>
                    <a:pt x="8" y="16"/>
                    <a:pt x="12" y="12"/>
                  </a:cubicBezTo>
                  <a:cubicBezTo>
                    <a:pt x="16" y="8"/>
                    <a:pt x="21" y="5"/>
                    <a:pt x="26" y="3"/>
                  </a:cubicBezTo>
                  <a:cubicBezTo>
                    <a:pt x="31" y="1"/>
                    <a:pt x="37" y="0"/>
                    <a:pt x="44" y="0"/>
                  </a:cubicBezTo>
                  <a:cubicBezTo>
                    <a:pt x="47" y="0"/>
                    <a:pt x="50" y="0"/>
                    <a:pt x="54" y="0"/>
                  </a:cubicBezTo>
                  <a:cubicBezTo>
                    <a:pt x="58" y="1"/>
                    <a:pt x="61" y="2"/>
                    <a:pt x="64" y="3"/>
                  </a:cubicBezTo>
                  <a:cubicBezTo>
                    <a:pt x="63" y="12"/>
                    <a:pt x="63" y="12"/>
                    <a:pt x="63" y="12"/>
                  </a:cubicBezTo>
                  <a:cubicBezTo>
                    <a:pt x="61" y="11"/>
                    <a:pt x="57" y="10"/>
                    <a:pt x="54" y="9"/>
                  </a:cubicBezTo>
                  <a:cubicBezTo>
                    <a:pt x="51" y="9"/>
                    <a:pt x="47" y="8"/>
                    <a:pt x="44" y="8"/>
                  </a:cubicBezTo>
                  <a:cubicBezTo>
                    <a:pt x="39" y="8"/>
                    <a:pt x="34" y="9"/>
                    <a:pt x="30" y="11"/>
                  </a:cubicBezTo>
                  <a:cubicBezTo>
                    <a:pt x="26" y="13"/>
                    <a:pt x="22" y="15"/>
                    <a:pt x="20" y="18"/>
                  </a:cubicBezTo>
                  <a:cubicBezTo>
                    <a:pt x="17" y="22"/>
                    <a:pt x="14" y="25"/>
                    <a:pt x="13" y="30"/>
                  </a:cubicBezTo>
                  <a:cubicBezTo>
                    <a:pt x="11" y="34"/>
                    <a:pt x="11" y="39"/>
                    <a:pt x="11" y="44"/>
                  </a:cubicBezTo>
                  <a:cubicBezTo>
                    <a:pt x="11" y="49"/>
                    <a:pt x="11" y="54"/>
                    <a:pt x="13" y="58"/>
                  </a:cubicBezTo>
                  <a:cubicBezTo>
                    <a:pt x="14" y="62"/>
                    <a:pt x="17" y="66"/>
                    <a:pt x="19" y="69"/>
                  </a:cubicBezTo>
                  <a:cubicBezTo>
                    <a:pt x="22" y="72"/>
                    <a:pt x="26" y="75"/>
                    <a:pt x="30" y="77"/>
                  </a:cubicBezTo>
                  <a:cubicBezTo>
                    <a:pt x="34" y="78"/>
                    <a:pt x="39" y="79"/>
                    <a:pt x="44" y="79"/>
                  </a:cubicBezTo>
                  <a:cubicBezTo>
                    <a:pt x="48" y="79"/>
                    <a:pt x="51" y="79"/>
                    <a:pt x="54" y="78"/>
                  </a:cubicBezTo>
                  <a:cubicBezTo>
                    <a:pt x="57" y="78"/>
                    <a:pt x="61" y="77"/>
                    <a:pt x="64" y="75"/>
                  </a:cubicBezTo>
                  <a:lnTo>
                    <a:pt x="64" y="84"/>
                  </a:lnTo>
                  <a:close/>
                </a:path>
              </a:pathLst>
            </a:custGeom>
            <a:solidFill>
              <a:srgbClr val="126AAC"/>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70" name="Freeform 75"/>
            <p:cNvSpPr>
              <a:spLocks/>
            </p:cNvSpPr>
            <p:nvPr/>
          </p:nvSpPr>
          <p:spPr bwMode="auto">
            <a:xfrm>
              <a:off x="5496869" y="3781425"/>
              <a:ext cx="239713" cy="269875"/>
            </a:xfrm>
            <a:custGeom>
              <a:avLst/>
              <a:gdLst/>
              <a:ahLst/>
              <a:cxnLst>
                <a:cxn ang="0">
                  <a:pos x="127" y="170"/>
                </a:cxn>
                <a:cxn ang="0">
                  <a:pos x="77" y="94"/>
                </a:cxn>
                <a:cxn ang="0">
                  <a:pos x="22" y="170"/>
                </a:cxn>
                <a:cxn ang="0">
                  <a:pos x="0" y="170"/>
                </a:cxn>
                <a:cxn ang="0">
                  <a:pos x="65" y="80"/>
                </a:cxn>
                <a:cxn ang="0">
                  <a:pos x="6" y="0"/>
                </a:cxn>
                <a:cxn ang="0">
                  <a:pos x="31" y="0"/>
                </a:cxn>
                <a:cxn ang="0">
                  <a:pos x="77" y="68"/>
                </a:cxn>
                <a:cxn ang="0">
                  <a:pos x="123" y="0"/>
                </a:cxn>
                <a:cxn ang="0">
                  <a:pos x="145" y="0"/>
                </a:cxn>
                <a:cxn ang="0">
                  <a:pos x="89" y="80"/>
                </a:cxn>
                <a:cxn ang="0">
                  <a:pos x="151" y="170"/>
                </a:cxn>
                <a:cxn ang="0">
                  <a:pos x="127" y="170"/>
                </a:cxn>
              </a:cxnLst>
              <a:rect l="0" t="0" r="r" b="b"/>
              <a:pathLst>
                <a:path w="151" h="170">
                  <a:moveTo>
                    <a:pt x="127" y="170"/>
                  </a:moveTo>
                  <a:lnTo>
                    <a:pt x="77" y="94"/>
                  </a:lnTo>
                  <a:lnTo>
                    <a:pt x="22" y="170"/>
                  </a:lnTo>
                  <a:lnTo>
                    <a:pt x="0" y="170"/>
                  </a:lnTo>
                  <a:lnTo>
                    <a:pt x="65" y="80"/>
                  </a:lnTo>
                  <a:lnTo>
                    <a:pt x="6" y="0"/>
                  </a:lnTo>
                  <a:lnTo>
                    <a:pt x="31" y="0"/>
                  </a:lnTo>
                  <a:lnTo>
                    <a:pt x="77" y="68"/>
                  </a:lnTo>
                  <a:lnTo>
                    <a:pt x="123" y="0"/>
                  </a:lnTo>
                  <a:lnTo>
                    <a:pt x="145" y="0"/>
                  </a:lnTo>
                  <a:lnTo>
                    <a:pt x="89" y="80"/>
                  </a:lnTo>
                  <a:lnTo>
                    <a:pt x="151" y="170"/>
                  </a:lnTo>
                  <a:lnTo>
                    <a:pt x="127" y="170"/>
                  </a:lnTo>
                  <a:close/>
                </a:path>
              </a:pathLst>
            </a:custGeom>
            <a:solidFill>
              <a:srgbClr val="126AAC"/>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71" name="Freeform 76"/>
            <p:cNvSpPr>
              <a:spLocks noEditPoints="1"/>
            </p:cNvSpPr>
            <p:nvPr/>
          </p:nvSpPr>
          <p:spPr bwMode="auto">
            <a:xfrm>
              <a:off x="5306369" y="3460750"/>
              <a:ext cx="369888" cy="177800"/>
            </a:xfrm>
            <a:custGeom>
              <a:avLst/>
              <a:gdLst/>
              <a:ahLst/>
              <a:cxnLst>
                <a:cxn ang="0">
                  <a:pos x="0" y="0"/>
                </a:cxn>
                <a:cxn ang="0">
                  <a:pos x="233" y="2"/>
                </a:cxn>
                <a:cxn ang="0">
                  <a:pos x="142" y="56"/>
                </a:cxn>
                <a:cxn ang="0">
                  <a:pos x="233" y="112"/>
                </a:cxn>
                <a:cxn ang="0">
                  <a:pos x="0" y="110"/>
                </a:cxn>
                <a:cxn ang="0">
                  <a:pos x="100" y="56"/>
                </a:cxn>
                <a:cxn ang="0">
                  <a:pos x="0" y="0"/>
                </a:cxn>
                <a:cxn ang="0">
                  <a:pos x="60" y="96"/>
                </a:cxn>
                <a:cxn ang="0">
                  <a:pos x="175" y="96"/>
                </a:cxn>
                <a:cxn ang="0">
                  <a:pos x="120" y="66"/>
                </a:cxn>
                <a:cxn ang="0">
                  <a:pos x="60" y="96"/>
                </a:cxn>
                <a:cxn ang="0">
                  <a:pos x="60" y="16"/>
                </a:cxn>
                <a:cxn ang="0">
                  <a:pos x="175" y="16"/>
                </a:cxn>
                <a:cxn ang="0">
                  <a:pos x="120" y="46"/>
                </a:cxn>
                <a:cxn ang="0">
                  <a:pos x="60" y="16"/>
                </a:cxn>
              </a:cxnLst>
              <a:rect l="0" t="0" r="r" b="b"/>
              <a:pathLst>
                <a:path w="233" h="112">
                  <a:moveTo>
                    <a:pt x="0" y="0"/>
                  </a:moveTo>
                  <a:lnTo>
                    <a:pt x="233" y="2"/>
                  </a:lnTo>
                  <a:lnTo>
                    <a:pt x="142" y="56"/>
                  </a:lnTo>
                  <a:lnTo>
                    <a:pt x="233" y="112"/>
                  </a:lnTo>
                  <a:lnTo>
                    <a:pt x="0" y="110"/>
                  </a:lnTo>
                  <a:lnTo>
                    <a:pt x="100" y="56"/>
                  </a:lnTo>
                  <a:lnTo>
                    <a:pt x="0" y="0"/>
                  </a:lnTo>
                  <a:close/>
                  <a:moveTo>
                    <a:pt x="60" y="96"/>
                  </a:moveTo>
                  <a:lnTo>
                    <a:pt x="175" y="96"/>
                  </a:lnTo>
                  <a:lnTo>
                    <a:pt x="120" y="66"/>
                  </a:lnTo>
                  <a:lnTo>
                    <a:pt x="60" y="96"/>
                  </a:lnTo>
                  <a:close/>
                  <a:moveTo>
                    <a:pt x="60" y="16"/>
                  </a:moveTo>
                  <a:lnTo>
                    <a:pt x="175" y="16"/>
                  </a:lnTo>
                  <a:lnTo>
                    <a:pt x="120" y="46"/>
                  </a:lnTo>
                  <a:lnTo>
                    <a:pt x="60" y="1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72" name="Freeform 77"/>
            <p:cNvSpPr>
              <a:spLocks/>
            </p:cNvSpPr>
            <p:nvPr/>
          </p:nvSpPr>
          <p:spPr bwMode="auto">
            <a:xfrm>
              <a:off x="5258744" y="3762375"/>
              <a:ext cx="206375" cy="279400"/>
            </a:xfrm>
            <a:custGeom>
              <a:avLst/>
              <a:gdLst/>
              <a:ahLst/>
              <a:cxnLst>
                <a:cxn ang="0">
                  <a:pos x="65" y="84"/>
                </a:cxn>
                <a:cxn ang="0">
                  <a:pos x="55" y="87"/>
                </a:cxn>
                <a:cxn ang="0">
                  <a:pos x="44" y="88"/>
                </a:cxn>
                <a:cxn ang="0">
                  <a:pos x="26" y="85"/>
                </a:cxn>
                <a:cxn ang="0">
                  <a:pos x="12" y="76"/>
                </a:cxn>
                <a:cxn ang="0">
                  <a:pos x="4" y="62"/>
                </a:cxn>
                <a:cxn ang="0">
                  <a:pos x="0" y="44"/>
                </a:cxn>
                <a:cxn ang="0">
                  <a:pos x="4" y="26"/>
                </a:cxn>
                <a:cxn ang="0">
                  <a:pos x="13" y="12"/>
                </a:cxn>
                <a:cxn ang="0">
                  <a:pos x="27" y="3"/>
                </a:cxn>
                <a:cxn ang="0">
                  <a:pos x="44" y="0"/>
                </a:cxn>
                <a:cxn ang="0">
                  <a:pos x="55" y="1"/>
                </a:cxn>
                <a:cxn ang="0">
                  <a:pos x="65" y="3"/>
                </a:cxn>
                <a:cxn ang="0">
                  <a:pos x="64" y="12"/>
                </a:cxn>
                <a:cxn ang="0">
                  <a:pos x="55" y="10"/>
                </a:cxn>
                <a:cxn ang="0">
                  <a:pos x="45" y="9"/>
                </a:cxn>
                <a:cxn ang="0">
                  <a:pos x="31" y="11"/>
                </a:cxn>
                <a:cxn ang="0">
                  <a:pos x="20" y="19"/>
                </a:cxn>
                <a:cxn ang="0">
                  <a:pos x="13" y="30"/>
                </a:cxn>
                <a:cxn ang="0">
                  <a:pos x="11" y="44"/>
                </a:cxn>
                <a:cxn ang="0">
                  <a:pos x="13" y="58"/>
                </a:cxn>
                <a:cxn ang="0">
                  <a:pos x="20" y="70"/>
                </a:cxn>
                <a:cxn ang="0">
                  <a:pos x="30" y="77"/>
                </a:cxn>
                <a:cxn ang="0">
                  <a:pos x="45" y="80"/>
                </a:cxn>
                <a:cxn ang="0">
                  <a:pos x="55" y="79"/>
                </a:cxn>
                <a:cxn ang="0">
                  <a:pos x="64" y="76"/>
                </a:cxn>
                <a:cxn ang="0">
                  <a:pos x="65" y="84"/>
                </a:cxn>
              </a:cxnLst>
              <a:rect l="0" t="0" r="r" b="b"/>
              <a:pathLst>
                <a:path w="65" h="88">
                  <a:moveTo>
                    <a:pt x="65" y="84"/>
                  </a:moveTo>
                  <a:cubicBezTo>
                    <a:pt x="62" y="86"/>
                    <a:pt x="59" y="87"/>
                    <a:pt x="55" y="87"/>
                  </a:cubicBezTo>
                  <a:cubicBezTo>
                    <a:pt x="51" y="88"/>
                    <a:pt x="48" y="88"/>
                    <a:pt x="44" y="88"/>
                  </a:cubicBezTo>
                  <a:cubicBezTo>
                    <a:pt x="38" y="88"/>
                    <a:pt x="32" y="87"/>
                    <a:pt x="26" y="85"/>
                  </a:cubicBezTo>
                  <a:cubicBezTo>
                    <a:pt x="21" y="83"/>
                    <a:pt x="16" y="80"/>
                    <a:pt x="12" y="76"/>
                  </a:cubicBezTo>
                  <a:cubicBezTo>
                    <a:pt x="8" y="72"/>
                    <a:pt x="6" y="68"/>
                    <a:pt x="4" y="62"/>
                  </a:cubicBezTo>
                  <a:cubicBezTo>
                    <a:pt x="1" y="57"/>
                    <a:pt x="0" y="51"/>
                    <a:pt x="0" y="44"/>
                  </a:cubicBezTo>
                  <a:cubicBezTo>
                    <a:pt x="0" y="38"/>
                    <a:pt x="2" y="32"/>
                    <a:pt x="4" y="26"/>
                  </a:cubicBezTo>
                  <a:cubicBezTo>
                    <a:pt x="6" y="21"/>
                    <a:pt x="9" y="16"/>
                    <a:pt x="13" y="12"/>
                  </a:cubicBezTo>
                  <a:cubicBezTo>
                    <a:pt x="17" y="9"/>
                    <a:pt x="21" y="6"/>
                    <a:pt x="27" y="3"/>
                  </a:cubicBezTo>
                  <a:cubicBezTo>
                    <a:pt x="32" y="1"/>
                    <a:pt x="38" y="0"/>
                    <a:pt x="44" y="0"/>
                  </a:cubicBezTo>
                  <a:cubicBezTo>
                    <a:pt x="47" y="0"/>
                    <a:pt x="51" y="0"/>
                    <a:pt x="55" y="1"/>
                  </a:cubicBezTo>
                  <a:cubicBezTo>
                    <a:pt x="58" y="1"/>
                    <a:pt x="62" y="2"/>
                    <a:pt x="65" y="3"/>
                  </a:cubicBezTo>
                  <a:cubicBezTo>
                    <a:pt x="64" y="12"/>
                    <a:pt x="64" y="12"/>
                    <a:pt x="64" y="12"/>
                  </a:cubicBezTo>
                  <a:cubicBezTo>
                    <a:pt x="61" y="11"/>
                    <a:pt x="58" y="10"/>
                    <a:pt x="55" y="10"/>
                  </a:cubicBezTo>
                  <a:cubicBezTo>
                    <a:pt x="51" y="9"/>
                    <a:pt x="48" y="9"/>
                    <a:pt x="45" y="9"/>
                  </a:cubicBezTo>
                  <a:cubicBezTo>
                    <a:pt x="40" y="9"/>
                    <a:pt x="35" y="10"/>
                    <a:pt x="31" y="11"/>
                  </a:cubicBezTo>
                  <a:cubicBezTo>
                    <a:pt x="26" y="13"/>
                    <a:pt x="23" y="16"/>
                    <a:pt x="20" y="19"/>
                  </a:cubicBezTo>
                  <a:cubicBezTo>
                    <a:pt x="17" y="22"/>
                    <a:pt x="15" y="26"/>
                    <a:pt x="13" y="30"/>
                  </a:cubicBezTo>
                  <a:cubicBezTo>
                    <a:pt x="12" y="34"/>
                    <a:pt x="11" y="39"/>
                    <a:pt x="11" y="44"/>
                  </a:cubicBezTo>
                  <a:cubicBezTo>
                    <a:pt x="11" y="49"/>
                    <a:pt x="12" y="54"/>
                    <a:pt x="13" y="58"/>
                  </a:cubicBezTo>
                  <a:cubicBezTo>
                    <a:pt x="15" y="63"/>
                    <a:pt x="17" y="67"/>
                    <a:pt x="20" y="70"/>
                  </a:cubicBezTo>
                  <a:cubicBezTo>
                    <a:pt x="23" y="73"/>
                    <a:pt x="26" y="75"/>
                    <a:pt x="30" y="77"/>
                  </a:cubicBezTo>
                  <a:cubicBezTo>
                    <a:pt x="35" y="79"/>
                    <a:pt x="39" y="80"/>
                    <a:pt x="45" y="80"/>
                  </a:cubicBezTo>
                  <a:cubicBezTo>
                    <a:pt x="48" y="80"/>
                    <a:pt x="51" y="79"/>
                    <a:pt x="55" y="79"/>
                  </a:cubicBezTo>
                  <a:cubicBezTo>
                    <a:pt x="58" y="78"/>
                    <a:pt x="61" y="77"/>
                    <a:pt x="64" y="76"/>
                  </a:cubicBezTo>
                  <a:lnTo>
                    <a:pt x="65" y="84"/>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73" name="Freeform 78"/>
            <p:cNvSpPr>
              <a:spLocks/>
            </p:cNvSpPr>
            <p:nvPr/>
          </p:nvSpPr>
          <p:spPr bwMode="auto">
            <a:xfrm>
              <a:off x="5480994" y="3765550"/>
              <a:ext cx="242888" cy="273050"/>
            </a:xfrm>
            <a:custGeom>
              <a:avLst/>
              <a:gdLst/>
              <a:ahLst/>
              <a:cxnLst>
                <a:cxn ang="0">
                  <a:pos x="127" y="172"/>
                </a:cxn>
                <a:cxn ang="0">
                  <a:pos x="77" y="94"/>
                </a:cxn>
                <a:cxn ang="0">
                  <a:pos x="24" y="172"/>
                </a:cxn>
                <a:cxn ang="0">
                  <a:pos x="0" y="172"/>
                </a:cxn>
                <a:cxn ang="0">
                  <a:pos x="65" y="82"/>
                </a:cxn>
                <a:cxn ang="0">
                  <a:pos x="6" y="0"/>
                </a:cxn>
                <a:cxn ang="0">
                  <a:pos x="30" y="0"/>
                </a:cxn>
                <a:cxn ang="0">
                  <a:pos x="79" y="70"/>
                </a:cxn>
                <a:cxn ang="0">
                  <a:pos x="125" y="0"/>
                </a:cxn>
                <a:cxn ang="0">
                  <a:pos x="147" y="0"/>
                </a:cxn>
                <a:cxn ang="0">
                  <a:pos x="89" y="82"/>
                </a:cxn>
                <a:cxn ang="0">
                  <a:pos x="153" y="172"/>
                </a:cxn>
                <a:cxn ang="0">
                  <a:pos x="127" y="172"/>
                </a:cxn>
              </a:cxnLst>
              <a:rect l="0" t="0" r="r" b="b"/>
              <a:pathLst>
                <a:path w="153" h="172">
                  <a:moveTo>
                    <a:pt x="127" y="172"/>
                  </a:moveTo>
                  <a:lnTo>
                    <a:pt x="77" y="94"/>
                  </a:lnTo>
                  <a:lnTo>
                    <a:pt x="24" y="172"/>
                  </a:lnTo>
                  <a:lnTo>
                    <a:pt x="0" y="172"/>
                  </a:lnTo>
                  <a:lnTo>
                    <a:pt x="65" y="82"/>
                  </a:lnTo>
                  <a:lnTo>
                    <a:pt x="6" y="0"/>
                  </a:lnTo>
                  <a:lnTo>
                    <a:pt x="30" y="0"/>
                  </a:lnTo>
                  <a:lnTo>
                    <a:pt x="79" y="70"/>
                  </a:lnTo>
                  <a:lnTo>
                    <a:pt x="125" y="0"/>
                  </a:lnTo>
                  <a:lnTo>
                    <a:pt x="147" y="0"/>
                  </a:lnTo>
                  <a:lnTo>
                    <a:pt x="89" y="82"/>
                  </a:lnTo>
                  <a:lnTo>
                    <a:pt x="153" y="172"/>
                  </a:lnTo>
                  <a:lnTo>
                    <a:pt x="127" y="172"/>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374" name="组合 373"/>
          <p:cNvGrpSpPr/>
          <p:nvPr/>
        </p:nvGrpSpPr>
        <p:grpSpPr>
          <a:xfrm>
            <a:off x="1751797" y="3441145"/>
            <a:ext cx="560927" cy="732053"/>
            <a:chOff x="643881" y="5910263"/>
            <a:chExt cx="504825" cy="677862"/>
          </a:xfrm>
        </p:grpSpPr>
        <p:sp>
          <p:nvSpPr>
            <p:cNvPr id="375" name="Rectangle 167"/>
            <p:cNvSpPr>
              <a:spLocks noChangeArrowheads="1"/>
            </p:cNvSpPr>
            <p:nvPr/>
          </p:nvSpPr>
          <p:spPr bwMode="auto">
            <a:xfrm>
              <a:off x="853431" y="6442075"/>
              <a:ext cx="47625" cy="111125"/>
            </a:xfrm>
            <a:prstGeom prst="rect">
              <a:avLst/>
            </a:prstGeom>
            <a:solidFill>
              <a:srgbClr val="126AAC"/>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76" name="Rectangle 168"/>
            <p:cNvSpPr>
              <a:spLocks noChangeArrowheads="1"/>
            </p:cNvSpPr>
            <p:nvPr/>
          </p:nvSpPr>
          <p:spPr bwMode="auto">
            <a:xfrm>
              <a:off x="948681" y="6477000"/>
              <a:ext cx="47625" cy="111125"/>
            </a:xfrm>
            <a:prstGeom prst="rect">
              <a:avLst/>
            </a:prstGeom>
            <a:solidFill>
              <a:srgbClr val="126AAC"/>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77" name="Freeform 169"/>
            <p:cNvSpPr>
              <a:spLocks/>
            </p:cNvSpPr>
            <p:nvPr/>
          </p:nvSpPr>
          <p:spPr bwMode="auto">
            <a:xfrm>
              <a:off x="1043931" y="5964238"/>
              <a:ext cx="104775" cy="588963"/>
            </a:xfrm>
            <a:custGeom>
              <a:avLst/>
              <a:gdLst/>
              <a:ahLst/>
              <a:cxnLst>
                <a:cxn ang="0">
                  <a:pos x="32" y="6"/>
                </a:cxn>
                <a:cxn ang="0">
                  <a:pos x="6" y="16"/>
                </a:cxn>
                <a:cxn ang="0">
                  <a:pos x="0" y="181"/>
                </a:cxn>
                <a:cxn ang="0">
                  <a:pos x="10" y="177"/>
                </a:cxn>
                <a:cxn ang="0">
                  <a:pos x="29" y="157"/>
                </a:cxn>
                <a:cxn ang="0">
                  <a:pos x="33" y="145"/>
                </a:cxn>
                <a:cxn ang="0">
                  <a:pos x="33" y="16"/>
                </a:cxn>
                <a:cxn ang="0">
                  <a:pos x="32" y="6"/>
                </a:cxn>
              </a:cxnLst>
              <a:rect l="0" t="0" r="r" b="b"/>
              <a:pathLst>
                <a:path w="33" h="185">
                  <a:moveTo>
                    <a:pt x="32" y="6"/>
                  </a:moveTo>
                  <a:cubicBezTo>
                    <a:pt x="29" y="0"/>
                    <a:pt x="6" y="16"/>
                    <a:pt x="6" y="16"/>
                  </a:cubicBezTo>
                  <a:cubicBezTo>
                    <a:pt x="0" y="181"/>
                    <a:pt x="0" y="181"/>
                    <a:pt x="0" y="181"/>
                  </a:cubicBezTo>
                  <a:cubicBezTo>
                    <a:pt x="0" y="181"/>
                    <a:pt x="1" y="185"/>
                    <a:pt x="10" y="177"/>
                  </a:cubicBezTo>
                  <a:cubicBezTo>
                    <a:pt x="18" y="170"/>
                    <a:pt x="26" y="161"/>
                    <a:pt x="29" y="157"/>
                  </a:cubicBezTo>
                  <a:cubicBezTo>
                    <a:pt x="33" y="153"/>
                    <a:pt x="33" y="154"/>
                    <a:pt x="33" y="145"/>
                  </a:cubicBezTo>
                  <a:cubicBezTo>
                    <a:pt x="33" y="16"/>
                    <a:pt x="33" y="16"/>
                    <a:pt x="33" y="16"/>
                  </a:cubicBezTo>
                  <a:cubicBezTo>
                    <a:pt x="33" y="7"/>
                    <a:pt x="33" y="6"/>
                    <a:pt x="32" y="6"/>
                  </a:cubicBezTo>
                  <a:close/>
                </a:path>
              </a:pathLst>
            </a:custGeom>
            <a:solidFill>
              <a:srgbClr val="126AAC"/>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78" name="Freeform 170"/>
            <p:cNvSpPr>
              <a:spLocks/>
            </p:cNvSpPr>
            <p:nvPr/>
          </p:nvSpPr>
          <p:spPr bwMode="auto">
            <a:xfrm>
              <a:off x="643881" y="5910263"/>
              <a:ext cx="495300" cy="114300"/>
            </a:xfrm>
            <a:custGeom>
              <a:avLst/>
              <a:gdLst/>
              <a:ahLst/>
              <a:cxnLst>
                <a:cxn ang="0">
                  <a:pos x="156" y="20"/>
                </a:cxn>
                <a:cxn ang="0">
                  <a:pos x="132" y="36"/>
                </a:cxn>
                <a:cxn ang="0">
                  <a:pos x="7" y="15"/>
                </a:cxn>
                <a:cxn ang="0">
                  <a:pos x="1" y="20"/>
                </a:cxn>
                <a:cxn ang="0">
                  <a:pos x="4" y="12"/>
                </a:cxn>
                <a:cxn ang="0">
                  <a:pos x="21" y="1"/>
                </a:cxn>
                <a:cxn ang="0">
                  <a:pos x="26" y="0"/>
                </a:cxn>
                <a:cxn ang="0">
                  <a:pos x="148" y="18"/>
                </a:cxn>
                <a:cxn ang="0">
                  <a:pos x="156" y="20"/>
                </a:cxn>
              </a:cxnLst>
              <a:rect l="0" t="0" r="r" b="b"/>
              <a:pathLst>
                <a:path w="156" h="36">
                  <a:moveTo>
                    <a:pt x="156" y="20"/>
                  </a:moveTo>
                  <a:cubicBezTo>
                    <a:pt x="132" y="36"/>
                    <a:pt x="132" y="36"/>
                    <a:pt x="132" y="36"/>
                  </a:cubicBezTo>
                  <a:cubicBezTo>
                    <a:pt x="20" y="16"/>
                    <a:pt x="17" y="17"/>
                    <a:pt x="7" y="15"/>
                  </a:cubicBezTo>
                  <a:cubicBezTo>
                    <a:pt x="2" y="14"/>
                    <a:pt x="1" y="20"/>
                    <a:pt x="1" y="20"/>
                  </a:cubicBezTo>
                  <a:cubicBezTo>
                    <a:pt x="1" y="20"/>
                    <a:pt x="0" y="15"/>
                    <a:pt x="4" y="12"/>
                  </a:cubicBezTo>
                  <a:cubicBezTo>
                    <a:pt x="7" y="10"/>
                    <a:pt x="14" y="6"/>
                    <a:pt x="21" y="1"/>
                  </a:cubicBezTo>
                  <a:cubicBezTo>
                    <a:pt x="24" y="0"/>
                    <a:pt x="26" y="0"/>
                    <a:pt x="26" y="0"/>
                  </a:cubicBezTo>
                  <a:cubicBezTo>
                    <a:pt x="26" y="0"/>
                    <a:pt x="146" y="17"/>
                    <a:pt x="148" y="18"/>
                  </a:cubicBezTo>
                  <a:cubicBezTo>
                    <a:pt x="155" y="19"/>
                    <a:pt x="156" y="20"/>
                    <a:pt x="156" y="20"/>
                  </a:cubicBezTo>
                  <a:close/>
                </a:path>
              </a:pathLst>
            </a:custGeom>
            <a:solidFill>
              <a:srgbClr val="22A3DD"/>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79" name="Freeform 171"/>
            <p:cNvSpPr>
              <a:spLocks/>
            </p:cNvSpPr>
            <p:nvPr/>
          </p:nvSpPr>
          <p:spPr bwMode="auto">
            <a:xfrm>
              <a:off x="1034406" y="5970588"/>
              <a:ext cx="114300" cy="79375"/>
            </a:xfrm>
            <a:custGeom>
              <a:avLst/>
              <a:gdLst/>
              <a:ahLst/>
              <a:cxnLst>
                <a:cxn ang="0">
                  <a:pos x="0" y="16"/>
                </a:cxn>
                <a:cxn ang="0">
                  <a:pos x="31" y="0"/>
                </a:cxn>
                <a:cxn ang="0">
                  <a:pos x="36" y="6"/>
                </a:cxn>
                <a:cxn ang="0">
                  <a:pos x="7" y="25"/>
                </a:cxn>
                <a:cxn ang="0">
                  <a:pos x="0" y="16"/>
                </a:cxn>
              </a:cxnLst>
              <a:rect l="0" t="0" r="r" b="b"/>
              <a:pathLst>
                <a:path w="36" h="25">
                  <a:moveTo>
                    <a:pt x="0" y="16"/>
                  </a:moveTo>
                  <a:cubicBezTo>
                    <a:pt x="0" y="16"/>
                    <a:pt x="28" y="1"/>
                    <a:pt x="31" y="0"/>
                  </a:cubicBezTo>
                  <a:cubicBezTo>
                    <a:pt x="35" y="1"/>
                    <a:pt x="36" y="3"/>
                    <a:pt x="36" y="6"/>
                  </a:cubicBezTo>
                  <a:cubicBezTo>
                    <a:pt x="7" y="25"/>
                    <a:pt x="7" y="25"/>
                    <a:pt x="7" y="25"/>
                  </a:cubicBezTo>
                  <a:lnTo>
                    <a:pt x="0" y="16"/>
                  </a:lnTo>
                  <a:close/>
                </a:path>
              </a:pathLst>
            </a:custGeom>
            <a:solidFill>
              <a:srgbClr val="22A3DD"/>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80" name="Freeform 172"/>
            <p:cNvSpPr>
              <a:spLocks/>
            </p:cNvSpPr>
            <p:nvPr/>
          </p:nvSpPr>
          <p:spPr bwMode="auto">
            <a:xfrm>
              <a:off x="643881" y="5954713"/>
              <a:ext cx="422275" cy="598488"/>
            </a:xfrm>
            <a:custGeom>
              <a:avLst/>
              <a:gdLst/>
              <a:ahLst/>
              <a:cxnLst>
                <a:cxn ang="0">
                  <a:pos x="127" y="20"/>
                </a:cxn>
                <a:cxn ang="0">
                  <a:pos x="7" y="1"/>
                </a:cxn>
                <a:cxn ang="0">
                  <a:pos x="0" y="5"/>
                </a:cxn>
                <a:cxn ang="0">
                  <a:pos x="0" y="147"/>
                </a:cxn>
                <a:cxn ang="0">
                  <a:pos x="7" y="160"/>
                </a:cxn>
                <a:cxn ang="0">
                  <a:pos x="121" y="185"/>
                </a:cxn>
                <a:cxn ang="0">
                  <a:pos x="133" y="177"/>
                </a:cxn>
                <a:cxn ang="0">
                  <a:pos x="132" y="29"/>
                </a:cxn>
                <a:cxn ang="0">
                  <a:pos x="127" y="20"/>
                </a:cxn>
              </a:cxnLst>
              <a:rect l="0" t="0" r="r" b="b"/>
              <a:pathLst>
                <a:path w="133" h="188">
                  <a:moveTo>
                    <a:pt x="127" y="20"/>
                  </a:moveTo>
                  <a:cubicBezTo>
                    <a:pt x="21" y="1"/>
                    <a:pt x="16" y="3"/>
                    <a:pt x="7" y="1"/>
                  </a:cubicBezTo>
                  <a:cubicBezTo>
                    <a:pt x="1" y="0"/>
                    <a:pt x="0" y="5"/>
                    <a:pt x="0" y="5"/>
                  </a:cubicBezTo>
                  <a:cubicBezTo>
                    <a:pt x="0" y="5"/>
                    <a:pt x="0" y="135"/>
                    <a:pt x="0" y="147"/>
                  </a:cubicBezTo>
                  <a:cubicBezTo>
                    <a:pt x="0" y="158"/>
                    <a:pt x="2" y="158"/>
                    <a:pt x="7" y="160"/>
                  </a:cubicBezTo>
                  <a:cubicBezTo>
                    <a:pt x="10" y="161"/>
                    <a:pt x="88" y="177"/>
                    <a:pt x="121" y="185"/>
                  </a:cubicBezTo>
                  <a:cubicBezTo>
                    <a:pt x="133" y="188"/>
                    <a:pt x="133" y="181"/>
                    <a:pt x="133" y="177"/>
                  </a:cubicBezTo>
                  <a:cubicBezTo>
                    <a:pt x="133" y="177"/>
                    <a:pt x="132" y="36"/>
                    <a:pt x="132" y="29"/>
                  </a:cubicBezTo>
                  <a:cubicBezTo>
                    <a:pt x="132" y="25"/>
                    <a:pt x="129" y="21"/>
                    <a:pt x="127" y="20"/>
                  </a:cubicBezTo>
                  <a:close/>
                </a:path>
              </a:pathLst>
            </a:custGeom>
            <a:solidFill>
              <a:srgbClr val="C1E5F3"/>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81" name="Freeform 173"/>
            <p:cNvSpPr>
              <a:spLocks/>
            </p:cNvSpPr>
            <p:nvPr/>
          </p:nvSpPr>
          <p:spPr bwMode="auto">
            <a:xfrm>
              <a:off x="662931" y="5973763"/>
              <a:ext cx="381000" cy="550863"/>
            </a:xfrm>
            <a:custGeom>
              <a:avLst/>
              <a:gdLst/>
              <a:ahLst/>
              <a:cxnLst>
                <a:cxn ang="0">
                  <a:pos x="114" y="18"/>
                </a:cxn>
                <a:cxn ang="0">
                  <a:pos x="7" y="1"/>
                </a:cxn>
                <a:cxn ang="0">
                  <a:pos x="0" y="5"/>
                </a:cxn>
                <a:cxn ang="0">
                  <a:pos x="0" y="135"/>
                </a:cxn>
                <a:cxn ang="0">
                  <a:pos x="7" y="147"/>
                </a:cxn>
                <a:cxn ang="0">
                  <a:pos x="109" y="170"/>
                </a:cxn>
                <a:cxn ang="0">
                  <a:pos x="119" y="163"/>
                </a:cxn>
                <a:cxn ang="0">
                  <a:pos x="118" y="27"/>
                </a:cxn>
                <a:cxn ang="0">
                  <a:pos x="114" y="18"/>
                </a:cxn>
              </a:cxnLst>
              <a:rect l="0" t="0" r="r" b="b"/>
              <a:pathLst>
                <a:path w="120" h="173">
                  <a:moveTo>
                    <a:pt x="114" y="18"/>
                  </a:moveTo>
                  <a:cubicBezTo>
                    <a:pt x="15" y="1"/>
                    <a:pt x="15" y="3"/>
                    <a:pt x="7" y="1"/>
                  </a:cubicBezTo>
                  <a:cubicBezTo>
                    <a:pt x="1" y="0"/>
                    <a:pt x="0" y="5"/>
                    <a:pt x="0" y="5"/>
                  </a:cubicBezTo>
                  <a:cubicBezTo>
                    <a:pt x="0" y="5"/>
                    <a:pt x="0" y="124"/>
                    <a:pt x="0" y="135"/>
                  </a:cubicBezTo>
                  <a:cubicBezTo>
                    <a:pt x="0" y="145"/>
                    <a:pt x="2" y="146"/>
                    <a:pt x="7" y="147"/>
                  </a:cubicBezTo>
                  <a:cubicBezTo>
                    <a:pt x="9" y="148"/>
                    <a:pt x="79" y="163"/>
                    <a:pt x="109" y="170"/>
                  </a:cubicBezTo>
                  <a:cubicBezTo>
                    <a:pt x="120" y="173"/>
                    <a:pt x="118" y="166"/>
                    <a:pt x="119" y="163"/>
                  </a:cubicBezTo>
                  <a:cubicBezTo>
                    <a:pt x="119" y="163"/>
                    <a:pt x="118" y="33"/>
                    <a:pt x="118" y="27"/>
                  </a:cubicBezTo>
                  <a:cubicBezTo>
                    <a:pt x="118" y="22"/>
                    <a:pt x="118" y="19"/>
                    <a:pt x="114" y="18"/>
                  </a:cubicBezTo>
                  <a:close/>
                </a:path>
              </a:pathLst>
            </a:custGeom>
            <a:solidFill>
              <a:srgbClr val="22A3DD"/>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82" name="Freeform 174"/>
            <p:cNvSpPr>
              <a:spLocks noEditPoints="1"/>
            </p:cNvSpPr>
            <p:nvPr/>
          </p:nvSpPr>
          <p:spPr bwMode="auto">
            <a:xfrm>
              <a:off x="662931" y="5973763"/>
              <a:ext cx="381000" cy="547688"/>
            </a:xfrm>
            <a:custGeom>
              <a:avLst/>
              <a:gdLst/>
              <a:ahLst/>
              <a:cxnLst>
                <a:cxn ang="0">
                  <a:pos x="1" y="1"/>
                </a:cxn>
                <a:cxn ang="0">
                  <a:pos x="0" y="5"/>
                </a:cxn>
                <a:cxn ang="0">
                  <a:pos x="0" y="135"/>
                </a:cxn>
                <a:cxn ang="0">
                  <a:pos x="6" y="148"/>
                </a:cxn>
                <a:cxn ang="0">
                  <a:pos x="68" y="162"/>
                </a:cxn>
                <a:cxn ang="0">
                  <a:pos x="109" y="171"/>
                </a:cxn>
                <a:cxn ang="0">
                  <a:pos x="117" y="171"/>
                </a:cxn>
                <a:cxn ang="0">
                  <a:pos x="120" y="163"/>
                </a:cxn>
                <a:cxn ang="0">
                  <a:pos x="119" y="27"/>
                </a:cxn>
                <a:cxn ang="0">
                  <a:pos x="114" y="18"/>
                </a:cxn>
                <a:cxn ang="0">
                  <a:pos x="114" y="18"/>
                </a:cxn>
                <a:cxn ang="0">
                  <a:pos x="7" y="0"/>
                </a:cxn>
                <a:cxn ang="0">
                  <a:pos x="1" y="1"/>
                </a:cxn>
                <a:cxn ang="0">
                  <a:pos x="110" y="170"/>
                </a:cxn>
                <a:cxn ang="0">
                  <a:pos x="68" y="160"/>
                </a:cxn>
                <a:cxn ang="0">
                  <a:pos x="7" y="147"/>
                </a:cxn>
                <a:cxn ang="0">
                  <a:pos x="1" y="135"/>
                </a:cxn>
                <a:cxn ang="0">
                  <a:pos x="1" y="5"/>
                </a:cxn>
                <a:cxn ang="0">
                  <a:pos x="2" y="2"/>
                </a:cxn>
                <a:cxn ang="0">
                  <a:pos x="6" y="2"/>
                </a:cxn>
                <a:cxn ang="0">
                  <a:pos x="114" y="19"/>
                </a:cxn>
                <a:cxn ang="0">
                  <a:pos x="118" y="27"/>
                </a:cxn>
                <a:cxn ang="0">
                  <a:pos x="118" y="163"/>
                </a:cxn>
                <a:cxn ang="0">
                  <a:pos x="116" y="170"/>
                </a:cxn>
                <a:cxn ang="0">
                  <a:pos x="110" y="170"/>
                </a:cxn>
              </a:cxnLst>
              <a:rect l="0" t="0" r="r" b="b"/>
              <a:pathLst>
                <a:path w="120" h="172">
                  <a:moveTo>
                    <a:pt x="1" y="1"/>
                  </a:moveTo>
                  <a:cubicBezTo>
                    <a:pt x="0" y="3"/>
                    <a:pt x="0" y="5"/>
                    <a:pt x="0" y="5"/>
                  </a:cubicBezTo>
                  <a:cubicBezTo>
                    <a:pt x="0" y="135"/>
                    <a:pt x="0" y="135"/>
                    <a:pt x="0" y="135"/>
                  </a:cubicBezTo>
                  <a:cubicBezTo>
                    <a:pt x="0" y="145"/>
                    <a:pt x="1" y="146"/>
                    <a:pt x="6" y="148"/>
                  </a:cubicBezTo>
                  <a:cubicBezTo>
                    <a:pt x="7" y="149"/>
                    <a:pt x="30" y="154"/>
                    <a:pt x="68" y="162"/>
                  </a:cubicBezTo>
                  <a:cubicBezTo>
                    <a:pt x="109" y="171"/>
                    <a:pt x="109" y="171"/>
                    <a:pt x="109" y="171"/>
                  </a:cubicBezTo>
                  <a:cubicBezTo>
                    <a:pt x="111" y="172"/>
                    <a:pt x="115" y="172"/>
                    <a:pt x="117" y="171"/>
                  </a:cubicBezTo>
                  <a:cubicBezTo>
                    <a:pt x="120" y="169"/>
                    <a:pt x="120" y="163"/>
                    <a:pt x="120" y="163"/>
                  </a:cubicBezTo>
                  <a:cubicBezTo>
                    <a:pt x="119" y="27"/>
                    <a:pt x="119" y="27"/>
                    <a:pt x="119" y="27"/>
                  </a:cubicBezTo>
                  <a:cubicBezTo>
                    <a:pt x="119" y="23"/>
                    <a:pt x="119" y="18"/>
                    <a:pt x="114" y="18"/>
                  </a:cubicBezTo>
                  <a:cubicBezTo>
                    <a:pt x="114" y="18"/>
                    <a:pt x="114" y="18"/>
                    <a:pt x="114" y="18"/>
                  </a:cubicBezTo>
                  <a:cubicBezTo>
                    <a:pt x="7" y="0"/>
                    <a:pt x="7" y="0"/>
                    <a:pt x="7" y="0"/>
                  </a:cubicBezTo>
                  <a:cubicBezTo>
                    <a:pt x="4" y="0"/>
                    <a:pt x="3" y="0"/>
                    <a:pt x="1" y="1"/>
                  </a:cubicBezTo>
                  <a:close/>
                  <a:moveTo>
                    <a:pt x="110" y="170"/>
                  </a:moveTo>
                  <a:cubicBezTo>
                    <a:pt x="68" y="160"/>
                    <a:pt x="68" y="160"/>
                    <a:pt x="68" y="160"/>
                  </a:cubicBezTo>
                  <a:cubicBezTo>
                    <a:pt x="36" y="153"/>
                    <a:pt x="8" y="147"/>
                    <a:pt x="7" y="147"/>
                  </a:cubicBezTo>
                  <a:cubicBezTo>
                    <a:pt x="2" y="145"/>
                    <a:pt x="1" y="145"/>
                    <a:pt x="1" y="135"/>
                  </a:cubicBezTo>
                  <a:cubicBezTo>
                    <a:pt x="1" y="5"/>
                    <a:pt x="1" y="5"/>
                    <a:pt x="1" y="5"/>
                  </a:cubicBezTo>
                  <a:cubicBezTo>
                    <a:pt x="1" y="5"/>
                    <a:pt x="1" y="3"/>
                    <a:pt x="2" y="2"/>
                  </a:cubicBezTo>
                  <a:cubicBezTo>
                    <a:pt x="3" y="2"/>
                    <a:pt x="5" y="2"/>
                    <a:pt x="6" y="2"/>
                  </a:cubicBezTo>
                  <a:cubicBezTo>
                    <a:pt x="114" y="19"/>
                    <a:pt x="114" y="19"/>
                    <a:pt x="114" y="19"/>
                  </a:cubicBezTo>
                  <a:cubicBezTo>
                    <a:pt x="117" y="20"/>
                    <a:pt x="118" y="22"/>
                    <a:pt x="118" y="27"/>
                  </a:cubicBezTo>
                  <a:cubicBezTo>
                    <a:pt x="118" y="163"/>
                    <a:pt x="118" y="163"/>
                    <a:pt x="118" y="163"/>
                  </a:cubicBezTo>
                  <a:cubicBezTo>
                    <a:pt x="118" y="163"/>
                    <a:pt x="118" y="168"/>
                    <a:pt x="116" y="170"/>
                  </a:cubicBezTo>
                  <a:cubicBezTo>
                    <a:pt x="115" y="170"/>
                    <a:pt x="111" y="170"/>
                    <a:pt x="110" y="170"/>
                  </a:cubicBezTo>
                  <a:close/>
                </a:path>
              </a:pathLst>
            </a:custGeom>
            <a:solidFill>
              <a:srgbClr val="22A3DD"/>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83" name="Freeform 175"/>
            <p:cNvSpPr>
              <a:spLocks/>
            </p:cNvSpPr>
            <p:nvPr/>
          </p:nvSpPr>
          <p:spPr bwMode="auto">
            <a:xfrm>
              <a:off x="777231" y="6324600"/>
              <a:ext cx="22225" cy="79375"/>
            </a:xfrm>
            <a:custGeom>
              <a:avLst/>
              <a:gdLst/>
              <a:ahLst/>
              <a:cxnLst>
                <a:cxn ang="0">
                  <a:pos x="14" y="50"/>
                </a:cxn>
                <a:cxn ang="0">
                  <a:pos x="0" y="48"/>
                </a:cxn>
                <a:cxn ang="0">
                  <a:pos x="0" y="0"/>
                </a:cxn>
                <a:cxn ang="0">
                  <a:pos x="14" y="2"/>
                </a:cxn>
                <a:cxn ang="0">
                  <a:pos x="14" y="50"/>
                </a:cxn>
              </a:cxnLst>
              <a:rect l="0" t="0" r="r" b="b"/>
              <a:pathLst>
                <a:path w="14" h="50">
                  <a:moveTo>
                    <a:pt x="14" y="50"/>
                  </a:moveTo>
                  <a:lnTo>
                    <a:pt x="0" y="48"/>
                  </a:lnTo>
                  <a:lnTo>
                    <a:pt x="0" y="0"/>
                  </a:lnTo>
                  <a:lnTo>
                    <a:pt x="14" y="2"/>
                  </a:lnTo>
                  <a:lnTo>
                    <a:pt x="14" y="5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84" name="Freeform 176"/>
            <p:cNvSpPr>
              <a:spLocks/>
            </p:cNvSpPr>
            <p:nvPr/>
          </p:nvSpPr>
          <p:spPr bwMode="auto">
            <a:xfrm>
              <a:off x="818506" y="6299200"/>
              <a:ext cx="25400" cy="111125"/>
            </a:xfrm>
            <a:custGeom>
              <a:avLst/>
              <a:gdLst/>
              <a:ahLst/>
              <a:cxnLst>
                <a:cxn ang="0">
                  <a:pos x="16" y="70"/>
                </a:cxn>
                <a:cxn ang="0">
                  <a:pos x="0" y="68"/>
                </a:cxn>
                <a:cxn ang="0">
                  <a:pos x="0" y="0"/>
                </a:cxn>
                <a:cxn ang="0">
                  <a:pos x="16" y="2"/>
                </a:cxn>
                <a:cxn ang="0">
                  <a:pos x="16" y="70"/>
                </a:cxn>
              </a:cxnLst>
              <a:rect l="0" t="0" r="r" b="b"/>
              <a:pathLst>
                <a:path w="16" h="70">
                  <a:moveTo>
                    <a:pt x="16" y="70"/>
                  </a:moveTo>
                  <a:lnTo>
                    <a:pt x="0" y="68"/>
                  </a:lnTo>
                  <a:lnTo>
                    <a:pt x="0" y="0"/>
                  </a:lnTo>
                  <a:lnTo>
                    <a:pt x="16" y="2"/>
                  </a:lnTo>
                  <a:lnTo>
                    <a:pt x="16" y="7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85" name="Freeform 177"/>
            <p:cNvSpPr>
              <a:spLocks/>
            </p:cNvSpPr>
            <p:nvPr/>
          </p:nvSpPr>
          <p:spPr bwMode="auto">
            <a:xfrm>
              <a:off x="862956" y="6267450"/>
              <a:ext cx="22225" cy="149225"/>
            </a:xfrm>
            <a:custGeom>
              <a:avLst/>
              <a:gdLst/>
              <a:ahLst/>
              <a:cxnLst>
                <a:cxn ang="0">
                  <a:pos x="14" y="94"/>
                </a:cxn>
                <a:cxn ang="0">
                  <a:pos x="0" y="92"/>
                </a:cxn>
                <a:cxn ang="0">
                  <a:pos x="0" y="0"/>
                </a:cxn>
                <a:cxn ang="0">
                  <a:pos x="14" y="2"/>
                </a:cxn>
                <a:cxn ang="0">
                  <a:pos x="14" y="94"/>
                </a:cxn>
              </a:cxnLst>
              <a:rect l="0" t="0" r="r" b="b"/>
              <a:pathLst>
                <a:path w="14" h="94">
                  <a:moveTo>
                    <a:pt x="14" y="94"/>
                  </a:moveTo>
                  <a:lnTo>
                    <a:pt x="0" y="92"/>
                  </a:lnTo>
                  <a:lnTo>
                    <a:pt x="0" y="0"/>
                  </a:lnTo>
                  <a:lnTo>
                    <a:pt x="14" y="2"/>
                  </a:lnTo>
                  <a:lnTo>
                    <a:pt x="14" y="94"/>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86" name="Freeform 178"/>
            <p:cNvSpPr>
              <a:spLocks/>
            </p:cNvSpPr>
            <p:nvPr/>
          </p:nvSpPr>
          <p:spPr bwMode="auto">
            <a:xfrm>
              <a:off x="907406" y="6248400"/>
              <a:ext cx="22225" cy="174625"/>
            </a:xfrm>
            <a:custGeom>
              <a:avLst/>
              <a:gdLst/>
              <a:ahLst/>
              <a:cxnLst>
                <a:cxn ang="0">
                  <a:pos x="14" y="110"/>
                </a:cxn>
                <a:cxn ang="0">
                  <a:pos x="0" y="108"/>
                </a:cxn>
                <a:cxn ang="0">
                  <a:pos x="0" y="0"/>
                </a:cxn>
                <a:cxn ang="0">
                  <a:pos x="14" y="2"/>
                </a:cxn>
                <a:cxn ang="0">
                  <a:pos x="14" y="110"/>
                </a:cxn>
              </a:cxnLst>
              <a:rect l="0" t="0" r="r" b="b"/>
              <a:pathLst>
                <a:path w="14" h="110">
                  <a:moveTo>
                    <a:pt x="14" y="110"/>
                  </a:moveTo>
                  <a:lnTo>
                    <a:pt x="0" y="108"/>
                  </a:lnTo>
                  <a:lnTo>
                    <a:pt x="0" y="0"/>
                  </a:lnTo>
                  <a:lnTo>
                    <a:pt x="14" y="2"/>
                  </a:lnTo>
                  <a:lnTo>
                    <a:pt x="14" y="11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87" name="Freeform 179"/>
            <p:cNvSpPr>
              <a:spLocks/>
            </p:cNvSpPr>
            <p:nvPr/>
          </p:nvSpPr>
          <p:spPr bwMode="auto">
            <a:xfrm>
              <a:off x="948681" y="6223000"/>
              <a:ext cx="25400" cy="206375"/>
            </a:xfrm>
            <a:custGeom>
              <a:avLst/>
              <a:gdLst/>
              <a:ahLst/>
              <a:cxnLst>
                <a:cxn ang="0">
                  <a:pos x="16" y="130"/>
                </a:cxn>
                <a:cxn ang="0">
                  <a:pos x="0" y="128"/>
                </a:cxn>
                <a:cxn ang="0">
                  <a:pos x="0" y="0"/>
                </a:cxn>
                <a:cxn ang="0">
                  <a:pos x="16" y="2"/>
                </a:cxn>
                <a:cxn ang="0">
                  <a:pos x="16" y="130"/>
                </a:cxn>
              </a:cxnLst>
              <a:rect l="0" t="0" r="r" b="b"/>
              <a:pathLst>
                <a:path w="16" h="130">
                  <a:moveTo>
                    <a:pt x="16" y="130"/>
                  </a:moveTo>
                  <a:lnTo>
                    <a:pt x="0" y="128"/>
                  </a:lnTo>
                  <a:lnTo>
                    <a:pt x="0" y="0"/>
                  </a:lnTo>
                  <a:lnTo>
                    <a:pt x="16" y="2"/>
                  </a:lnTo>
                  <a:lnTo>
                    <a:pt x="16" y="13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391" name="组合 390"/>
          <p:cNvGrpSpPr/>
          <p:nvPr/>
        </p:nvGrpSpPr>
        <p:grpSpPr>
          <a:xfrm>
            <a:off x="2496274" y="3429565"/>
            <a:ext cx="647398" cy="778840"/>
            <a:chOff x="2360813" y="1238449"/>
            <a:chExt cx="506413" cy="641350"/>
          </a:xfrm>
        </p:grpSpPr>
        <p:sp>
          <p:nvSpPr>
            <p:cNvPr id="392" name="Freeform 282"/>
            <p:cNvSpPr>
              <a:spLocks/>
            </p:cNvSpPr>
            <p:nvPr/>
          </p:nvSpPr>
          <p:spPr bwMode="auto">
            <a:xfrm>
              <a:off x="2762451" y="1292424"/>
              <a:ext cx="104775" cy="587375"/>
            </a:xfrm>
            <a:custGeom>
              <a:avLst/>
              <a:gdLst/>
              <a:ahLst/>
              <a:cxnLst>
                <a:cxn ang="0">
                  <a:pos x="32" y="6"/>
                </a:cxn>
                <a:cxn ang="0">
                  <a:pos x="6" y="16"/>
                </a:cxn>
                <a:cxn ang="0">
                  <a:pos x="0" y="181"/>
                </a:cxn>
                <a:cxn ang="0">
                  <a:pos x="10" y="177"/>
                </a:cxn>
                <a:cxn ang="0">
                  <a:pos x="29" y="157"/>
                </a:cxn>
                <a:cxn ang="0">
                  <a:pos x="33" y="145"/>
                </a:cxn>
                <a:cxn ang="0">
                  <a:pos x="33" y="16"/>
                </a:cxn>
                <a:cxn ang="0">
                  <a:pos x="32" y="6"/>
                </a:cxn>
              </a:cxnLst>
              <a:rect l="0" t="0" r="r" b="b"/>
              <a:pathLst>
                <a:path w="33" h="185">
                  <a:moveTo>
                    <a:pt x="32" y="6"/>
                  </a:moveTo>
                  <a:cubicBezTo>
                    <a:pt x="29" y="0"/>
                    <a:pt x="6" y="16"/>
                    <a:pt x="6" y="16"/>
                  </a:cubicBezTo>
                  <a:cubicBezTo>
                    <a:pt x="0" y="181"/>
                    <a:pt x="0" y="181"/>
                    <a:pt x="0" y="181"/>
                  </a:cubicBezTo>
                  <a:cubicBezTo>
                    <a:pt x="0" y="181"/>
                    <a:pt x="1" y="185"/>
                    <a:pt x="10" y="177"/>
                  </a:cubicBezTo>
                  <a:cubicBezTo>
                    <a:pt x="18" y="170"/>
                    <a:pt x="26" y="161"/>
                    <a:pt x="29" y="157"/>
                  </a:cubicBezTo>
                  <a:cubicBezTo>
                    <a:pt x="33" y="153"/>
                    <a:pt x="33" y="154"/>
                    <a:pt x="33" y="145"/>
                  </a:cubicBezTo>
                  <a:cubicBezTo>
                    <a:pt x="33" y="16"/>
                    <a:pt x="33" y="16"/>
                    <a:pt x="33" y="16"/>
                  </a:cubicBezTo>
                  <a:cubicBezTo>
                    <a:pt x="33" y="7"/>
                    <a:pt x="33" y="6"/>
                    <a:pt x="32" y="6"/>
                  </a:cubicBezTo>
                  <a:close/>
                </a:path>
              </a:pathLst>
            </a:custGeom>
            <a:solidFill>
              <a:srgbClr val="126AAC"/>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93" name="Freeform 283"/>
            <p:cNvSpPr>
              <a:spLocks/>
            </p:cNvSpPr>
            <p:nvPr/>
          </p:nvSpPr>
          <p:spPr bwMode="auto">
            <a:xfrm>
              <a:off x="2360813" y="1238449"/>
              <a:ext cx="496888" cy="114300"/>
            </a:xfrm>
            <a:custGeom>
              <a:avLst/>
              <a:gdLst/>
              <a:ahLst/>
              <a:cxnLst>
                <a:cxn ang="0">
                  <a:pos x="156" y="20"/>
                </a:cxn>
                <a:cxn ang="0">
                  <a:pos x="132" y="36"/>
                </a:cxn>
                <a:cxn ang="0">
                  <a:pos x="7" y="15"/>
                </a:cxn>
                <a:cxn ang="0">
                  <a:pos x="1" y="20"/>
                </a:cxn>
                <a:cxn ang="0">
                  <a:pos x="4" y="12"/>
                </a:cxn>
                <a:cxn ang="0">
                  <a:pos x="21" y="1"/>
                </a:cxn>
                <a:cxn ang="0">
                  <a:pos x="25" y="0"/>
                </a:cxn>
                <a:cxn ang="0">
                  <a:pos x="148" y="18"/>
                </a:cxn>
                <a:cxn ang="0">
                  <a:pos x="156" y="20"/>
                </a:cxn>
              </a:cxnLst>
              <a:rect l="0" t="0" r="r" b="b"/>
              <a:pathLst>
                <a:path w="156" h="36">
                  <a:moveTo>
                    <a:pt x="156" y="20"/>
                  </a:moveTo>
                  <a:cubicBezTo>
                    <a:pt x="132" y="36"/>
                    <a:pt x="132" y="36"/>
                    <a:pt x="132" y="36"/>
                  </a:cubicBezTo>
                  <a:cubicBezTo>
                    <a:pt x="20" y="17"/>
                    <a:pt x="16" y="17"/>
                    <a:pt x="7" y="15"/>
                  </a:cubicBezTo>
                  <a:cubicBezTo>
                    <a:pt x="2" y="14"/>
                    <a:pt x="1" y="20"/>
                    <a:pt x="1" y="20"/>
                  </a:cubicBezTo>
                  <a:cubicBezTo>
                    <a:pt x="1" y="20"/>
                    <a:pt x="0" y="15"/>
                    <a:pt x="4" y="12"/>
                  </a:cubicBezTo>
                  <a:cubicBezTo>
                    <a:pt x="7" y="10"/>
                    <a:pt x="14" y="6"/>
                    <a:pt x="21" y="1"/>
                  </a:cubicBezTo>
                  <a:cubicBezTo>
                    <a:pt x="23" y="0"/>
                    <a:pt x="25" y="0"/>
                    <a:pt x="25" y="0"/>
                  </a:cubicBezTo>
                  <a:cubicBezTo>
                    <a:pt x="25" y="0"/>
                    <a:pt x="146" y="17"/>
                    <a:pt x="148" y="18"/>
                  </a:cubicBezTo>
                  <a:cubicBezTo>
                    <a:pt x="155" y="19"/>
                    <a:pt x="156" y="20"/>
                    <a:pt x="156" y="20"/>
                  </a:cubicBezTo>
                  <a:close/>
                </a:path>
              </a:pathLst>
            </a:custGeom>
            <a:solidFill>
              <a:srgbClr val="22A3DD"/>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94" name="Freeform 284"/>
            <p:cNvSpPr>
              <a:spLocks/>
            </p:cNvSpPr>
            <p:nvPr/>
          </p:nvSpPr>
          <p:spPr bwMode="auto">
            <a:xfrm>
              <a:off x="2752926" y="1298774"/>
              <a:ext cx="114300" cy="79375"/>
            </a:xfrm>
            <a:custGeom>
              <a:avLst/>
              <a:gdLst/>
              <a:ahLst/>
              <a:cxnLst>
                <a:cxn ang="0">
                  <a:pos x="0" y="16"/>
                </a:cxn>
                <a:cxn ang="0">
                  <a:pos x="31" y="0"/>
                </a:cxn>
                <a:cxn ang="0">
                  <a:pos x="36" y="6"/>
                </a:cxn>
                <a:cxn ang="0">
                  <a:pos x="7" y="25"/>
                </a:cxn>
                <a:cxn ang="0">
                  <a:pos x="0" y="16"/>
                </a:cxn>
              </a:cxnLst>
              <a:rect l="0" t="0" r="r" b="b"/>
              <a:pathLst>
                <a:path w="36" h="25">
                  <a:moveTo>
                    <a:pt x="0" y="16"/>
                  </a:moveTo>
                  <a:cubicBezTo>
                    <a:pt x="0" y="16"/>
                    <a:pt x="27" y="1"/>
                    <a:pt x="31" y="0"/>
                  </a:cubicBezTo>
                  <a:cubicBezTo>
                    <a:pt x="35" y="1"/>
                    <a:pt x="36" y="3"/>
                    <a:pt x="36" y="6"/>
                  </a:cubicBezTo>
                  <a:cubicBezTo>
                    <a:pt x="7" y="25"/>
                    <a:pt x="7" y="25"/>
                    <a:pt x="7" y="25"/>
                  </a:cubicBezTo>
                  <a:lnTo>
                    <a:pt x="0" y="16"/>
                  </a:lnTo>
                  <a:close/>
                </a:path>
              </a:pathLst>
            </a:custGeom>
            <a:solidFill>
              <a:srgbClr val="22A3DD"/>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95" name="Freeform 285"/>
            <p:cNvSpPr>
              <a:spLocks/>
            </p:cNvSpPr>
            <p:nvPr/>
          </p:nvSpPr>
          <p:spPr bwMode="auto">
            <a:xfrm>
              <a:off x="2360813" y="1282899"/>
              <a:ext cx="423863" cy="596900"/>
            </a:xfrm>
            <a:custGeom>
              <a:avLst/>
              <a:gdLst/>
              <a:ahLst/>
              <a:cxnLst>
                <a:cxn ang="0">
                  <a:pos x="127" y="20"/>
                </a:cxn>
                <a:cxn ang="0">
                  <a:pos x="7" y="1"/>
                </a:cxn>
                <a:cxn ang="0">
                  <a:pos x="0" y="5"/>
                </a:cxn>
                <a:cxn ang="0">
                  <a:pos x="0" y="147"/>
                </a:cxn>
                <a:cxn ang="0">
                  <a:pos x="7" y="160"/>
                </a:cxn>
                <a:cxn ang="0">
                  <a:pos x="121" y="185"/>
                </a:cxn>
                <a:cxn ang="0">
                  <a:pos x="132" y="177"/>
                </a:cxn>
                <a:cxn ang="0">
                  <a:pos x="132" y="29"/>
                </a:cxn>
                <a:cxn ang="0">
                  <a:pos x="127" y="20"/>
                </a:cxn>
              </a:cxnLst>
              <a:rect l="0" t="0" r="r" b="b"/>
              <a:pathLst>
                <a:path w="133" h="188">
                  <a:moveTo>
                    <a:pt x="127" y="20"/>
                  </a:moveTo>
                  <a:cubicBezTo>
                    <a:pt x="20" y="2"/>
                    <a:pt x="16" y="3"/>
                    <a:pt x="7" y="1"/>
                  </a:cubicBezTo>
                  <a:cubicBezTo>
                    <a:pt x="0" y="0"/>
                    <a:pt x="0" y="5"/>
                    <a:pt x="0" y="5"/>
                  </a:cubicBezTo>
                  <a:cubicBezTo>
                    <a:pt x="0" y="5"/>
                    <a:pt x="0" y="135"/>
                    <a:pt x="0" y="147"/>
                  </a:cubicBezTo>
                  <a:cubicBezTo>
                    <a:pt x="0" y="158"/>
                    <a:pt x="2" y="158"/>
                    <a:pt x="7" y="160"/>
                  </a:cubicBezTo>
                  <a:cubicBezTo>
                    <a:pt x="10" y="161"/>
                    <a:pt x="88" y="177"/>
                    <a:pt x="121" y="185"/>
                  </a:cubicBezTo>
                  <a:cubicBezTo>
                    <a:pt x="133" y="188"/>
                    <a:pt x="132" y="181"/>
                    <a:pt x="132" y="177"/>
                  </a:cubicBezTo>
                  <a:cubicBezTo>
                    <a:pt x="132" y="177"/>
                    <a:pt x="132" y="36"/>
                    <a:pt x="132" y="29"/>
                  </a:cubicBezTo>
                  <a:cubicBezTo>
                    <a:pt x="132" y="25"/>
                    <a:pt x="129" y="21"/>
                    <a:pt x="127" y="20"/>
                  </a:cubicBezTo>
                  <a:close/>
                </a:path>
              </a:pathLst>
            </a:custGeom>
            <a:solidFill>
              <a:srgbClr val="C1E5F3"/>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96" name="Freeform 286"/>
            <p:cNvSpPr>
              <a:spLocks/>
            </p:cNvSpPr>
            <p:nvPr/>
          </p:nvSpPr>
          <p:spPr bwMode="auto">
            <a:xfrm>
              <a:off x="2379863" y="1301949"/>
              <a:ext cx="382588" cy="549275"/>
            </a:xfrm>
            <a:custGeom>
              <a:avLst/>
              <a:gdLst/>
              <a:ahLst/>
              <a:cxnLst>
                <a:cxn ang="0">
                  <a:pos x="114" y="19"/>
                </a:cxn>
                <a:cxn ang="0">
                  <a:pos x="6" y="1"/>
                </a:cxn>
                <a:cxn ang="0">
                  <a:pos x="0" y="5"/>
                </a:cxn>
                <a:cxn ang="0">
                  <a:pos x="0" y="135"/>
                </a:cxn>
                <a:cxn ang="0">
                  <a:pos x="6" y="148"/>
                </a:cxn>
                <a:cxn ang="0">
                  <a:pos x="109" y="170"/>
                </a:cxn>
                <a:cxn ang="0">
                  <a:pos x="119" y="163"/>
                </a:cxn>
                <a:cxn ang="0">
                  <a:pos x="118" y="27"/>
                </a:cxn>
                <a:cxn ang="0">
                  <a:pos x="114" y="19"/>
                </a:cxn>
              </a:cxnLst>
              <a:rect l="0" t="0" r="r" b="b"/>
              <a:pathLst>
                <a:path w="120" h="173">
                  <a:moveTo>
                    <a:pt x="114" y="19"/>
                  </a:moveTo>
                  <a:cubicBezTo>
                    <a:pt x="14" y="1"/>
                    <a:pt x="15" y="3"/>
                    <a:pt x="6" y="1"/>
                  </a:cubicBezTo>
                  <a:cubicBezTo>
                    <a:pt x="0" y="0"/>
                    <a:pt x="0" y="5"/>
                    <a:pt x="0" y="5"/>
                  </a:cubicBezTo>
                  <a:cubicBezTo>
                    <a:pt x="0" y="5"/>
                    <a:pt x="0" y="124"/>
                    <a:pt x="0" y="135"/>
                  </a:cubicBezTo>
                  <a:cubicBezTo>
                    <a:pt x="0" y="146"/>
                    <a:pt x="2" y="146"/>
                    <a:pt x="6" y="148"/>
                  </a:cubicBezTo>
                  <a:cubicBezTo>
                    <a:pt x="9" y="148"/>
                    <a:pt x="79" y="163"/>
                    <a:pt x="109" y="170"/>
                  </a:cubicBezTo>
                  <a:cubicBezTo>
                    <a:pt x="120" y="173"/>
                    <a:pt x="118" y="166"/>
                    <a:pt x="119" y="163"/>
                  </a:cubicBezTo>
                  <a:cubicBezTo>
                    <a:pt x="119" y="163"/>
                    <a:pt x="118" y="33"/>
                    <a:pt x="118" y="27"/>
                  </a:cubicBezTo>
                  <a:cubicBezTo>
                    <a:pt x="118" y="22"/>
                    <a:pt x="118" y="19"/>
                    <a:pt x="114" y="19"/>
                  </a:cubicBezTo>
                  <a:close/>
                </a:path>
              </a:pathLst>
            </a:custGeom>
            <a:solidFill>
              <a:srgbClr val="22A3DD"/>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97" name="Freeform 287"/>
            <p:cNvSpPr>
              <a:spLocks noEditPoints="1"/>
            </p:cNvSpPr>
            <p:nvPr/>
          </p:nvSpPr>
          <p:spPr bwMode="auto">
            <a:xfrm>
              <a:off x="2376688" y="1301949"/>
              <a:ext cx="385763" cy="546100"/>
            </a:xfrm>
            <a:custGeom>
              <a:avLst/>
              <a:gdLst/>
              <a:ahLst/>
              <a:cxnLst>
                <a:cxn ang="0">
                  <a:pos x="2" y="1"/>
                </a:cxn>
                <a:cxn ang="0">
                  <a:pos x="0" y="5"/>
                </a:cxn>
                <a:cxn ang="0">
                  <a:pos x="0" y="135"/>
                </a:cxn>
                <a:cxn ang="0">
                  <a:pos x="7" y="148"/>
                </a:cxn>
                <a:cxn ang="0">
                  <a:pos x="69" y="162"/>
                </a:cxn>
                <a:cxn ang="0">
                  <a:pos x="110" y="171"/>
                </a:cxn>
                <a:cxn ang="0">
                  <a:pos x="117" y="171"/>
                </a:cxn>
                <a:cxn ang="0">
                  <a:pos x="120" y="163"/>
                </a:cxn>
                <a:cxn ang="0">
                  <a:pos x="120" y="27"/>
                </a:cxn>
                <a:cxn ang="0">
                  <a:pos x="115" y="18"/>
                </a:cxn>
                <a:cxn ang="0">
                  <a:pos x="115" y="18"/>
                </a:cxn>
                <a:cxn ang="0">
                  <a:pos x="8" y="1"/>
                </a:cxn>
                <a:cxn ang="0">
                  <a:pos x="2" y="1"/>
                </a:cxn>
                <a:cxn ang="0">
                  <a:pos x="110" y="170"/>
                </a:cxn>
                <a:cxn ang="0">
                  <a:pos x="69" y="160"/>
                </a:cxn>
                <a:cxn ang="0">
                  <a:pos x="8" y="147"/>
                </a:cxn>
                <a:cxn ang="0">
                  <a:pos x="2" y="135"/>
                </a:cxn>
                <a:cxn ang="0">
                  <a:pos x="2" y="5"/>
                </a:cxn>
                <a:cxn ang="0">
                  <a:pos x="3" y="3"/>
                </a:cxn>
                <a:cxn ang="0">
                  <a:pos x="7" y="2"/>
                </a:cxn>
                <a:cxn ang="0">
                  <a:pos x="115" y="19"/>
                </a:cxn>
                <a:cxn ang="0">
                  <a:pos x="119" y="27"/>
                </a:cxn>
                <a:cxn ang="0">
                  <a:pos x="119" y="163"/>
                </a:cxn>
                <a:cxn ang="0">
                  <a:pos x="117" y="170"/>
                </a:cxn>
                <a:cxn ang="0">
                  <a:pos x="110" y="170"/>
                </a:cxn>
              </a:cxnLst>
              <a:rect l="0" t="0" r="r" b="b"/>
              <a:pathLst>
                <a:path w="121" h="172">
                  <a:moveTo>
                    <a:pt x="2" y="1"/>
                  </a:moveTo>
                  <a:cubicBezTo>
                    <a:pt x="1" y="3"/>
                    <a:pt x="0" y="5"/>
                    <a:pt x="0" y="5"/>
                  </a:cubicBezTo>
                  <a:cubicBezTo>
                    <a:pt x="0" y="135"/>
                    <a:pt x="0" y="135"/>
                    <a:pt x="0" y="135"/>
                  </a:cubicBezTo>
                  <a:cubicBezTo>
                    <a:pt x="0" y="146"/>
                    <a:pt x="2" y="146"/>
                    <a:pt x="7" y="148"/>
                  </a:cubicBezTo>
                  <a:cubicBezTo>
                    <a:pt x="8" y="149"/>
                    <a:pt x="31" y="154"/>
                    <a:pt x="69" y="162"/>
                  </a:cubicBezTo>
                  <a:cubicBezTo>
                    <a:pt x="110" y="171"/>
                    <a:pt x="110" y="171"/>
                    <a:pt x="110" y="171"/>
                  </a:cubicBezTo>
                  <a:cubicBezTo>
                    <a:pt x="112" y="172"/>
                    <a:pt x="116" y="172"/>
                    <a:pt x="117" y="171"/>
                  </a:cubicBezTo>
                  <a:cubicBezTo>
                    <a:pt x="121" y="169"/>
                    <a:pt x="120" y="163"/>
                    <a:pt x="120" y="163"/>
                  </a:cubicBezTo>
                  <a:cubicBezTo>
                    <a:pt x="120" y="27"/>
                    <a:pt x="120" y="27"/>
                    <a:pt x="120" y="27"/>
                  </a:cubicBezTo>
                  <a:cubicBezTo>
                    <a:pt x="120" y="23"/>
                    <a:pt x="120" y="19"/>
                    <a:pt x="115" y="18"/>
                  </a:cubicBezTo>
                  <a:cubicBezTo>
                    <a:pt x="115" y="18"/>
                    <a:pt x="115" y="18"/>
                    <a:pt x="115" y="18"/>
                  </a:cubicBezTo>
                  <a:cubicBezTo>
                    <a:pt x="8" y="1"/>
                    <a:pt x="8" y="1"/>
                    <a:pt x="8" y="1"/>
                  </a:cubicBezTo>
                  <a:cubicBezTo>
                    <a:pt x="5" y="0"/>
                    <a:pt x="4" y="0"/>
                    <a:pt x="2" y="1"/>
                  </a:cubicBezTo>
                  <a:close/>
                  <a:moveTo>
                    <a:pt x="110" y="170"/>
                  </a:moveTo>
                  <a:cubicBezTo>
                    <a:pt x="69" y="160"/>
                    <a:pt x="69" y="160"/>
                    <a:pt x="69" y="160"/>
                  </a:cubicBezTo>
                  <a:cubicBezTo>
                    <a:pt x="37" y="153"/>
                    <a:pt x="9" y="147"/>
                    <a:pt x="8" y="147"/>
                  </a:cubicBezTo>
                  <a:cubicBezTo>
                    <a:pt x="3" y="145"/>
                    <a:pt x="2" y="145"/>
                    <a:pt x="2" y="135"/>
                  </a:cubicBezTo>
                  <a:cubicBezTo>
                    <a:pt x="2" y="5"/>
                    <a:pt x="2" y="5"/>
                    <a:pt x="2" y="5"/>
                  </a:cubicBezTo>
                  <a:cubicBezTo>
                    <a:pt x="2" y="5"/>
                    <a:pt x="2" y="3"/>
                    <a:pt x="3" y="3"/>
                  </a:cubicBezTo>
                  <a:cubicBezTo>
                    <a:pt x="4" y="2"/>
                    <a:pt x="5" y="2"/>
                    <a:pt x="7" y="2"/>
                  </a:cubicBezTo>
                  <a:cubicBezTo>
                    <a:pt x="115" y="19"/>
                    <a:pt x="115" y="19"/>
                    <a:pt x="115" y="19"/>
                  </a:cubicBezTo>
                  <a:cubicBezTo>
                    <a:pt x="118" y="20"/>
                    <a:pt x="119" y="22"/>
                    <a:pt x="119" y="27"/>
                  </a:cubicBezTo>
                  <a:cubicBezTo>
                    <a:pt x="119" y="163"/>
                    <a:pt x="119" y="163"/>
                    <a:pt x="119" y="163"/>
                  </a:cubicBezTo>
                  <a:cubicBezTo>
                    <a:pt x="119" y="163"/>
                    <a:pt x="119" y="168"/>
                    <a:pt x="117" y="170"/>
                  </a:cubicBezTo>
                  <a:cubicBezTo>
                    <a:pt x="116" y="170"/>
                    <a:pt x="112" y="170"/>
                    <a:pt x="110" y="170"/>
                  </a:cubicBezTo>
                  <a:close/>
                </a:path>
              </a:pathLst>
            </a:custGeom>
            <a:solidFill>
              <a:srgbClr val="22A3DD"/>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98" name="Freeform 288"/>
            <p:cNvSpPr>
              <a:spLocks/>
            </p:cNvSpPr>
            <p:nvPr/>
          </p:nvSpPr>
          <p:spPr bwMode="auto">
            <a:xfrm>
              <a:off x="2462413" y="1632149"/>
              <a:ext cx="217488" cy="127000"/>
            </a:xfrm>
            <a:custGeom>
              <a:avLst/>
              <a:gdLst/>
              <a:ahLst/>
              <a:cxnLst>
                <a:cxn ang="0">
                  <a:pos x="60" y="39"/>
                </a:cxn>
                <a:cxn ang="0">
                  <a:pos x="8" y="26"/>
                </a:cxn>
                <a:cxn ang="0">
                  <a:pos x="0" y="15"/>
                </a:cxn>
                <a:cxn ang="0">
                  <a:pos x="0" y="7"/>
                </a:cxn>
                <a:cxn ang="0">
                  <a:pos x="8" y="1"/>
                </a:cxn>
                <a:cxn ang="0">
                  <a:pos x="60" y="14"/>
                </a:cxn>
                <a:cxn ang="0">
                  <a:pos x="68" y="24"/>
                </a:cxn>
                <a:cxn ang="0">
                  <a:pos x="68" y="32"/>
                </a:cxn>
                <a:cxn ang="0">
                  <a:pos x="60" y="39"/>
                </a:cxn>
              </a:cxnLst>
              <a:rect l="0" t="0" r="r" b="b"/>
              <a:pathLst>
                <a:path w="68" h="40">
                  <a:moveTo>
                    <a:pt x="60" y="39"/>
                  </a:moveTo>
                  <a:cubicBezTo>
                    <a:pt x="8" y="26"/>
                    <a:pt x="8" y="26"/>
                    <a:pt x="8" y="26"/>
                  </a:cubicBezTo>
                  <a:cubicBezTo>
                    <a:pt x="4" y="25"/>
                    <a:pt x="0" y="20"/>
                    <a:pt x="0" y="15"/>
                  </a:cubicBezTo>
                  <a:cubicBezTo>
                    <a:pt x="0" y="7"/>
                    <a:pt x="0" y="7"/>
                    <a:pt x="0" y="7"/>
                  </a:cubicBezTo>
                  <a:cubicBezTo>
                    <a:pt x="0" y="3"/>
                    <a:pt x="4" y="0"/>
                    <a:pt x="8" y="1"/>
                  </a:cubicBezTo>
                  <a:cubicBezTo>
                    <a:pt x="60" y="14"/>
                    <a:pt x="60" y="14"/>
                    <a:pt x="60" y="14"/>
                  </a:cubicBezTo>
                  <a:cubicBezTo>
                    <a:pt x="64" y="15"/>
                    <a:pt x="68" y="20"/>
                    <a:pt x="68" y="24"/>
                  </a:cubicBezTo>
                  <a:cubicBezTo>
                    <a:pt x="68" y="32"/>
                    <a:pt x="68" y="32"/>
                    <a:pt x="68" y="32"/>
                  </a:cubicBezTo>
                  <a:cubicBezTo>
                    <a:pt x="68" y="37"/>
                    <a:pt x="64" y="40"/>
                    <a:pt x="60" y="39"/>
                  </a:cubicBezTo>
                  <a:close/>
                </a:path>
              </a:pathLst>
            </a:custGeom>
            <a:solidFill>
              <a:srgbClr val="126AAC"/>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99" name="Freeform 289"/>
            <p:cNvSpPr>
              <a:spLocks/>
            </p:cNvSpPr>
            <p:nvPr/>
          </p:nvSpPr>
          <p:spPr bwMode="auto">
            <a:xfrm>
              <a:off x="2465588" y="1486099"/>
              <a:ext cx="211138" cy="92075"/>
            </a:xfrm>
            <a:custGeom>
              <a:avLst/>
              <a:gdLst/>
              <a:ahLst/>
              <a:cxnLst>
                <a:cxn ang="0">
                  <a:pos x="33" y="12"/>
                </a:cxn>
                <a:cxn ang="0">
                  <a:pos x="61" y="29"/>
                </a:cxn>
                <a:cxn ang="0">
                  <a:pos x="66" y="25"/>
                </a:cxn>
                <a:cxn ang="0">
                  <a:pos x="33" y="3"/>
                </a:cxn>
                <a:cxn ang="0">
                  <a:pos x="0" y="8"/>
                </a:cxn>
                <a:cxn ang="0">
                  <a:pos x="5" y="15"/>
                </a:cxn>
                <a:cxn ang="0">
                  <a:pos x="33" y="12"/>
                </a:cxn>
              </a:cxnLst>
              <a:rect l="0" t="0" r="r" b="b"/>
              <a:pathLst>
                <a:path w="66" h="29">
                  <a:moveTo>
                    <a:pt x="33" y="12"/>
                  </a:moveTo>
                  <a:cubicBezTo>
                    <a:pt x="44" y="14"/>
                    <a:pt x="53" y="21"/>
                    <a:pt x="61" y="29"/>
                  </a:cubicBezTo>
                  <a:cubicBezTo>
                    <a:pt x="66" y="25"/>
                    <a:pt x="66" y="25"/>
                    <a:pt x="66" y="25"/>
                  </a:cubicBezTo>
                  <a:cubicBezTo>
                    <a:pt x="57" y="15"/>
                    <a:pt x="46" y="6"/>
                    <a:pt x="33" y="3"/>
                  </a:cubicBezTo>
                  <a:cubicBezTo>
                    <a:pt x="20" y="0"/>
                    <a:pt x="9" y="3"/>
                    <a:pt x="0" y="8"/>
                  </a:cubicBezTo>
                  <a:cubicBezTo>
                    <a:pt x="5" y="15"/>
                    <a:pt x="5" y="15"/>
                    <a:pt x="5" y="15"/>
                  </a:cubicBezTo>
                  <a:cubicBezTo>
                    <a:pt x="13" y="11"/>
                    <a:pt x="22" y="9"/>
                    <a:pt x="33" y="12"/>
                  </a:cubicBezTo>
                  <a:close/>
                </a:path>
              </a:pathLst>
            </a:custGeom>
            <a:solidFill>
              <a:srgbClr val="126AAC"/>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00" name="Freeform 290"/>
            <p:cNvSpPr>
              <a:spLocks/>
            </p:cNvSpPr>
            <p:nvPr/>
          </p:nvSpPr>
          <p:spPr bwMode="auto">
            <a:xfrm>
              <a:off x="2500513" y="1543249"/>
              <a:ext cx="141288" cy="66675"/>
            </a:xfrm>
            <a:custGeom>
              <a:avLst/>
              <a:gdLst/>
              <a:ahLst/>
              <a:cxnLst>
                <a:cxn ang="0">
                  <a:pos x="22" y="10"/>
                </a:cxn>
                <a:cxn ang="0">
                  <a:pos x="39" y="21"/>
                </a:cxn>
                <a:cxn ang="0">
                  <a:pos x="44" y="16"/>
                </a:cxn>
                <a:cxn ang="0">
                  <a:pos x="22" y="2"/>
                </a:cxn>
                <a:cxn ang="0">
                  <a:pos x="0" y="5"/>
                </a:cxn>
                <a:cxn ang="0">
                  <a:pos x="5" y="12"/>
                </a:cxn>
                <a:cxn ang="0">
                  <a:pos x="22" y="10"/>
                </a:cxn>
              </a:cxnLst>
              <a:rect l="0" t="0" r="r" b="b"/>
              <a:pathLst>
                <a:path w="44" h="21">
                  <a:moveTo>
                    <a:pt x="22" y="10"/>
                  </a:moveTo>
                  <a:cubicBezTo>
                    <a:pt x="28" y="12"/>
                    <a:pt x="34" y="16"/>
                    <a:pt x="39" y="21"/>
                  </a:cubicBezTo>
                  <a:cubicBezTo>
                    <a:pt x="44" y="16"/>
                    <a:pt x="44" y="16"/>
                    <a:pt x="44" y="16"/>
                  </a:cubicBezTo>
                  <a:cubicBezTo>
                    <a:pt x="38" y="9"/>
                    <a:pt x="30" y="4"/>
                    <a:pt x="22" y="2"/>
                  </a:cubicBezTo>
                  <a:cubicBezTo>
                    <a:pt x="13" y="0"/>
                    <a:pt x="6" y="1"/>
                    <a:pt x="0" y="5"/>
                  </a:cubicBezTo>
                  <a:cubicBezTo>
                    <a:pt x="5" y="12"/>
                    <a:pt x="5" y="12"/>
                    <a:pt x="5" y="12"/>
                  </a:cubicBezTo>
                  <a:cubicBezTo>
                    <a:pt x="10" y="10"/>
                    <a:pt x="16" y="9"/>
                    <a:pt x="22" y="10"/>
                  </a:cubicBezTo>
                  <a:close/>
                </a:path>
              </a:pathLst>
            </a:custGeom>
            <a:solidFill>
              <a:srgbClr val="126AAC"/>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01" name="Freeform 291"/>
            <p:cNvSpPr>
              <a:spLocks/>
            </p:cNvSpPr>
            <p:nvPr/>
          </p:nvSpPr>
          <p:spPr bwMode="auto">
            <a:xfrm>
              <a:off x="2537026" y="1597224"/>
              <a:ext cx="69850" cy="57150"/>
            </a:xfrm>
            <a:custGeom>
              <a:avLst/>
              <a:gdLst/>
              <a:ahLst/>
              <a:cxnLst>
                <a:cxn ang="0">
                  <a:pos x="22" y="8"/>
                </a:cxn>
                <a:cxn ang="0">
                  <a:pos x="11" y="1"/>
                </a:cxn>
                <a:cxn ang="0">
                  <a:pos x="0" y="3"/>
                </a:cxn>
                <a:cxn ang="0">
                  <a:pos x="11" y="18"/>
                </a:cxn>
                <a:cxn ang="0">
                  <a:pos x="22" y="8"/>
                </a:cxn>
              </a:cxnLst>
              <a:rect l="0" t="0" r="r" b="b"/>
              <a:pathLst>
                <a:path w="22" h="18">
                  <a:moveTo>
                    <a:pt x="22" y="8"/>
                  </a:moveTo>
                  <a:cubicBezTo>
                    <a:pt x="19" y="5"/>
                    <a:pt x="15" y="2"/>
                    <a:pt x="11" y="1"/>
                  </a:cubicBezTo>
                  <a:cubicBezTo>
                    <a:pt x="7" y="0"/>
                    <a:pt x="3" y="1"/>
                    <a:pt x="0" y="3"/>
                  </a:cubicBezTo>
                  <a:cubicBezTo>
                    <a:pt x="11" y="18"/>
                    <a:pt x="11" y="18"/>
                    <a:pt x="11" y="18"/>
                  </a:cubicBezTo>
                  <a:lnTo>
                    <a:pt x="22" y="8"/>
                  </a:lnTo>
                  <a:close/>
                </a:path>
              </a:pathLst>
            </a:custGeom>
            <a:solidFill>
              <a:srgbClr val="126AAC"/>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02" name="Freeform 292"/>
            <p:cNvSpPr>
              <a:spLocks/>
            </p:cNvSpPr>
            <p:nvPr/>
          </p:nvSpPr>
          <p:spPr bwMode="auto">
            <a:xfrm>
              <a:off x="2459238" y="1616274"/>
              <a:ext cx="217488" cy="127000"/>
            </a:xfrm>
            <a:custGeom>
              <a:avLst/>
              <a:gdLst/>
              <a:ahLst/>
              <a:cxnLst>
                <a:cxn ang="0">
                  <a:pos x="60" y="39"/>
                </a:cxn>
                <a:cxn ang="0">
                  <a:pos x="8" y="26"/>
                </a:cxn>
                <a:cxn ang="0">
                  <a:pos x="0" y="16"/>
                </a:cxn>
                <a:cxn ang="0">
                  <a:pos x="0" y="8"/>
                </a:cxn>
                <a:cxn ang="0">
                  <a:pos x="8" y="2"/>
                </a:cxn>
                <a:cxn ang="0">
                  <a:pos x="60" y="14"/>
                </a:cxn>
                <a:cxn ang="0">
                  <a:pos x="68" y="25"/>
                </a:cxn>
                <a:cxn ang="0">
                  <a:pos x="68" y="33"/>
                </a:cxn>
                <a:cxn ang="0">
                  <a:pos x="60" y="39"/>
                </a:cxn>
              </a:cxnLst>
              <a:rect l="0" t="0" r="r" b="b"/>
              <a:pathLst>
                <a:path w="68" h="40">
                  <a:moveTo>
                    <a:pt x="60" y="39"/>
                  </a:moveTo>
                  <a:cubicBezTo>
                    <a:pt x="8" y="26"/>
                    <a:pt x="8" y="26"/>
                    <a:pt x="8" y="26"/>
                  </a:cubicBezTo>
                  <a:cubicBezTo>
                    <a:pt x="4" y="25"/>
                    <a:pt x="0" y="20"/>
                    <a:pt x="0" y="16"/>
                  </a:cubicBezTo>
                  <a:cubicBezTo>
                    <a:pt x="0" y="8"/>
                    <a:pt x="0" y="8"/>
                    <a:pt x="0" y="8"/>
                  </a:cubicBezTo>
                  <a:cubicBezTo>
                    <a:pt x="0" y="3"/>
                    <a:pt x="4" y="0"/>
                    <a:pt x="8" y="2"/>
                  </a:cubicBezTo>
                  <a:cubicBezTo>
                    <a:pt x="60" y="14"/>
                    <a:pt x="60" y="14"/>
                    <a:pt x="60" y="14"/>
                  </a:cubicBezTo>
                  <a:cubicBezTo>
                    <a:pt x="64" y="16"/>
                    <a:pt x="68" y="20"/>
                    <a:pt x="68" y="25"/>
                  </a:cubicBezTo>
                  <a:cubicBezTo>
                    <a:pt x="68" y="33"/>
                    <a:pt x="68" y="33"/>
                    <a:pt x="68" y="33"/>
                  </a:cubicBezTo>
                  <a:cubicBezTo>
                    <a:pt x="68" y="37"/>
                    <a:pt x="64" y="40"/>
                    <a:pt x="60" y="39"/>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03" name="Freeform 293"/>
            <p:cNvSpPr>
              <a:spLocks/>
            </p:cNvSpPr>
            <p:nvPr/>
          </p:nvSpPr>
          <p:spPr bwMode="auto">
            <a:xfrm>
              <a:off x="2462413" y="1470224"/>
              <a:ext cx="211138" cy="92075"/>
            </a:xfrm>
            <a:custGeom>
              <a:avLst/>
              <a:gdLst/>
              <a:ahLst/>
              <a:cxnLst>
                <a:cxn ang="0">
                  <a:pos x="33" y="12"/>
                </a:cxn>
                <a:cxn ang="0">
                  <a:pos x="61" y="29"/>
                </a:cxn>
                <a:cxn ang="0">
                  <a:pos x="66" y="25"/>
                </a:cxn>
                <a:cxn ang="0">
                  <a:pos x="33" y="4"/>
                </a:cxn>
                <a:cxn ang="0">
                  <a:pos x="0" y="8"/>
                </a:cxn>
                <a:cxn ang="0">
                  <a:pos x="5" y="16"/>
                </a:cxn>
                <a:cxn ang="0">
                  <a:pos x="33" y="12"/>
                </a:cxn>
              </a:cxnLst>
              <a:rect l="0" t="0" r="r" b="b"/>
              <a:pathLst>
                <a:path w="66" h="29">
                  <a:moveTo>
                    <a:pt x="33" y="12"/>
                  </a:moveTo>
                  <a:cubicBezTo>
                    <a:pt x="44" y="15"/>
                    <a:pt x="53" y="21"/>
                    <a:pt x="61" y="29"/>
                  </a:cubicBezTo>
                  <a:cubicBezTo>
                    <a:pt x="66" y="25"/>
                    <a:pt x="66" y="25"/>
                    <a:pt x="66" y="25"/>
                  </a:cubicBezTo>
                  <a:cubicBezTo>
                    <a:pt x="57" y="15"/>
                    <a:pt x="46" y="7"/>
                    <a:pt x="33" y="4"/>
                  </a:cubicBezTo>
                  <a:cubicBezTo>
                    <a:pt x="20" y="0"/>
                    <a:pt x="9" y="3"/>
                    <a:pt x="0" y="8"/>
                  </a:cubicBezTo>
                  <a:cubicBezTo>
                    <a:pt x="5" y="16"/>
                    <a:pt x="5" y="16"/>
                    <a:pt x="5" y="16"/>
                  </a:cubicBezTo>
                  <a:cubicBezTo>
                    <a:pt x="13" y="11"/>
                    <a:pt x="22" y="9"/>
                    <a:pt x="33" y="12"/>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04" name="Freeform 294"/>
            <p:cNvSpPr>
              <a:spLocks/>
            </p:cNvSpPr>
            <p:nvPr/>
          </p:nvSpPr>
          <p:spPr bwMode="auto">
            <a:xfrm>
              <a:off x="2497338" y="1527374"/>
              <a:ext cx="141288" cy="66675"/>
            </a:xfrm>
            <a:custGeom>
              <a:avLst/>
              <a:gdLst/>
              <a:ahLst/>
              <a:cxnLst>
                <a:cxn ang="0">
                  <a:pos x="22" y="11"/>
                </a:cxn>
                <a:cxn ang="0">
                  <a:pos x="39" y="21"/>
                </a:cxn>
                <a:cxn ang="0">
                  <a:pos x="44" y="16"/>
                </a:cxn>
                <a:cxn ang="0">
                  <a:pos x="22" y="2"/>
                </a:cxn>
                <a:cxn ang="0">
                  <a:pos x="0" y="5"/>
                </a:cxn>
                <a:cxn ang="0">
                  <a:pos x="5" y="13"/>
                </a:cxn>
                <a:cxn ang="0">
                  <a:pos x="22" y="11"/>
                </a:cxn>
              </a:cxnLst>
              <a:rect l="0" t="0" r="r" b="b"/>
              <a:pathLst>
                <a:path w="44" h="21">
                  <a:moveTo>
                    <a:pt x="22" y="11"/>
                  </a:moveTo>
                  <a:cubicBezTo>
                    <a:pt x="28" y="12"/>
                    <a:pt x="34" y="16"/>
                    <a:pt x="39" y="21"/>
                  </a:cubicBezTo>
                  <a:cubicBezTo>
                    <a:pt x="44" y="16"/>
                    <a:pt x="44" y="16"/>
                    <a:pt x="44" y="16"/>
                  </a:cubicBezTo>
                  <a:cubicBezTo>
                    <a:pt x="38" y="10"/>
                    <a:pt x="30" y="4"/>
                    <a:pt x="22" y="2"/>
                  </a:cubicBezTo>
                  <a:cubicBezTo>
                    <a:pt x="13" y="0"/>
                    <a:pt x="6" y="2"/>
                    <a:pt x="0" y="5"/>
                  </a:cubicBezTo>
                  <a:cubicBezTo>
                    <a:pt x="5" y="13"/>
                    <a:pt x="5" y="13"/>
                    <a:pt x="5" y="13"/>
                  </a:cubicBezTo>
                  <a:cubicBezTo>
                    <a:pt x="10" y="10"/>
                    <a:pt x="16" y="9"/>
                    <a:pt x="22" y="11"/>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05" name="Freeform 295"/>
            <p:cNvSpPr>
              <a:spLocks/>
            </p:cNvSpPr>
            <p:nvPr/>
          </p:nvSpPr>
          <p:spPr bwMode="auto">
            <a:xfrm>
              <a:off x="2533851" y="1584524"/>
              <a:ext cx="69850" cy="57150"/>
            </a:xfrm>
            <a:custGeom>
              <a:avLst/>
              <a:gdLst/>
              <a:ahLst/>
              <a:cxnLst>
                <a:cxn ang="0">
                  <a:pos x="22" y="8"/>
                </a:cxn>
                <a:cxn ang="0">
                  <a:pos x="11" y="1"/>
                </a:cxn>
                <a:cxn ang="0">
                  <a:pos x="0" y="2"/>
                </a:cxn>
                <a:cxn ang="0">
                  <a:pos x="11" y="18"/>
                </a:cxn>
                <a:cxn ang="0">
                  <a:pos x="22" y="8"/>
                </a:cxn>
              </a:cxnLst>
              <a:rect l="0" t="0" r="r" b="b"/>
              <a:pathLst>
                <a:path w="22" h="18">
                  <a:moveTo>
                    <a:pt x="22" y="8"/>
                  </a:moveTo>
                  <a:cubicBezTo>
                    <a:pt x="19" y="5"/>
                    <a:pt x="15" y="2"/>
                    <a:pt x="11" y="1"/>
                  </a:cubicBezTo>
                  <a:cubicBezTo>
                    <a:pt x="7" y="0"/>
                    <a:pt x="3" y="0"/>
                    <a:pt x="0" y="2"/>
                  </a:cubicBezTo>
                  <a:cubicBezTo>
                    <a:pt x="11" y="18"/>
                    <a:pt x="11" y="18"/>
                    <a:pt x="11" y="18"/>
                  </a:cubicBezTo>
                  <a:lnTo>
                    <a:pt x="22" y="8"/>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pic>
        <p:nvPicPr>
          <p:cNvPr id="406" name="图片 405"/>
          <p:cNvPicPr>
            <a:picLocks noChangeAspect="1"/>
          </p:cNvPicPr>
          <p:nvPr/>
        </p:nvPicPr>
        <p:blipFill>
          <a:blip r:embed="rId48"/>
          <a:stretch>
            <a:fillRect/>
          </a:stretch>
        </p:blipFill>
        <p:spPr>
          <a:xfrm>
            <a:off x="4077536" y="3579658"/>
            <a:ext cx="809682" cy="516172"/>
          </a:xfrm>
          <a:prstGeom prst="rect">
            <a:avLst/>
          </a:prstGeom>
        </p:spPr>
      </p:pic>
      <p:pic>
        <p:nvPicPr>
          <p:cNvPr id="407" name="图片 406"/>
          <p:cNvPicPr>
            <a:picLocks noChangeAspect="1"/>
          </p:cNvPicPr>
          <p:nvPr/>
        </p:nvPicPr>
        <p:blipFill>
          <a:blip r:embed="rId49"/>
          <a:stretch>
            <a:fillRect/>
          </a:stretch>
        </p:blipFill>
        <p:spPr>
          <a:xfrm>
            <a:off x="4892353" y="3579236"/>
            <a:ext cx="774838" cy="450487"/>
          </a:xfrm>
          <a:prstGeom prst="rect">
            <a:avLst/>
          </a:prstGeom>
        </p:spPr>
      </p:pic>
      <p:pic>
        <p:nvPicPr>
          <p:cNvPr id="410" name="图片 409"/>
          <p:cNvPicPr>
            <a:picLocks noChangeAspect="1"/>
          </p:cNvPicPr>
          <p:nvPr/>
        </p:nvPicPr>
        <p:blipFill>
          <a:blip r:embed="rId50"/>
          <a:stretch>
            <a:fillRect/>
          </a:stretch>
        </p:blipFill>
        <p:spPr>
          <a:xfrm>
            <a:off x="3286410" y="3429565"/>
            <a:ext cx="757790" cy="778840"/>
          </a:xfrm>
          <a:prstGeom prst="rect">
            <a:avLst/>
          </a:prstGeom>
        </p:spPr>
      </p:pic>
      <p:pic>
        <p:nvPicPr>
          <p:cNvPr id="412" name="图片 411"/>
          <p:cNvPicPr>
            <a:picLocks noChangeAspect="1"/>
          </p:cNvPicPr>
          <p:nvPr/>
        </p:nvPicPr>
        <p:blipFill>
          <a:blip r:embed="rId51" cstate="print"/>
          <a:stretch>
            <a:fillRect/>
          </a:stretch>
        </p:blipFill>
        <p:spPr>
          <a:xfrm>
            <a:off x="5748867" y="3428180"/>
            <a:ext cx="709952" cy="778657"/>
          </a:xfrm>
          <a:prstGeom prst="rect">
            <a:avLst/>
          </a:prstGeom>
        </p:spPr>
      </p:pic>
      <p:pic>
        <p:nvPicPr>
          <p:cNvPr id="413" name="图片 412"/>
          <p:cNvPicPr>
            <a:picLocks noChangeAspect="1"/>
          </p:cNvPicPr>
          <p:nvPr/>
        </p:nvPicPr>
        <p:blipFill>
          <a:blip r:embed="rId52" cstate="print"/>
          <a:stretch>
            <a:fillRect/>
          </a:stretch>
        </p:blipFill>
        <p:spPr>
          <a:xfrm>
            <a:off x="6551832" y="3436594"/>
            <a:ext cx="703807" cy="771917"/>
          </a:xfrm>
          <a:prstGeom prst="rect">
            <a:avLst/>
          </a:prstGeom>
        </p:spPr>
      </p:pic>
      <p:pic>
        <p:nvPicPr>
          <p:cNvPr id="414" name="图片 413"/>
          <p:cNvPicPr>
            <a:picLocks noChangeAspect="1"/>
          </p:cNvPicPr>
          <p:nvPr/>
        </p:nvPicPr>
        <p:blipFill>
          <a:blip r:embed="rId53" cstate="print"/>
          <a:stretch>
            <a:fillRect/>
          </a:stretch>
        </p:blipFill>
        <p:spPr>
          <a:xfrm>
            <a:off x="7452360" y="3462344"/>
            <a:ext cx="488961" cy="738054"/>
          </a:xfrm>
          <a:prstGeom prst="rect">
            <a:avLst/>
          </a:prstGeom>
        </p:spPr>
      </p:pic>
      <p:pic>
        <p:nvPicPr>
          <p:cNvPr id="415" name="图片 414"/>
          <p:cNvPicPr>
            <a:picLocks noChangeAspect="1"/>
          </p:cNvPicPr>
          <p:nvPr/>
        </p:nvPicPr>
        <p:blipFill>
          <a:blip r:embed="rId54" cstate="print"/>
          <a:stretch>
            <a:fillRect/>
          </a:stretch>
        </p:blipFill>
        <p:spPr>
          <a:xfrm>
            <a:off x="8194209" y="3418883"/>
            <a:ext cx="694518" cy="757656"/>
          </a:xfrm>
          <a:prstGeom prst="rect">
            <a:avLst/>
          </a:prstGeom>
        </p:spPr>
      </p:pic>
      <p:pic>
        <p:nvPicPr>
          <p:cNvPr id="416" name="图片 415"/>
          <p:cNvPicPr>
            <a:picLocks noChangeAspect="1"/>
          </p:cNvPicPr>
          <p:nvPr/>
        </p:nvPicPr>
        <p:blipFill>
          <a:blip r:embed="rId55" cstate="print"/>
          <a:stretch>
            <a:fillRect/>
          </a:stretch>
        </p:blipFill>
        <p:spPr>
          <a:xfrm>
            <a:off x="8937805" y="3468539"/>
            <a:ext cx="828000" cy="708000"/>
          </a:xfrm>
          <a:prstGeom prst="rect">
            <a:avLst/>
          </a:prstGeom>
        </p:spPr>
      </p:pic>
      <p:pic>
        <p:nvPicPr>
          <p:cNvPr id="417" name="图片 416"/>
          <p:cNvPicPr>
            <a:picLocks noChangeAspect="1"/>
          </p:cNvPicPr>
          <p:nvPr/>
        </p:nvPicPr>
        <p:blipFill>
          <a:blip r:embed="rId56" cstate="print"/>
          <a:stretch>
            <a:fillRect/>
          </a:stretch>
        </p:blipFill>
        <p:spPr>
          <a:xfrm>
            <a:off x="9758000" y="3440316"/>
            <a:ext cx="780000" cy="744000"/>
          </a:xfrm>
          <a:prstGeom prst="rect">
            <a:avLst/>
          </a:prstGeom>
        </p:spPr>
      </p:pic>
      <p:pic>
        <p:nvPicPr>
          <p:cNvPr id="418" name="图片 417"/>
          <p:cNvPicPr>
            <a:picLocks noChangeAspect="1"/>
          </p:cNvPicPr>
          <p:nvPr/>
        </p:nvPicPr>
        <p:blipFill>
          <a:blip r:embed="rId57" cstate="print"/>
          <a:stretch>
            <a:fillRect/>
          </a:stretch>
        </p:blipFill>
        <p:spPr>
          <a:xfrm>
            <a:off x="42026" y="4600555"/>
            <a:ext cx="768000" cy="720000"/>
          </a:xfrm>
          <a:prstGeom prst="rect">
            <a:avLst/>
          </a:prstGeom>
        </p:spPr>
      </p:pic>
      <p:pic>
        <p:nvPicPr>
          <p:cNvPr id="419" name="图片 418"/>
          <p:cNvPicPr>
            <a:picLocks noChangeAspect="1"/>
          </p:cNvPicPr>
          <p:nvPr/>
        </p:nvPicPr>
        <p:blipFill>
          <a:blip r:embed="rId58" cstate="print"/>
          <a:stretch>
            <a:fillRect/>
          </a:stretch>
        </p:blipFill>
        <p:spPr>
          <a:xfrm>
            <a:off x="10599983" y="3441740"/>
            <a:ext cx="744000" cy="768000"/>
          </a:xfrm>
          <a:prstGeom prst="rect">
            <a:avLst/>
          </a:prstGeom>
        </p:spPr>
      </p:pic>
      <p:pic>
        <p:nvPicPr>
          <p:cNvPr id="420" name="图片 419"/>
          <p:cNvPicPr>
            <a:picLocks noChangeAspect="1"/>
          </p:cNvPicPr>
          <p:nvPr/>
        </p:nvPicPr>
        <p:blipFill>
          <a:blip r:embed="rId59" cstate="print"/>
          <a:stretch>
            <a:fillRect/>
          </a:stretch>
        </p:blipFill>
        <p:spPr>
          <a:xfrm>
            <a:off x="971565" y="4570432"/>
            <a:ext cx="508779" cy="753747"/>
          </a:xfrm>
          <a:prstGeom prst="rect">
            <a:avLst/>
          </a:prstGeom>
        </p:spPr>
      </p:pic>
      <p:pic>
        <p:nvPicPr>
          <p:cNvPr id="421" name="图片 420"/>
          <p:cNvPicPr>
            <a:picLocks noChangeAspect="1"/>
          </p:cNvPicPr>
          <p:nvPr/>
        </p:nvPicPr>
        <p:blipFill>
          <a:blip r:embed="rId60" cstate="print"/>
          <a:stretch>
            <a:fillRect/>
          </a:stretch>
        </p:blipFill>
        <p:spPr>
          <a:xfrm>
            <a:off x="1644373" y="4570432"/>
            <a:ext cx="768307" cy="757008"/>
          </a:xfrm>
          <a:prstGeom prst="rect">
            <a:avLst/>
          </a:prstGeom>
        </p:spPr>
      </p:pic>
      <p:pic>
        <p:nvPicPr>
          <p:cNvPr id="422" name="图片 421"/>
          <p:cNvPicPr>
            <a:picLocks noChangeAspect="1"/>
          </p:cNvPicPr>
          <p:nvPr/>
        </p:nvPicPr>
        <p:blipFill>
          <a:blip r:embed="rId61" cstate="print"/>
          <a:stretch>
            <a:fillRect/>
          </a:stretch>
        </p:blipFill>
        <p:spPr>
          <a:xfrm>
            <a:off x="11412000" y="3478609"/>
            <a:ext cx="780000" cy="672000"/>
          </a:xfrm>
          <a:prstGeom prst="rect">
            <a:avLst/>
          </a:prstGeom>
        </p:spPr>
      </p:pic>
      <p:sp>
        <p:nvSpPr>
          <p:cNvPr id="436" name="Rectangle 17"/>
          <p:cNvSpPr>
            <a:spLocks noChangeArrowheads="1"/>
          </p:cNvSpPr>
          <p:nvPr/>
        </p:nvSpPr>
        <p:spPr bwMode="auto">
          <a:xfrm>
            <a:off x="181092" y="1988840"/>
            <a:ext cx="602604"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MDU</a:t>
            </a:r>
            <a:endParaRPr lang="en-US" altLang="zh-CN" sz="800" b="1" dirty="0">
              <a:latin typeface="微软雅黑" panose="020B0503020204020204" pitchFamily="34" charset="-122"/>
              <a:ea typeface="微软雅黑" panose="020B0503020204020204" pitchFamily="34" charset="-122"/>
            </a:endParaRPr>
          </a:p>
        </p:txBody>
      </p:sp>
      <p:sp>
        <p:nvSpPr>
          <p:cNvPr id="437" name="Rectangle 17"/>
          <p:cNvSpPr>
            <a:spLocks noChangeArrowheads="1"/>
          </p:cNvSpPr>
          <p:nvPr/>
        </p:nvSpPr>
        <p:spPr bwMode="auto">
          <a:xfrm>
            <a:off x="1045001" y="1993305"/>
            <a:ext cx="442488"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ONT</a:t>
            </a:r>
            <a:endParaRPr lang="en-US" altLang="zh-CN" sz="800" b="1" dirty="0">
              <a:latin typeface="微软雅黑" panose="020B0503020204020204" pitchFamily="34" charset="-122"/>
              <a:ea typeface="微软雅黑" panose="020B0503020204020204" pitchFamily="34" charset="-122"/>
            </a:endParaRPr>
          </a:p>
        </p:txBody>
      </p:sp>
      <p:sp>
        <p:nvSpPr>
          <p:cNvPr id="438" name="Rectangle 17"/>
          <p:cNvSpPr>
            <a:spLocks noChangeArrowheads="1"/>
          </p:cNvSpPr>
          <p:nvPr/>
        </p:nvSpPr>
        <p:spPr bwMode="auto">
          <a:xfrm>
            <a:off x="1733544" y="1988840"/>
            <a:ext cx="733391"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组播服务器</a:t>
            </a:r>
            <a:endParaRPr lang="en-US" altLang="zh-CN" sz="800" b="1" dirty="0">
              <a:latin typeface="微软雅黑" panose="020B0503020204020204" pitchFamily="34" charset="-122"/>
              <a:ea typeface="微软雅黑" panose="020B0503020204020204" pitchFamily="34" charset="-122"/>
            </a:endParaRPr>
          </a:p>
        </p:txBody>
      </p:sp>
      <p:sp>
        <p:nvSpPr>
          <p:cNvPr id="439" name="Rectangle 17"/>
          <p:cNvSpPr>
            <a:spLocks noChangeArrowheads="1"/>
          </p:cNvSpPr>
          <p:nvPr/>
        </p:nvSpPr>
        <p:spPr bwMode="auto">
          <a:xfrm>
            <a:off x="2549077" y="1988840"/>
            <a:ext cx="738612"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三层交换机</a:t>
            </a:r>
            <a:endParaRPr lang="en-US" altLang="zh-CN" sz="800" b="1" dirty="0">
              <a:latin typeface="微软雅黑" panose="020B0503020204020204" pitchFamily="34" charset="-122"/>
              <a:ea typeface="微软雅黑" panose="020B0503020204020204" pitchFamily="34" charset="-122"/>
            </a:endParaRPr>
          </a:p>
        </p:txBody>
      </p:sp>
      <p:sp>
        <p:nvSpPr>
          <p:cNvPr id="440" name="Rectangle 17"/>
          <p:cNvSpPr>
            <a:spLocks noChangeArrowheads="1"/>
          </p:cNvSpPr>
          <p:nvPr/>
        </p:nvSpPr>
        <p:spPr bwMode="auto">
          <a:xfrm>
            <a:off x="3358035" y="2008636"/>
            <a:ext cx="728100"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线路仿真仪</a:t>
            </a:r>
            <a:endParaRPr lang="en-US" altLang="zh-CN" sz="800" b="1" dirty="0">
              <a:latin typeface="微软雅黑" panose="020B0503020204020204" pitchFamily="34" charset="-122"/>
              <a:ea typeface="微软雅黑" panose="020B0503020204020204" pitchFamily="34" charset="-122"/>
            </a:endParaRPr>
          </a:p>
        </p:txBody>
      </p:sp>
      <p:sp>
        <p:nvSpPr>
          <p:cNvPr id="441" name="Rectangle 17"/>
          <p:cNvSpPr>
            <a:spLocks noChangeArrowheads="1"/>
          </p:cNvSpPr>
          <p:nvPr/>
        </p:nvSpPr>
        <p:spPr bwMode="auto">
          <a:xfrm>
            <a:off x="4227180" y="2001913"/>
            <a:ext cx="499625"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呼叫器</a:t>
            </a:r>
            <a:endParaRPr lang="en-US" altLang="zh-CN" sz="800" b="1" dirty="0">
              <a:latin typeface="微软雅黑" panose="020B0503020204020204" pitchFamily="34" charset="-122"/>
              <a:ea typeface="微软雅黑" panose="020B0503020204020204" pitchFamily="34" charset="-122"/>
            </a:endParaRPr>
          </a:p>
        </p:txBody>
      </p:sp>
      <p:sp>
        <p:nvSpPr>
          <p:cNvPr id="442" name="Rectangle 17"/>
          <p:cNvSpPr>
            <a:spLocks noChangeArrowheads="1"/>
          </p:cNvSpPr>
          <p:nvPr/>
        </p:nvSpPr>
        <p:spPr bwMode="auto">
          <a:xfrm>
            <a:off x="1748052" y="3173937"/>
            <a:ext cx="610382"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上行光收</a:t>
            </a:r>
            <a:endParaRPr lang="en-US" altLang="zh-CN" sz="800" b="1" dirty="0">
              <a:latin typeface="微软雅黑" panose="020B0503020204020204" pitchFamily="34" charset="-122"/>
              <a:ea typeface="微软雅黑" panose="020B0503020204020204" pitchFamily="34" charset="-122"/>
            </a:endParaRPr>
          </a:p>
        </p:txBody>
      </p:sp>
      <p:sp>
        <p:nvSpPr>
          <p:cNvPr id="443" name="Rectangle 17"/>
          <p:cNvSpPr>
            <a:spLocks noChangeArrowheads="1"/>
          </p:cNvSpPr>
          <p:nvPr/>
        </p:nvSpPr>
        <p:spPr bwMode="auto">
          <a:xfrm>
            <a:off x="2503360" y="3173937"/>
            <a:ext cx="684687"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上行光发</a:t>
            </a:r>
            <a:endParaRPr lang="en-US" altLang="zh-CN" sz="800" b="1" dirty="0">
              <a:latin typeface="微软雅黑" panose="020B0503020204020204" pitchFamily="34" charset="-122"/>
              <a:ea typeface="微软雅黑" panose="020B0503020204020204" pitchFamily="34" charset="-122"/>
            </a:endParaRPr>
          </a:p>
        </p:txBody>
      </p:sp>
      <p:sp>
        <p:nvSpPr>
          <p:cNvPr id="444" name="Rectangle 17"/>
          <p:cNvSpPr>
            <a:spLocks noChangeArrowheads="1"/>
          </p:cNvSpPr>
          <p:nvPr/>
        </p:nvSpPr>
        <p:spPr bwMode="auto">
          <a:xfrm>
            <a:off x="3361894" y="3152945"/>
            <a:ext cx="620480"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下行光收</a:t>
            </a:r>
            <a:endParaRPr lang="en-US" altLang="zh-CN" sz="800" b="1" dirty="0">
              <a:latin typeface="微软雅黑" panose="020B0503020204020204" pitchFamily="34" charset="-122"/>
              <a:ea typeface="微软雅黑" panose="020B0503020204020204" pitchFamily="34" charset="-122"/>
            </a:endParaRPr>
          </a:p>
        </p:txBody>
      </p:sp>
      <p:sp>
        <p:nvSpPr>
          <p:cNvPr id="445" name="Rectangle 17"/>
          <p:cNvSpPr>
            <a:spLocks noChangeArrowheads="1"/>
          </p:cNvSpPr>
          <p:nvPr/>
        </p:nvSpPr>
        <p:spPr bwMode="auto">
          <a:xfrm>
            <a:off x="4173726" y="3173937"/>
            <a:ext cx="606532"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下行光发</a:t>
            </a:r>
            <a:endParaRPr lang="en-US" altLang="zh-CN" sz="800" b="1" dirty="0">
              <a:latin typeface="微软雅黑" panose="020B0503020204020204" pitchFamily="34" charset="-122"/>
              <a:ea typeface="微软雅黑" panose="020B0503020204020204" pitchFamily="34" charset="-122"/>
            </a:endParaRPr>
          </a:p>
        </p:txBody>
      </p:sp>
      <p:sp>
        <p:nvSpPr>
          <p:cNvPr id="446" name="Rectangle 17"/>
          <p:cNvSpPr>
            <a:spLocks noChangeArrowheads="1"/>
          </p:cNvSpPr>
          <p:nvPr/>
        </p:nvSpPr>
        <p:spPr bwMode="auto">
          <a:xfrm>
            <a:off x="4966174" y="3152177"/>
            <a:ext cx="636864"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通用光机</a:t>
            </a:r>
            <a:endParaRPr lang="en-US" altLang="zh-CN" sz="800" b="1" dirty="0">
              <a:latin typeface="微软雅黑" panose="020B0503020204020204" pitchFamily="34" charset="-122"/>
              <a:ea typeface="微软雅黑" panose="020B0503020204020204" pitchFamily="34" charset="-122"/>
            </a:endParaRPr>
          </a:p>
        </p:txBody>
      </p:sp>
      <p:sp>
        <p:nvSpPr>
          <p:cNvPr id="447" name="Rectangle 17"/>
          <p:cNvSpPr>
            <a:spLocks noChangeArrowheads="1"/>
          </p:cNvSpPr>
          <p:nvPr/>
        </p:nvSpPr>
        <p:spPr bwMode="auto">
          <a:xfrm>
            <a:off x="5793958" y="3169774"/>
            <a:ext cx="621908"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光放大器</a:t>
            </a:r>
            <a:endParaRPr lang="en-US" altLang="zh-CN" sz="800" b="1" dirty="0">
              <a:latin typeface="微软雅黑" panose="020B0503020204020204" pitchFamily="34" charset="-122"/>
              <a:ea typeface="微软雅黑" panose="020B0503020204020204" pitchFamily="34" charset="-122"/>
            </a:endParaRPr>
          </a:p>
        </p:txBody>
      </p:sp>
      <p:sp>
        <p:nvSpPr>
          <p:cNvPr id="448" name="Rectangle 17"/>
          <p:cNvSpPr>
            <a:spLocks noChangeArrowheads="1"/>
          </p:cNvSpPr>
          <p:nvPr/>
        </p:nvSpPr>
        <p:spPr bwMode="auto">
          <a:xfrm>
            <a:off x="6586838" y="3152177"/>
            <a:ext cx="796286"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单向放大器</a:t>
            </a:r>
            <a:endParaRPr lang="en-US" altLang="zh-CN" sz="800" b="1" dirty="0">
              <a:latin typeface="微软雅黑" panose="020B0503020204020204" pitchFamily="34" charset="-122"/>
              <a:ea typeface="微软雅黑" panose="020B0503020204020204" pitchFamily="34" charset="-122"/>
            </a:endParaRPr>
          </a:p>
        </p:txBody>
      </p:sp>
      <p:sp>
        <p:nvSpPr>
          <p:cNvPr id="449" name="Rectangle 17"/>
          <p:cNvSpPr>
            <a:spLocks noChangeArrowheads="1"/>
          </p:cNvSpPr>
          <p:nvPr/>
        </p:nvSpPr>
        <p:spPr bwMode="auto">
          <a:xfrm>
            <a:off x="7342390" y="3169774"/>
            <a:ext cx="734603"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双向放大器</a:t>
            </a:r>
            <a:endParaRPr lang="en-US" altLang="zh-CN" sz="800" b="1" dirty="0">
              <a:latin typeface="微软雅黑" panose="020B0503020204020204" pitchFamily="34" charset="-122"/>
              <a:ea typeface="微软雅黑" panose="020B0503020204020204" pitchFamily="34" charset="-122"/>
            </a:endParaRPr>
          </a:p>
        </p:txBody>
      </p:sp>
      <p:sp>
        <p:nvSpPr>
          <p:cNvPr id="450" name="Rectangle 17"/>
          <p:cNvSpPr>
            <a:spLocks noChangeArrowheads="1"/>
          </p:cNvSpPr>
          <p:nvPr/>
        </p:nvSpPr>
        <p:spPr bwMode="auto">
          <a:xfrm>
            <a:off x="8287540" y="3152177"/>
            <a:ext cx="545006"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分支器</a:t>
            </a:r>
            <a:endParaRPr lang="en-US" altLang="zh-CN" sz="800" b="1" dirty="0">
              <a:latin typeface="微软雅黑" panose="020B0503020204020204" pitchFamily="34" charset="-122"/>
              <a:ea typeface="微软雅黑" panose="020B0503020204020204" pitchFamily="34" charset="-122"/>
            </a:endParaRPr>
          </a:p>
        </p:txBody>
      </p:sp>
      <p:sp>
        <p:nvSpPr>
          <p:cNvPr id="451" name="Rectangle 17"/>
          <p:cNvSpPr>
            <a:spLocks noChangeArrowheads="1"/>
          </p:cNvSpPr>
          <p:nvPr/>
        </p:nvSpPr>
        <p:spPr bwMode="auto">
          <a:xfrm>
            <a:off x="9060071" y="3159365"/>
            <a:ext cx="491669"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分配器</a:t>
            </a:r>
            <a:endParaRPr lang="en-US" altLang="zh-CN" sz="800" b="1" dirty="0">
              <a:latin typeface="微软雅黑" panose="020B0503020204020204" pitchFamily="34" charset="-122"/>
              <a:ea typeface="微软雅黑" panose="020B0503020204020204" pitchFamily="34" charset="-122"/>
            </a:endParaRPr>
          </a:p>
        </p:txBody>
      </p:sp>
      <p:sp>
        <p:nvSpPr>
          <p:cNvPr id="452" name="Rectangle 17"/>
          <p:cNvSpPr>
            <a:spLocks noChangeArrowheads="1"/>
          </p:cNvSpPr>
          <p:nvPr/>
        </p:nvSpPr>
        <p:spPr bwMode="auto">
          <a:xfrm>
            <a:off x="9912118" y="3152177"/>
            <a:ext cx="543201" cy="215444"/>
          </a:xfrm>
          <a:prstGeom prst="rect">
            <a:avLst/>
          </a:prstGeom>
          <a:noFill/>
        </p:spPr>
        <p:txBody>
          <a:bodyPr wrap="square" rtlCol="0">
            <a:spAutoFit/>
          </a:bodyPr>
          <a:lstStyle/>
          <a:p>
            <a:r>
              <a:rPr lang="zh-CN" altLang="en-US" sz="800" b="1" dirty="0">
                <a:latin typeface="微软雅黑" panose="020B0503020204020204" pitchFamily="34" charset="-122"/>
                <a:ea typeface="微软雅黑" panose="020B0503020204020204" pitchFamily="34" charset="-122"/>
              </a:rPr>
              <a:t>混频器</a:t>
            </a:r>
            <a:endParaRPr lang="en-US" altLang="zh-CN" sz="800" b="1" dirty="0">
              <a:latin typeface="微软雅黑" panose="020B0503020204020204" pitchFamily="34" charset="-122"/>
              <a:ea typeface="微软雅黑" panose="020B0503020204020204" pitchFamily="34" charset="-122"/>
            </a:endParaRPr>
          </a:p>
        </p:txBody>
      </p:sp>
      <p:sp>
        <p:nvSpPr>
          <p:cNvPr id="453" name="Rectangle 17"/>
          <p:cNvSpPr>
            <a:spLocks noChangeArrowheads="1"/>
          </p:cNvSpPr>
          <p:nvPr/>
        </p:nvSpPr>
        <p:spPr bwMode="auto">
          <a:xfrm>
            <a:off x="10705358" y="3145032"/>
            <a:ext cx="520920"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EQAM</a:t>
            </a:r>
            <a:endParaRPr lang="en-US" altLang="zh-CN" sz="800" b="1" dirty="0">
              <a:latin typeface="微软雅黑" panose="020B0503020204020204" pitchFamily="34" charset="-122"/>
              <a:ea typeface="微软雅黑" panose="020B0503020204020204" pitchFamily="34" charset="-122"/>
            </a:endParaRPr>
          </a:p>
        </p:txBody>
      </p:sp>
      <p:sp>
        <p:nvSpPr>
          <p:cNvPr id="454" name="Rectangle 17"/>
          <p:cNvSpPr>
            <a:spLocks noChangeArrowheads="1"/>
          </p:cNvSpPr>
          <p:nvPr/>
        </p:nvSpPr>
        <p:spPr bwMode="auto">
          <a:xfrm>
            <a:off x="11468504" y="3143867"/>
            <a:ext cx="723496"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D-CMTS</a:t>
            </a:r>
            <a:endParaRPr lang="en-US" altLang="zh-CN" sz="800" b="1" dirty="0">
              <a:latin typeface="微软雅黑" panose="020B0503020204020204" pitchFamily="34" charset="-122"/>
              <a:ea typeface="微软雅黑" panose="020B0503020204020204" pitchFamily="34" charset="-122"/>
            </a:endParaRPr>
          </a:p>
        </p:txBody>
      </p:sp>
      <p:sp>
        <p:nvSpPr>
          <p:cNvPr id="455" name="Rectangle 17"/>
          <p:cNvSpPr>
            <a:spLocks noChangeArrowheads="1"/>
          </p:cNvSpPr>
          <p:nvPr/>
        </p:nvSpPr>
        <p:spPr bwMode="auto">
          <a:xfrm>
            <a:off x="223383" y="4284416"/>
            <a:ext cx="576063"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机房</a:t>
            </a:r>
            <a:endParaRPr lang="en-US" altLang="zh-CN" sz="800" b="1" dirty="0" smtClean="0">
              <a:latin typeface="微软雅黑" panose="020B0503020204020204" pitchFamily="34" charset="-122"/>
              <a:ea typeface="微软雅黑" panose="020B0503020204020204" pitchFamily="34" charset="-122"/>
            </a:endParaRPr>
          </a:p>
        </p:txBody>
      </p:sp>
      <p:sp>
        <p:nvSpPr>
          <p:cNvPr id="456" name="Rectangle 17"/>
          <p:cNvSpPr>
            <a:spLocks noChangeArrowheads="1"/>
          </p:cNvSpPr>
          <p:nvPr/>
        </p:nvSpPr>
        <p:spPr bwMode="auto">
          <a:xfrm>
            <a:off x="1011590" y="4264093"/>
            <a:ext cx="576063"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RSG</a:t>
            </a:r>
            <a:endParaRPr lang="zh-CN" altLang="en-US" sz="800" b="1" dirty="0">
              <a:latin typeface="微软雅黑" panose="020B0503020204020204" pitchFamily="34" charset="-122"/>
              <a:ea typeface="微软雅黑" panose="020B0503020204020204" pitchFamily="34" charset="-122"/>
            </a:endParaRPr>
          </a:p>
        </p:txBody>
      </p:sp>
      <p:sp>
        <p:nvSpPr>
          <p:cNvPr id="457" name="Rectangle 17"/>
          <p:cNvSpPr>
            <a:spLocks noChangeArrowheads="1"/>
          </p:cNvSpPr>
          <p:nvPr/>
        </p:nvSpPr>
        <p:spPr bwMode="auto">
          <a:xfrm>
            <a:off x="1819331" y="4264093"/>
            <a:ext cx="576063"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微基站</a:t>
            </a:r>
            <a:endParaRPr lang="en-US" altLang="zh-CN" sz="800" b="1" dirty="0" smtClean="0">
              <a:latin typeface="微软雅黑" panose="020B0503020204020204" pitchFamily="34" charset="-122"/>
              <a:ea typeface="微软雅黑" panose="020B0503020204020204" pitchFamily="34" charset="-122"/>
            </a:endParaRPr>
          </a:p>
        </p:txBody>
      </p:sp>
      <p:sp>
        <p:nvSpPr>
          <p:cNvPr id="458" name="Rectangle 17"/>
          <p:cNvSpPr>
            <a:spLocks noChangeArrowheads="1"/>
          </p:cNvSpPr>
          <p:nvPr/>
        </p:nvSpPr>
        <p:spPr bwMode="auto">
          <a:xfrm>
            <a:off x="2535209" y="4275321"/>
            <a:ext cx="720080"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微微基站</a:t>
            </a:r>
            <a:endParaRPr lang="en-US" altLang="zh-CN" sz="800" b="1" dirty="0" smtClean="0">
              <a:latin typeface="微软雅黑" panose="020B0503020204020204" pitchFamily="34" charset="-122"/>
              <a:ea typeface="微软雅黑" panose="020B0503020204020204" pitchFamily="34" charset="-122"/>
            </a:endParaRPr>
          </a:p>
        </p:txBody>
      </p:sp>
      <p:sp>
        <p:nvSpPr>
          <p:cNvPr id="459" name="Rectangle 17"/>
          <p:cNvSpPr>
            <a:spLocks noChangeArrowheads="1"/>
          </p:cNvSpPr>
          <p:nvPr/>
        </p:nvSpPr>
        <p:spPr bwMode="auto">
          <a:xfrm>
            <a:off x="4036181" y="4237460"/>
            <a:ext cx="805031" cy="33855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ADSL/VDSL modem</a:t>
            </a:r>
            <a:endParaRPr lang="zh-CN" altLang="zh-CN" sz="800" b="1" dirty="0">
              <a:latin typeface="微软雅黑" panose="020B0503020204020204" pitchFamily="34" charset="-122"/>
              <a:ea typeface="微软雅黑" panose="020B0503020204020204" pitchFamily="34" charset="-122"/>
            </a:endParaRPr>
          </a:p>
        </p:txBody>
      </p:sp>
      <p:sp>
        <p:nvSpPr>
          <p:cNvPr id="460" name="Rectangle 17"/>
          <p:cNvSpPr>
            <a:spLocks noChangeArrowheads="1"/>
          </p:cNvSpPr>
          <p:nvPr/>
        </p:nvSpPr>
        <p:spPr bwMode="auto">
          <a:xfrm>
            <a:off x="5065888" y="4275321"/>
            <a:ext cx="487826"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企业</a:t>
            </a:r>
            <a:endParaRPr lang="zh-CN" altLang="zh-CN" sz="800" b="1" dirty="0">
              <a:latin typeface="微软雅黑" panose="020B0503020204020204" pitchFamily="34" charset="-122"/>
              <a:ea typeface="微软雅黑" panose="020B0503020204020204" pitchFamily="34" charset="-122"/>
            </a:endParaRPr>
          </a:p>
        </p:txBody>
      </p:sp>
      <p:sp>
        <p:nvSpPr>
          <p:cNvPr id="461" name="Rectangle 17"/>
          <p:cNvSpPr>
            <a:spLocks noChangeArrowheads="1"/>
          </p:cNvSpPr>
          <p:nvPr/>
        </p:nvSpPr>
        <p:spPr bwMode="auto">
          <a:xfrm>
            <a:off x="3334857" y="4285905"/>
            <a:ext cx="741796"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笔记本电脑</a:t>
            </a:r>
            <a:endParaRPr lang="zh-CN" altLang="zh-CN" sz="800" b="1" dirty="0">
              <a:latin typeface="微软雅黑" panose="020B0503020204020204" pitchFamily="34" charset="-122"/>
              <a:ea typeface="微软雅黑" panose="020B0503020204020204" pitchFamily="34" charset="-122"/>
            </a:endParaRPr>
          </a:p>
        </p:txBody>
      </p:sp>
      <p:sp>
        <p:nvSpPr>
          <p:cNvPr id="462" name="文本框 461"/>
          <p:cNvSpPr txBox="1"/>
          <p:nvPr/>
        </p:nvSpPr>
        <p:spPr>
          <a:xfrm>
            <a:off x="5815262" y="4275321"/>
            <a:ext cx="579300"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MSAN</a:t>
            </a:r>
            <a:endParaRPr lang="zh-CN" altLang="en-US" sz="800" b="1" dirty="0">
              <a:latin typeface="微软雅黑" panose="020B0503020204020204" pitchFamily="34" charset="-122"/>
              <a:ea typeface="微软雅黑" panose="020B0503020204020204" pitchFamily="34" charset="-122"/>
            </a:endParaRPr>
          </a:p>
        </p:txBody>
      </p:sp>
      <p:sp>
        <p:nvSpPr>
          <p:cNvPr id="463" name="文本框 462"/>
          <p:cNvSpPr txBox="1"/>
          <p:nvPr/>
        </p:nvSpPr>
        <p:spPr>
          <a:xfrm>
            <a:off x="6573525" y="4264093"/>
            <a:ext cx="766590"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DSLAN</a:t>
            </a:r>
            <a:endParaRPr lang="zh-CN" altLang="en-US" sz="800" b="1" dirty="0">
              <a:latin typeface="微软雅黑" panose="020B0503020204020204" pitchFamily="34" charset="-122"/>
              <a:ea typeface="微软雅黑" panose="020B0503020204020204" pitchFamily="34" charset="-122"/>
            </a:endParaRPr>
          </a:p>
        </p:txBody>
      </p:sp>
      <p:sp>
        <p:nvSpPr>
          <p:cNvPr id="464" name="文本框 463"/>
          <p:cNvSpPr txBox="1"/>
          <p:nvPr/>
        </p:nvSpPr>
        <p:spPr>
          <a:xfrm>
            <a:off x="7407300" y="4275321"/>
            <a:ext cx="766590"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MD5500</a:t>
            </a:r>
            <a:endParaRPr lang="zh-CN" altLang="en-US" sz="800" b="1" dirty="0">
              <a:latin typeface="微软雅黑" panose="020B0503020204020204" pitchFamily="34" charset="-122"/>
              <a:ea typeface="微软雅黑" panose="020B0503020204020204" pitchFamily="34" charset="-122"/>
            </a:endParaRPr>
          </a:p>
        </p:txBody>
      </p:sp>
      <p:sp>
        <p:nvSpPr>
          <p:cNvPr id="465" name="文本框 464"/>
          <p:cNvSpPr txBox="1"/>
          <p:nvPr/>
        </p:nvSpPr>
        <p:spPr>
          <a:xfrm>
            <a:off x="8179748" y="4275321"/>
            <a:ext cx="707743"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光分路单元</a:t>
            </a:r>
            <a:endParaRPr lang="zh-CN" altLang="en-US" sz="800" b="1" dirty="0">
              <a:latin typeface="微软雅黑" panose="020B0503020204020204" pitchFamily="34" charset="-122"/>
              <a:ea typeface="微软雅黑" panose="020B0503020204020204" pitchFamily="34" charset="-122"/>
            </a:endParaRPr>
          </a:p>
        </p:txBody>
      </p:sp>
      <p:sp>
        <p:nvSpPr>
          <p:cNvPr id="466" name="文本框 465"/>
          <p:cNvSpPr txBox="1"/>
          <p:nvPr/>
        </p:nvSpPr>
        <p:spPr>
          <a:xfrm>
            <a:off x="9025799" y="4258004"/>
            <a:ext cx="730169"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光缆交接箱</a:t>
            </a:r>
            <a:endParaRPr lang="zh-CN" altLang="en-US" sz="800" b="1" dirty="0">
              <a:latin typeface="微软雅黑" panose="020B0503020204020204" pitchFamily="34" charset="-122"/>
              <a:ea typeface="微软雅黑" panose="020B0503020204020204" pitchFamily="34" charset="-122"/>
            </a:endParaRPr>
          </a:p>
        </p:txBody>
      </p:sp>
      <p:sp>
        <p:nvSpPr>
          <p:cNvPr id="467" name="文本框 466"/>
          <p:cNvSpPr txBox="1"/>
          <p:nvPr/>
        </p:nvSpPr>
        <p:spPr>
          <a:xfrm>
            <a:off x="9898563" y="4275321"/>
            <a:ext cx="527516"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分纤盒</a:t>
            </a:r>
            <a:endParaRPr lang="zh-CN" altLang="en-US" sz="800" b="1" dirty="0">
              <a:latin typeface="微软雅黑" panose="020B0503020204020204" pitchFamily="34" charset="-122"/>
              <a:ea typeface="微软雅黑" panose="020B0503020204020204" pitchFamily="34" charset="-122"/>
            </a:endParaRPr>
          </a:p>
        </p:txBody>
      </p:sp>
      <p:sp>
        <p:nvSpPr>
          <p:cNvPr id="468" name="文本框 467"/>
          <p:cNvSpPr txBox="1"/>
          <p:nvPr/>
        </p:nvSpPr>
        <p:spPr>
          <a:xfrm>
            <a:off x="10607012" y="4266598"/>
            <a:ext cx="739181"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光纤连接器</a:t>
            </a:r>
            <a:endParaRPr lang="zh-CN" altLang="en-US" sz="800" b="1" dirty="0">
              <a:latin typeface="微软雅黑" panose="020B0503020204020204" pitchFamily="34" charset="-122"/>
              <a:ea typeface="微软雅黑" panose="020B0503020204020204" pitchFamily="34" charset="-122"/>
            </a:endParaRPr>
          </a:p>
        </p:txBody>
      </p:sp>
      <p:sp>
        <p:nvSpPr>
          <p:cNvPr id="469" name="文本框 468"/>
          <p:cNvSpPr txBox="1"/>
          <p:nvPr/>
        </p:nvSpPr>
        <p:spPr>
          <a:xfrm>
            <a:off x="11485072" y="4268688"/>
            <a:ext cx="628321"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配线模块</a:t>
            </a:r>
            <a:endParaRPr lang="zh-CN" altLang="en-US" sz="800" b="1" dirty="0">
              <a:latin typeface="微软雅黑" panose="020B0503020204020204" pitchFamily="34" charset="-122"/>
              <a:ea typeface="微软雅黑" panose="020B0503020204020204" pitchFamily="34" charset="-122"/>
            </a:endParaRPr>
          </a:p>
        </p:txBody>
      </p:sp>
      <p:pic>
        <p:nvPicPr>
          <p:cNvPr id="470" name="图片 469"/>
          <p:cNvPicPr>
            <a:picLocks noChangeAspect="1"/>
          </p:cNvPicPr>
          <p:nvPr/>
        </p:nvPicPr>
        <p:blipFill>
          <a:blip r:embed="rId62" cstate="print"/>
          <a:stretch>
            <a:fillRect/>
          </a:stretch>
        </p:blipFill>
        <p:spPr>
          <a:xfrm>
            <a:off x="2507488" y="4570432"/>
            <a:ext cx="696000" cy="768000"/>
          </a:xfrm>
          <a:prstGeom prst="rect">
            <a:avLst/>
          </a:prstGeom>
        </p:spPr>
      </p:pic>
      <p:pic>
        <p:nvPicPr>
          <p:cNvPr id="471" name="图片 470"/>
          <p:cNvPicPr>
            <a:picLocks noChangeAspect="1"/>
          </p:cNvPicPr>
          <p:nvPr/>
        </p:nvPicPr>
        <p:blipFill>
          <a:blip r:embed="rId63" cstate="print"/>
          <a:stretch>
            <a:fillRect/>
          </a:stretch>
        </p:blipFill>
        <p:spPr>
          <a:xfrm>
            <a:off x="3313019" y="4578695"/>
            <a:ext cx="696000" cy="768000"/>
          </a:xfrm>
          <a:prstGeom prst="rect">
            <a:avLst/>
          </a:prstGeom>
        </p:spPr>
      </p:pic>
      <p:pic>
        <p:nvPicPr>
          <p:cNvPr id="472" name="图片 471"/>
          <p:cNvPicPr>
            <a:picLocks noChangeAspect="1"/>
          </p:cNvPicPr>
          <p:nvPr/>
        </p:nvPicPr>
        <p:blipFill>
          <a:blip r:embed="rId64" cstate="print"/>
          <a:stretch>
            <a:fillRect/>
          </a:stretch>
        </p:blipFill>
        <p:spPr>
          <a:xfrm>
            <a:off x="4090695" y="4583203"/>
            <a:ext cx="763685" cy="737351"/>
          </a:xfrm>
          <a:prstGeom prst="rect">
            <a:avLst/>
          </a:prstGeom>
        </p:spPr>
      </p:pic>
      <p:pic>
        <p:nvPicPr>
          <p:cNvPr id="473" name="图片 472"/>
          <p:cNvPicPr>
            <a:picLocks noChangeAspect="1"/>
          </p:cNvPicPr>
          <p:nvPr/>
        </p:nvPicPr>
        <p:blipFill>
          <a:blip r:embed="rId65" cstate="print"/>
          <a:stretch>
            <a:fillRect/>
          </a:stretch>
        </p:blipFill>
        <p:spPr>
          <a:xfrm>
            <a:off x="4894606" y="4564554"/>
            <a:ext cx="780000" cy="756000"/>
          </a:xfrm>
          <a:prstGeom prst="rect">
            <a:avLst/>
          </a:prstGeom>
        </p:spPr>
      </p:pic>
      <p:pic>
        <p:nvPicPr>
          <p:cNvPr id="474" name="图片 473"/>
          <p:cNvPicPr>
            <a:picLocks noChangeAspect="1"/>
          </p:cNvPicPr>
          <p:nvPr/>
        </p:nvPicPr>
        <p:blipFill>
          <a:blip r:embed="rId66" cstate="print"/>
          <a:stretch>
            <a:fillRect/>
          </a:stretch>
        </p:blipFill>
        <p:spPr>
          <a:xfrm>
            <a:off x="5686810" y="4669701"/>
            <a:ext cx="836204" cy="581707"/>
          </a:xfrm>
          <a:prstGeom prst="rect">
            <a:avLst/>
          </a:prstGeom>
        </p:spPr>
      </p:pic>
      <p:pic>
        <p:nvPicPr>
          <p:cNvPr id="475" name="图片 474"/>
          <p:cNvPicPr>
            <a:picLocks noChangeAspect="1"/>
          </p:cNvPicPr>
          <p:nvPr/>
        </p:nvPicPr>
        <p:blipFill>
          <a:blip r:embed="rId67" cstate="print"/>
          <a:stretch>
            <a:fillRect/>
          </a:stretch>
        </p:blipFill>
        <p:spPr>
          <a:xfrm>
            <a:off x="6517527" y="4583203"/>
            <a:ext cx="737351" cy="737351"/>
          </a:xfrm>
          <a:prstGeom prst="rect">
            <a:avLst/>
          </a:prstGeom>
        </p:spPr>
      </p:pic>
      <p:pic>
        <p:nvPicPr>
          <p:cNvPr id="476" name="图片 475"/>
          <p:cNvPicPr>
            <a:picLocks noChangeAspect="1"/>
          </p:cNvPicPr>
          <p:nvPr/>
        </p:nvPicPr>
        <p:blipFill>
          <a:blip r:embed="rId68" cstate="print"/>
          <a:stretch>
            <a:fillRect/>
          </a:stretch>
        </p:blipFill>
        <p:spPr>
          <a:xfrm>
            <a:off x="7307378" y="4583203"/>
            <a:ext cx="820567" cy="715366"/>
          </a:xfrm>
          <a:prstGeom prst="rect">
            <a:avLst/>
          </a:prstGeom>
        </p:spPr>
      </p:pic>
      <p:pic>
        <p:nvPicPr>
          <p:cNvPr id="477" name="图片 476"/>
          <p:cNvPicPr>
            <a:picLocks noChangeAspect="1"/>
          </p:cNvPicPr>
          <p:nvPr/>
        </p:nvPicPr>
        <p:blipFill>
          <a:blip r:embed="rId69" cstate="print"/>
          <a:stretch>
            <a:fillRect/>
          </a:stretch>
        </p:blipFill>
        <p:spPr>
          <a:xfrm>
            <a:off x="8151468" y="4595440"/>
            <a:ext cx="780000" cy="732000"/>
          </a:xfrm>
          <a:prstGeom prst="rect">
            <a:avLst/>
          </a:prstGeom>
        </p:spPr>
      </p:pic>
      <p:pic>
        <p:nvPicPr>
          <p:cNvPr id="478" name="图片 477"/>
          <p:cNvPicPr>
            <a:picLocks noChangeAspect="1"/>
          </p:cNvPicPr>
          <p:nvPr/>
        </p:nvPicPr>
        <p:blipFill>
          <a:blip r:embed="rId70" cstate="print"/>
          <a:stretch>
            <a:fillRect/>
          </a:stretch>
        </p:blipFill>
        <p:spPr>
          <a:xfrm>
            <a:off x="8927631" y="4611718"/>
            <a:ext cx="810504" cy="669547"/>
          </a:xfrm>
          <a:prstGeom prst="rect">
            <a:avLst/>
          </a:prstGeom>
        </p:spPr>
      </p:pic>
      <p:pic>
        <p:nvPicPr>
          <p:cNvPr id="479" name="图片 478"/>
          <p:cNvPicPr>
            <a:picLocks noChangeAspect="1"/>
          </p:cNvPicPr>
          <p:nvPr/>
        </p:nvPicPr>
        <p:blipFill>
          <a:blip r:embed="rId71" cstate="print"/>
          <a:stretch>
            <a:fillRect/>
          </a:stretch>
        </p:blipFill>
        <p:spPr>
          <a:xfrm>
            <a:off x="9875439" y="4571716"/>
            <a:ext cx="541042" cy="795650"/>
          </a:xfrm>
          <a:prstGeom prst="rect">
            <a:avLst/>
          </a:prstGeom>
        </p:spPr>
      </p:pic>
      <p:pic>
        <p:nvPicPr>
          <p:cNvPr id="490" name="图片 489"/>
          <p:cNvPicPr>
            <a:picLocks noChangeAspect="1"/>
          </p:cNvPicPr>
          <p:nvPr/>
        </p:nvPicPr>
        <p:blipFill>
          <a:blip r:embed="rId72" cstate="print"/>
          <a:stretch>
            <a:fillRect/>
          </a:stretch>
        </p:blipFill>
        <p:spPr>
          <a:xfrm>
            <a:off x="10580452" y="4611305"/>
            <a:ext cx="780000" cy="672000"/>
          </a:xfrm>
          <a:prstGeom prst="rect">
            <a:avLst/>
          </a:prstGeom>
        </p:spPr>
      </p:pic>
      <p:pic>
        <p:nvPicPr>
          <p:cNvPr id="491" name="图片 490"/>
          <p:cNvPicPr>
            <a:picLocks noChangeAspect="1"/>
          </p:cNvPicPr>
          <p:nvPr/>
        </p:nvPicPr>
        <p:blipFill>
          <a:blip r:embed="rId73" cstate="print"/>
          <a:stretch>
            <a:fillRect/>
          </a:stretch>
        </p:blipFill>
        <p:spPr>
          <a:xfrm>
            <a:off x="51696" y="5705334"/>
            <a:ext cx="732000" cy="792000"/>
          </a:xfrm>
          <a:prstGeom prst="rect">
            <a:avLst/>
          </a:prstGeom>
        </p:spPr>
      </p:pic>
      <p:pic>
        <p:nvPicPr>
          <p:cNvPr id="492" name="图片 491"/>
          <p:cNvPicPr>
            <a:picLocks noChangeAspect="1"/>
          </p:cNvPicPr>
          <p:nvPr/>
        </p:nvPicPr>
        <p:blipFill>
          <a:blip r:embed="rId74" cstate="print"/>
          <a:stretch>
            <a:fillRect/>
          </a:stretch>
        </p:blipFill>
        <p:spPr>
          <a:xfrm>
            <a:off x="872605" y="5717334"/>
            <a:ext cx="744000" cy="768000"/>
          </a:xfrm>
          <a:prstGeom prst="rect">
            <a:avLst/>
          </a:prstGeom>
        </p:spPr>
      </p:pic>
      <p:pic>
        <p:nvPicPr>
          <p:cNvPr id="493" name="图片 492"/>
          <p:cNvPicPr>
            <a:picLocks noChangeAspect="1"/>
          </p:cNvPicPr>
          <p:nvPr/>
        </p:nvPicPr>
        <p:blipFill>
          <a:blip r:embed="rId75" cstate="print"/>
          <a:stretch>
            <a:fillRect/>
          </a:stretch>
        </p:blipFill>
        <p:spPr>
          <a:xfrm>
            <a:off x="1651394" y="5717334"/>
            <a:ext cx="744000" cy="768000"/>
          </a:xfrm>
          <a:prstGeom prst="rect">
            <a:avLst/>
          </a:prstGeom>
        </p:spPr>
      </p:pic>
      <p:pic>
        <p:nvPicPr>
          <p:cNvPr id="494" name="图片 493"/>
          <p:cNvPicPr>
            <a:picLocks noChangeAspect="1"/>
          </p:cNvPicPr>
          <p:nvPr/>
        </p:nvPicPr>
        <p:blipFill>
          <a:blip r:embed="rId76" cstate="print"/>
          <a:stretch>
            <a:fillRect/>
          </a:stretch>
        </p:blipFill>
        <p:spPr>
          <a:xfrm>
            <a:off x="2472749" y="5750939"/>
            <a:ext cx="765478" cy="700790"/>
          </a:xfrm>
          <a:prstGeom prst="rect">
            <a:avLst/>
          </a:prstGeom>
        </p:spPr>
      </p:pic>
      <p:pic>
        <p:nvPicPr>
          <p:cNvPr id="495" name="图片 494"/>
          <p:cNvPicPr>
            <a:picLocks noChangeAspect="1"/>
          </p:cNvPicPr>
          <p:nvPr/>
        </p:nvPicPr>
        <p:blipFill>
          <a:blip r:embed="rId77" cstate="print"/>
          <a:stretch>
            <a:fillRect/>
          </a:stretch>
        </p:blipFill>
        <p:spPr>
          <a:xfrm>
            <a:off x="3300134" y="5714033"/>
            <a:ext cx="744000" cy="768000"/>
          </a:xfrm>
          <a:prstGeom prst="rect">
            <a:avLst/>
          </a:prstGeom>
        </p:spPr>
      </p:pic>
      <p:pic>
        <p:nvPicPr>
          <p:cNvPr id="496" name="图片 495"/>
          <p:cNvPicPr>
            <a:picLocks noChangeAspect="1"/>
          </p:cNvPicPr>
          <p:nvPr/>
        </p:nvPicPr>
        <p:blipFill>
          <a:blip r:embed="rId78" cstate="print"/>
          <a:stretch>
            <a:fillRect/>
          </a:stretch>
        </p:blipFill>
        <p:spPr>
          <a:xfrm>
            <a:off x="4124528" y="5705334"/>
            <a:ext cx="706153" cy="770349"/>
          </a:xfrm>
          <a:prstGeom prst="rect">
            <a:avLst/>
          </a:prstGeom>
        </p:spPr>
      </p:pic>
      <p:pic>
        <p:nvPicPr>
          <p:cNvPr id="497" name="图片 496"/>
          <p:cNvPicPr>
            <a:picLocks noChangeAspect="1"/>
          </p:cNvPicPr>
          <p:nvPr/>
        </p:nvPicPr>
        <p:blipFill>
          <a:blip r:embed="rId79" cstate="print"/>
          <a:stretch>
            <a:fillRect/>
          </a:stretch>
        </p:blipFill>
        <p:spPr>
          <a:xfrm>
            <a:off x="4921756" y="5694311"/>
            <a:ext cx="716258" cy="781372"/>
          </a:xfrm>
          <a:prstGeom prst="rect">
            <a:avLst/>
          </a:prstGeom>
        </p:spPr>
      </p:pic>
      <p:pic>
        <p:nvPicPr>
          <p:cNvPr id="498" name="图片 497"/>
          <p:cNvPicPr>
            <a:picLocks noChangeAspect="1"/>
          </p:cNvPicPr>
          <p:nvPr/>
        </p:nvPicPr>
        <p:blipFill>
          <a:blip r:embed="rId80" cstate="print"/>
          <a:stretch>
            <a:fillRect/>
          </a:stretch>
        </p:blipFill>
        <p:spPr>
          <a:xfrm>
            <a:off x="5709362" y="5710369"/>
            <a:ext cx="787823" cy="765314"/>
          </a:xfrm>
          <a:prstGeom prst="rect">
            <a:avLst/>
          </a:prstGeom>
        </p:spPr>
      </p:pic>
      <p:pic>
        <p:nvPicPr>
          <p:cNvPr id="499" name="图片 498"/>
          <p:cNvPicPr>
            <a:picLocks noChangeAspect="1"/>
          </p:cNvPicPr>
          <p:nvPr/>
        </p:nvPicPr>
        <p:blipFill>
          <a:blip r:embed="rId81" cstate="print"/>
          <a:stretch>
            <a:fillRect/>
          </a:stretch>
        </p:blipFill>
        <p:spPr>
          <a:xfrm>
            <a:off x="11408330" y="4577440"/>
            <a:ext cx="744000" cy="768000"/>
          </a:xfrm>
          <a:prstGeom prst="rect">
            <a:avLst/>
          </a:prstGeom>
        </p:spPr>
      </p:pic>
      <p:pic>
        <p:nvPicPr>
          <p:cNvPr id="510" name="图片 509"/>
          <p:cNvPicPr>
            <a:picLocks noChangeAspect="1"/>
          </p:cNvPicPr>
          <p:nvPr/>
        </p:nvPicPr>
        <p:blipFill>
          <a:blip r:embed="rId82" cstate="print"/>
          <a:stretch>
            <a:fillRect/>
          </a:stretch>
        </p:blipFill>
        <p:spPr>
          <a:xfrm>
            <a:off x="6508600" y="5739747"/>
            <a:ext cx="782526" cy="708000"/>
          </a:xfrm>
          <a:prstGeom prst="rect">
            <a:avLst/>
          </a:prstGeom>
        </p:spPr>
      </p:pic>
      <p:pic>
        <p:nvPicPr>
          <p:cNvPr id="511" name="图片 510"/>
          <p:cNvPicPr>
            <a:picLocks noChangeAspect="1"/>
          </p:cNvPicPr>
          <p:nvPr/>
        </p:nvPicPr>
        <p:blipFill>
          <a:blip r:embed="rId83" cstate="print"/>
          <a:stretch>
            <a:fillRect/>
          </a:stretch>
        </p:blipFill>
        <p:spPr>
          <a:xfrm>
            <a:off x="7333781" y="5812767"/>
            <a:ext cx="756000" cy="600000"/>
          </a:xfrm>
          <a:prstGeom prst="rect">
            <a:avLst/>
          </a:prstGeom>
        </p:spPr>
      </p:pic>
      <p:pic>
        <p:nvPicPr>
          <p:cNvPr id="512" name="图片 511"/>
          <p:cNvPicPr>
            <a:picLocks noChangeAspect="1"/>
          </p:cNvPicPr>
          <p:nvPr/>
        </p:nvPicPr>
        <p:blipFill>
          <a:blip r:embed="rId84" cstate="print"/>
          <a:stretch>
            <a:fillRect/>
          </a:stretch>
        </p:blipFill>
        <p:spPr>
          <a:xfrm>
            <a:off x="8149610" y="5726356"/>
            <a:ext cx="756000" cy="732000"/>
          </a:xfrm>
          <a:prstGeom prst="rect">
            <a:avLst/>
          </a:prstGeom>
        </p:spPr>
      </p:pic>
      <p:pic>
        <p:nvPicPr>
          <p:cNvPr id="513" name="图片 512"/>
          <p:cNvPicPr>
            <a:picLocks noChangeAspect="1"/>
          </p:cNvPicPr>
          <p:nvPr/>
        </p:nvPicPr>
        <p:blipFill>
          <a:blip r:embed="rId85" cstate="print"/>
          <a:stretch>
            <a:fillRect/>
          </a:stretch>
        </p:blipFill>
        <p:spPr>
          <a:xfrm>
            <a:off x="9725462" y="5764415"/>
            <a:ext cx="812538" cy="585783"/>
          </a:xfrm>
          <a:prstGeom prst="rect">
            <a:avLst/>
          </a:prstGeom>
        </p:spPr>
      </p:pic>
      <p:pic>
        <p:nvPicPr>
          <p:cNvPr id="514" name="图片 513"/>
          <p:cNvPicPr>
            <a:picLocks noChangeAspect="1"/>
          </p:cNvPicPr>
          <p:nvPr/>
        </p:nvPicPr>
        <p:blipFill>
          <a:blip r:embed="rId86" cstate="print"/>
          <a:stretch>
            <a:fillRect/>
          </a:stretch>
        </p:blipFill>
        <p:spPr>
          <a:xfrm>
            <a:off x="10558035" y="5877272"/>
            <a:ext cx="812021" cy="557084"/>
          </a:xfrm>
          <a:prstGeom prst="rect">
            <a:avLst/>
          </a:prstGeom>
        </p:spPr>
      </p:pic>
      <p:pic>
        <p:nvPicPr>
          <p:cNvPr id="515" name="图片 514"/>
          <p:cNvPicPr>
            <a:picLocks noChangeAspect="1"/>
          </p:cNvPicPr>
          <p:nvPr/>
        </p:nvPicPr>
        <p:blipFill>
          <a:blip r:embed="rId87" cstate="print"/>
          <a:stretch>
            <a:fillRect/>
          </a:stretch>
        </p:blipFill>
        <p:spPr>
          <a:xfrm>
            <a:off x="11352279" y="5772270"/>
            <a:ext cx="818580" cy="633035"/>
          </a:xfrm>
          <a:prstGeom prst="rect">
            <a:avLst/>
          </a:prstGeom>
        </p:spPr>
      </p:pic>
      <p:pic>
        <p:nvPicPr>
          <p:cNvPr id="522" name="图片 521"/>
          <p:cNvPicPr>
            <a:picLocks noChangeAspect="1"/>
          </p:cNvPicPr>
          <p:nvPr/>
        </p:nvPicPr>
        <p:blipFill>
          <a:blip r:embed="rId88"/>
          <a:stretch>
            <a:fillRect/>
          </a:stretch>
        </p:blipFill>
        <p:spPr>
          <a:xfrm>
            <a:off x="8992403" y="5710383"/>
            <a:ext cx="663469" cy="758250"/>
          </a:xfrm>
          <a:prstGeom prst="rect">
            <a:avLst/>
          </a:prstGeom>
        </p:spPr>
      </p:pic>
      <p:sp>
        <p:nvSpPr>
          <p:cNvPr id="523" name="文本框 522"/>
          <p:cNvSpPr txBox="1"/>
          <p:nvPr/>
        </p:nvSpPr>
        <p:spPr>
          <a:xfrm>
            <a:off x="159403" y="5407724"/>
            <a:ext cx="540820"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接头盒</a:t>
            </a:r>
            <a:endParaRPr lang="zh-CN" altLang="en-US" sz="800" b="1" dirty="0">
              <a:latin typeface="微软雅黑" panose="020B0503020204020204" pitchFamily="34" charset="-122"/>
              <a:ea typeface="微软雅黑" panose="020B0503020204020204" pitchFamily="34" charset="-122"/>
            </a:endParaRPr>
          </a:p>
        </p:txBody>
      </p:sp>
      <p:sp>
        <p:nvSpPr>
          <p:cNvPr id="524" name="文本框 523"/>
          <p:cNvSpPr txBox="1"/>
          <p:nvPr/>
        </p:nvSpPr>
        <p:spPr>
          <a:xfrm>
            <a:off x="1719182" y="5412162"/>
            <a:ext cx="692362"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入户终端盒</a:t>
            </a:r>
            <a:endParaRPr lang="zh-CN" altLang="en-US" sz="800" b="1" dirty="0">
              <a:latin typeface="微软雅黑" panose="020B0503020204020204" pitchFamily="34" charset="-122"/>
              <a:ea typeface="微软雅黑" panose="020B0503020204020204" pitchFamily="34" charset="-122"/>
            </a:endParaRPr>
          </a:p>
        </p:txBody>
      </p:sp>
      <p:sp>
        <p:nvSpPr>
          <p:cNvPr id="525" name="Rectangle 5"/>
          <p:cNvSpPr>
            <a:spLocks noChangeArrowheads="1"/>
          </p:cNvSpPr>
          <p:nvPr/>
        </p:nvSpPr>
        <p:spPr bwMode="auto">
          <a:xfrm>
            <a:off x="925401" y="5407268"/>
            <a:ext cx="1117600" cy="215900"/>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光衰减器</a:t>
            </a:r>
            <a:endParaRPr lang="zh-CN" altLang="zh-CN" sz="800" b="1" dirty="0">
              <a:latin typeface="微软雅黑" panose="020B0503020204020204" pitchFamily="34" charset="-122"/>
              <a:ea typeface="微软雅黑" panose="020B0503020204020204" pitchFamily="34" charset="-122"/>
            </a:endParaRPr>
          </a:p>
        </p:txBody>
      </p:sp>
      <p:sp>
        <p:nvSpPr>
          <p:cNvPr id="526" name="文本框 525"/>
          <p:cNvSpPr txBox="1"/>
          <p:nvPr/>
        </p:nvSpPr>
        <p:spPr>
          <a:xfrm>
            <a:off x="2576944" y="5405738"/>
            <a:ext cx="537517"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BRAS</a:t>
            </a:r>
            <a:endParaRPr lang="zh-CN" altLang="en-US" sz="800" b="1" dirty="0">
              <a:latin typeface="微软雅黑" panose="020B0503020204020204" pitchFamily="34" charset="-122"/>
              <a:ea typeface="微软雅黑" panose="020B0503020204020204" pitchFamily="34" charset="-122"/>
            </a:endParaRPr>
          </a:p>
        </p:txBody>
      </p:sp>
      <p:sp>
        <p:nvSpPr>
          <p:cNvPr id="527" name="文本框 526"/>
          <p:cNvSpPr txBox="1"/>
          <p:nvPr/>
        </p:nvSpPr>
        <p:spPr>
          <a:xfrm>
            <a:off x="3268179" y="5424657"/>
            <a:ext cx="875151"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Access node</a:t>
            </a:r>
            <a:endParaRPr lang="zh-CN" altLang="en-US" sz="800" b="1" dirty="0">
              <a:latin typeface="微软雅黑" panose="020B0503020204020204" pitchFamily="34" charset="-122"/>
              <a:ea typeface="微软雅黑" panose="020B0503020204020204" pitchFamily="34" charset="-122"/>
            </a:endParaRPr>
          </a:p>
        </p:txBody>
      </p:sp>
      <p:sp>
        <p:nvSpPr>
          <p:cNvPr id="528" name="文本框 527"/>
          <p:cNvSpPr txBox="1"/>
          <p:nvPr/>
        </p:nvSpPr>
        <p:spPr>
          <a:xfrm>
            <a:off x="4092626" y="5363102"/>
            <a:ext cx="838418" cy="33855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PBX </a:t>
            </a:r>
            <a:r>
              <a:rPr lang="zh-CN" altLang="en-US" sz="800" b="1" dirty="0">
                <a:latin typeface="微软雅黑" panose="020B0503020204020204" pitchFamily="34" charset="-122"/>
                <a:ea typeface="微软雅黑" panose="020B0503020204020204" pitchFamily="34" charset="-122"/>
              </a:rPr>
              <a:t>交换</a:t>
            </a:r>
            <a:r>
              <a:rPr lang="zh-CN" altLang="en-US" sz="800" b="1" dirty="0" smtClean="0">
                <a:latin typeface="微软雅黑" panose="020B0503020204020204" pitchFamily="34" charset="-122"/>
                <a:ea typeface="微软雅黑" panose="020B0503020204020204" pitchFamily="34" charset="-122"/>
              </a:rPr>
              <a:t>机</a:t>
            </a:r>
            <a:endParaRPr lang="en-US" altLang="zh-CN" sz="800" b="1" dirty="0" smtClean="0">
              <a:latin typeface="微软雅黑" panose="020B0503020204020204" pitchFamily="34" charset="-122"/>
              <a:ea typeface="微软雅黑" panose="020B0503020204020204" pitchFamily="34" charset="-122"/>
            </a:endParaRPr>
          </a:p>
          <a:p>
            <a:r>
              <a:rPr lang="en-US" altLang="zh-CN" sz="800" b="1" dirty="0" smtClean="0">
                <a:latin typeface="微软雅黑" panose="020B0503020204020204" pitchFamily="34" charset="-122"/>
                <a:ea typeface="微软雅黑" panose="020B0503020204020204" pitchFamily="34" charset="-122"/>
              </a:rPr>
              <a:t>(C&amp;C 08)</a:t>
            </a:r>
            <a:endParaRPr lang="zh-CN" altLang="en-US" sz="800" b="1" dirty="0">
              <a:latin typeface="微软雅黑" panose="020B0503020204020204" pitchFamily="34" charset="-122"/>
              <a:ea typeface="微软雅黑" panose="020B0503020204020204" pitchFamily="34" charset="-122"/>
            </a:endParaRPr>
          </a:p>
        </p:txBody>
      </p:sp>
      <p:sp>
        <p:nvSpPr>
          <p:cNvPr id="529" name="文本框 528"/>
          <p:cNvSpPr txBox="1"/>
          <p:nvPr/>
        </p:nvSpPr>
        <p:spPr>
          <a:xfrm>
            <a:off x="4976153" y="5422597"/>
            <a:ext cx="673276"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模拟电视</a:t>
            </a:r>
            <a:endParaRPr lang="zh-CN" altLang="en-US" sz="800" b="1" dirty="0">
              <a:latin typeface="微软雅黑" panose="020B0503020204020204" pitchFamily="34" charset="-122"/>
              <a:ea typeface="微软雅黑" panose="020B0503020204020204" pitchFamily="34" charset="-122"/>
            </a:endParaRPr>
          </a:p>
        </p:txBody>
      </p:sp>
      <p:sp>
        <p:nvSpPr>
          <p:cNvPr id="530" name="Rectangle 9"/>
          <p:cNvSpPr>
            <a:spLocks noChangeArrowheads="1"/>
          </p:cNvSpPr>
          <p:nvPr/>
        </p:nvSpPr>
        <p:spPr bwMode="auto">
          <a:xfrm>
            <a:off x="5878315" y="5428428"/>
            <a:ext cx="401612"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小区</a:t>
            </a:r>
            <a:endParaRPr lang="zh-CN" altLang="zh-CN" sz="800" b="1" dirty="0">
              <a:latin typeface="微软雅黑" panose="020B0503020204020204" pitchFamily="34" charset="-122"/>
              <a:ea typeface="微软雅黑" panose="020B0503020204020204" pitchFamily="34" charset="-122"/>
            </a:endParaRPr>
          </a:p>
        </p:txBody>
      </p:sp>
      <p:sp>
        <p:nvSpPr>
          <p:cNvPr id="531" name="Rectangle 17"/>
          <p:cNvSpPr>
            <a:spLocks noChangeArrowheads="1"/>
          </p:cNvSpPr>
          <p:nvPr/>
        </p:nvSpPr>
        <p:spPr bwMode="auto">
          <a:xfrm>
            <a:off x="7451629" y="5412482"/>
            <a:ext cx="510562"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传真机</a:t>
            </a:r>
            <a:endParaRPr lang="zh-CN" altLang="zh-CN" sz="800" b="1" dirty="0">
              <a:latin typeface="微软雅黑" panose="020B0503020204020204" pitchFamily="34" charset="-122"/>
              <a:ea typeface="微软雅黑" panose="020B0503020204020204" pitchFamily="34" charset="-122"/>
            </a:endParaRPr>
          </a:p>
        </p:txBody>
      </p:sp>
      <p:sp>
        <p:nvSpPr>
          <p:cNvPr id="532" name="Rectangle 17"/>
          <p:cNvSpPr>
            <a:spLocks noChangeArrowheads="1"/>
          </p:cNvSpPr>
          <p:nvPr/>
        </p:nvSpPr>
        <p:spPr bwMode="auto">
          <a:xfrm>
            <a:off x="8352667" y="5405738"/>
            <a:ext cx="361904"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ISP</a:t>
            </a:r>
            <a:endParaRPr lang="zh-CN" altLang="zh-CN" sz="800" b="1" dirty="0">
              <a:latin typeface="微软雅黑" panose="020B0503020204020204" pitchFamily="34" charset="-122"/>
              <a:ea typeface="微软雅黑" panose="020B0503020204020204" pitchFamily="34" charset="-122"/>
            </a:endParaRPr>
          </a:p>
        </p:txBody>
      </p:sp>
      <p:sp>
        <p:nvSpPr>
          <p:cNvPr id="533" name="Rectangle 17"/>
          <p:cNvSpPr>
            <a:spLocks noChangeArrowheads="1"/>
          </p:cNvSpPr>
          <p:nvPr/>
        </p:nvSpPr>
        <p:spPr bwMode="auto">
          <a:xfrm>
            <a:off x="9047949" y="5422597"/>
            <a:ext cx="648310"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商业中心</a:t>
            </a:r>
            <a:endParaRPr lang="zh-CN" altLang="zh-CN" sz="800" b="1" dirty="0">
              <a:latin typeface="微软雅黑" panose="020B0503020204020204" pitchFamily="34" charset="-122"/>
              <a:ea typeface="微软雅黑" panose="020B0503020204020204" pitchFamily="34" charset="-122"/>
            </a:endParaRPr>
          </a:p>
        </p:txBody>
      </p:sp>
      <p:sp>
        <p:nvSpPr>
          <p:cNvPr id="534" name="Rectangle 17"/>
          <p:cNvSpPr>
            <a:spLocks noChangeArrowheads="1"/>
          </p:cNvSpPr>
          <p:nvPr/>
        </p:nvSpPr>
        <p:spPr bwMode="auto">
          <a:xfrm>
            <a:off x="9696259" y="5420067"/>
            <a:ext cx="962149"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RADIUS server</a:t>
            </a:r>
            <a:endParaRPr lang="zh-CN" altLang="zh-CN" sz="800" b="1" dirty="0">
              <a:latin typeface="微软雅黑" panose="020B0503020204020204" pitchFamily="34" charset="-122"/>
              <a:ea typeface="微软雅黑" panose="020B0503020204020204" pitchFamily="34" charset="-122"/>
            </a:endParaRPr>
          </a:p>
        </p:txBody>
      </p:sp>
      <p:sp>
        <p:nvSpPr>
          <p:cNvPr id="535" name="Rectangle 13"/>
          <p:cNvSpPr>
            <a:spLocks noChangeArrowheads="1"/>
          </p:cNvSpPr>
          <p:nvPr/>
        </p:nvSpPr>
        <p:spPr bwMode="auto">
          <a:xfrm>
            <a:off x="6680424" y="5422791"/>
            <a:ext cx="423688"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光纤</a:t>
            </a:r>
            <a:endParaRPr lang="zh-CN" altLang="zh-CN" sz="800" b="1" dirty="0">
              <a:latin typeface="微软雅黑" panose="020B0503020204020204" pitchFamily="34" charset="-122"/>
              <a:ea typeface="微软雅黑" panose="020B0503020204020204" pitchFamily="34" charset="-122"/>
            </a:endParaRPr>
          </a:p>
        </p:txBody>
      </p:sp>
      <p:sp>
        <p:nvSpPr>
          <p:cNvPr id="536" name="Rectangle 17"/>
          <p:cNvSpPr>
            <a:spLocks noChangeArrowheads="1"/>
          </p:cNvSpPr>
          <p:nvPr/>
        </p:nvSpPr>
        <p:spPr bwMode="auto">
          <a:xfrm>
            <a:off x="10661880" y="5426969"/>
            <a:ext cx="615024"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熔接模块</a:t>
            </a:r>
            <a:endParaRPr lang="zh-CN" altLang="zh-CN" sz="800" b="1" dirty="0">
              <a:latin typeface="微软雅黑" panose="020B0503020204020204" pitchFamily="34" charset="-122"/>
              <a:ea typeface="微软雅黑" panose="020B0503020204020204" pitchFamily="34" charset="-122"/>
            </a:endParaRPr>
          </a:p>
        </p:txBody>
      </p:sp>
      <p:sp>
        <p:nvSpPr>
          <p:cNvPr id="537" name="Rectangle 17"/>
          <p:cNvSpPr>
            <a:spLocks noChangeArrowheads="1"/>
          </p:cNvSpPr>
          <p:nvPr/>
        </p:nvSpPr>
        <p:spPr bwMode="auto">
          <a:xfrm>
            <a:off x="11548999" y="5400542"/>
            <a:ext cx="529020"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转接头</a:t>
            </a:r>
            <a:endParaRPr lang="zh-CN" altLang="zh-CN" sz="800" b="1" dirty="0">
              <a:latin typeface="微软雅黑" panose="020B0503020204020204" pitchFamily="34" charset="-122"/>
              <a:ea typeface="微软雅黑" panose="020B0503020204020204" pitchFamily="34" charset="-122"/>
            </a:endParaRPr>
          </a:p>
        </p:txBody>
      </p:sp>
      <p:sp>
        <p:nvSpPr>
          <p:cNvPr id="538" name="Rectangle 17"/>
          <p:cNvSpPr>
            <a:spLocks noChangeArrowheads="1"/>
          </p:cNvSpPr>
          <p:nvPr/>
        </p:nvSpPr>
        <p:spPr bwMode="auto">
          <a:xfrm>
            <a:off x="265095" y="6560558"/>
            <a:ext cx="451704"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ODF</a:t>
            </a:r>
            <a:endParaRPr lang="zh-CN" altLang="zh-CN" sz="800" b="1" dirty="0">
              <a:latin typeface="微软雅黑" panose="020B0503020204020204" pitchFamily="34" charset="-122"/>
              <a:ea typeface="微软雅黑" panose="020B0503020204020204" pitchFamily="34" charset="-122"/>
            </a:endParaRPr>
          </a:p>
        </p:txBody>
      </p:sp>
      <p:sp>
        <p:nvSpPr>
          <p:cNvPr id="539" name="Rectangle 17"/>
          <p:cNvSpPr>
            <a:spLocks noChangeArrowheads="1"/>
          </p:cNvSpPr>
          <p:nvPr/>
        </p:nvSpPr>
        <p:spPr bwMode="auto">
          <a:xfrm>
            <a:off x="980924" y="6550899"/>
            <a:ext cx="475107"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BITS</a:t>
            </a:r>
            <a:endParaRPr lang="zh-CN" altLang="zh-CN" sz="800" b="1" dirty="0">
              <a:latin typeface="微软雅黑" panose="020B0503020204020204" pitchFamily="34" charset="-122"/>
              <a:ea typeface="微软雅黑" panose="020B0503020204020204" pitchFamily="34" charset="-122"/>
            </a:endParaRPr>
          </a:p>
        </p:txBody>
      </p:sp>
      <p:sp>
        <p:nvSpPr>
          <p:cNvPr id="540" name="Rectangle 17"/>
          <p:cNvSpPr>
            <a:spLocks noChangeArrowheads="1"/>
          </p:cNvSpPr>
          <p:nvPr/>
        </p:nvSpPr>
        <p:spPr bwMode="auto">
          <a:xfrm>
            <a:off x="1835744" y="6558252"/>
            <a:ext cx="459238"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SPS</a:t>
            </a:r>
            <a:endParaRPr lang="zh-CN" altLang="zh-CN" sz="800" b="1" dirty="0">
              <a:latin typeface="微软雅黑" panose="020B0503020204020204" pitchFamily="34" charset="-122"/>
              <a:ea typeface="微软雅黑" panose="020B0503020204020204" pitchFamily="34" charset="-122"/>
            </a:endParaRPr>
          </a:p>
        </p:txBody>
      </p:sp>
      <p:sp>
        <p:nvSpPr>
          <p:cNvPr id="541" name="Rectangle 17"/>
          <p:cNvSpPr>
            <a:spLocks noChangeArrowheads="1"/>
          </p:cNvSpPr>
          <p:nvPr/>
        </p:nvSpPr>
        <p:spPr bwMode="auto">
          <a:xfrm>
            <a:off x="2626799" y="6581934"/>
            <a:ext cx="471208"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DVC</a:t>
            </a:r>
            <a:endParaRPr lang="zh-CN" altLang="zh-CN" sz="800" b="1" dirty="0">
              <a:latin typeface="微软雅黑" panose="020B0503020204020204" pitchFamily="34" charset="-122"/>
              <a:ea typeface="微软雅黑" panose="020B0503020204020204" pitchFamily="34" charset="-122"/>
            </a:endParaRPr>
          </a:p>
        </p:txBody>
      </p:sp>
      <p:sp>
        <p:nvSpPr>
          <p:cNvPr id="542" name="Rectangle 17"/>
          <p:cNvSpPr>
            <a:spLocks noChangeArrowheads="1"/>
          </p:cNvSpPr>
          <p:nvPr/>
        </p:nvSpPr>
        <p:spPr bwMode="auto">
          <a:xfrm>
            <a:off x="3186426" y="6556506"/>
            <a:ext cx="971415"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Location server</a:t>
            </a:r>
            <a:endParaRPr lang="zh-CN" altLang="zh-CN" sz="800" b="1" dirty="0">
              <a:latin typeface="微软雅黑" panose="020B0503020204020204" pitchFamily="34" charset="-122"/>
              <a:ea typeface="微软雅黑" panose="020B0503020204020204" pitchFamily="34" charset="-122"/>
            </a:endParaRPr>
          </a:p>
        </p:txBody>
      </p:sp>
      <p:sp>
        <p:nvSpPr>
          <p:cNvPr id="543" name="Rectangle 17"/>
          <p:cNvSpPr>
            <a:spLocks noChangeArrowheads="1"/>
          </p:cNvSpPr>
          <p:nvPr/>
        </p:nvSpPr>
        <p:spPr bwMode="auto">
          <a:xfrm>
            <a:off x="4096466" y="6552489"/>
            <a:ext cx="808797"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SBC/SE2300</a:t>
            </a:r>
            <a:endParaRPr lang="zh-CN" altLang="zh-CN" sz="800" b="1" dirty="0">
              <a:latin typeface="微软雅黑" panose="020B0503020204020204" pitchFamily="34" charset="-122"/>
              <a:ea typeface="微软雅黑" panose="020B0503020204020204" pitchFamily="34" charset="-122"/>
            </a:endParaRPr>
          </a:p>
        </p:txBody>
      </p:sp>
      <p:sp>
        <p:nvSpPr>
          <p:cNvPr id="544" name="Rectangle 17"/>
          <p:cNvSpPr>
            <a:spLocks noChangeArrowheads="1"/>
          </p:cNvSpPr>
          <p:nvPr/>
        </p:nvSpPr>
        <p:spPr bwMode="auto">
          <a:xfrm>
            <a:off x="5001780" y="6548593"/>
            <a:ext cx="621403" cy="215444"/>
          </a:xfrm>
          <a:prstGeom prst="rect">
            <a:avLst/>
          </a:prstGeom>
          <a:noFill/>
        </p:spPr>
        <p:txBody>
          <a:bodyPr wrap="square" rtlCol="0">
            <a:spAutoFit/>
          </a:bodyPr>
          <a:lstStyle/>
          <a:p>
            <a:r>
              <a:rPr lang="en-US" altLang="zh-CN" sz="800" b="1" dirty="0" err="1" smtClean="0">
                <a:latin typeface="微软雅黑" panose="020B0503020204020204" pitchFamily="34" charset="-122"/>
                <a:ea typeface="微软雅黑" panose="020B0503020204020204" pitchFamily="34" charset="-122"/>
              </a:rPr>
              <a:t>iServer</a:t>
            </a:r>
            <a:endParaRPr lang="zh-CN" altLang="zh-CN" sz="800" b="1" dirty="0">
              <a:latin typeface="微软雅黑" panose="020B0503020204020204" pitchFamily="34" charset="-122"/>
              <a:ea typeface="微软雅黑" panose="020B0503020204020204" pitchFamily="34" charset="-122"/>
            </a:endParaRPr>
          </a:p>
        </p:txBody>
      </p:sp>
      <p:sp>
        <p:nvSpPr>
          <p:cNvPr id="545" name="Rectangle 17"/>
          <p:cNvSpPr>
            <a:spLocks noChangeArrowheads="1"/>
          </p:cNvSpPr>
          <p:nvPr/>
        </p:nvSpPr>
        <p:spPr bwMode="auto">
          <a:xfrm>
            <a:off x="5889712" y="6556506"/>
            <a:ext cx="455546"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IOSS</a:t>
            </a:r>
            <a:endParaRPr lang="zh-CN" altLang="zh-CN" sz="800" b="1" dirty="0">
              <a:latin typeface="微软雅黑" panose="020B0503020204020204" pitchFamily="34" charset="-122"/>
              <a:ea typeface="微软雅黑" panose="020B0503020204020204" pitchFamily="34" charset="-122"/>
            </a:endParaRPr>
          </a:p>
        </p:txBody>
      </p:sp>
      <p:sp>
        <p:nvSpPr>
          <p:cNvPr id="546" name="Rectangle 17"/>
          <p:cNvSpPr>
            <a:spLocks noChangeArrowheads="1"/>
          </p:cNvSpPr>
          <p:nvPr/>
        </p:nvSpPr>
        <p:spPr bwMode="auto">
          <a:xfrm>
            <a:off x="6477558" y="6511092"/>
            <a:ext cx="1051815" cy="33855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通用服务器</a:t>
            </a:r>
            <a:endParaRPr lang="en-US" altLang="zh-CN" sz="800" b="1" dirty="0" smtClean="0">
              <a:latin typeface="微软雅黑" panose="020B0503020204020204" pitchFamily="34" charset="-122"/>
              <a:ea typeface="微软雅黑" panose="020B0503020204020204" pitchFamily="34" charset="-122"/>
            </a:endParaRPr>
          </a:p>
          <a:p>
            <a:r>
              <a:rPr lang="en-US" altLang="zh-CN" sz="800" b="1" dirty="0" smtClean="0">
                <a:latin typeface="微软雅黑" panose="020B0503020204020204" pitchFamily="34" charset="-122"/>
                <a:ea typeface="微软雅黑" panose="020B0503020204020204" pitchFamily="34" charset="-122"/>
              </a:rPr>
              <a:t>Router</a:t>
            </a:r>
            <a:endParaRPr lang="zh-CN" altLang="zh-CN" sz="800" b="1" dirty="0">
              <a:latin typeface="微软雅黑" panose="020B0503020204020204" pitchFamily="34" charset="-122"/>
              <a:ea typeface="微软雅黑" panose="020B0503020204020204" pitchFamily="34" charset="-122"/>
            </a:endParaRPr>
          </a:p>
        </p:txBody>
      </p:sp>
      <p:sp>
        <p:nvSpPr>
          <p:cNvPr id="547" name="Rectangle 17"/>
          <p:cNvSpPr>
            <a:spLocks noChangeArrowheads="1"/>
          </p:cNvSpPr>
          <p:nvPr/>
        </p:nvSpPr>
        <p:spPr bwMode="auto">
          <a:xfrm>
            <a:off x="7344779" y="6555035"/>
            <a:ext cx="824393"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中低端路由器</a:t>
            </a:r>
            <a:endParaRPr lang="zh-CN" altLang="zh-CN" sz="800" b="1" dirty="0">
              <a:latin typeface="微软雅黑" panose="020B0503020204020204" pitchFamily="34" charset="-122"/>
              <a:ea typeface="微软雅黑" panose="020B0503020204020204" pitchFamily="34" charset="-122"/>
            </a:endParaRPr>
          </a:p>
        </p:txBody>
      </p:sp>
      <p:sp>
        <p:nvSpPr>
          <p:cNvPr id="548" name="Rectangle 17"/>
          <p:cNvSpPr>
            <a:spLocks noChangeArrowheads="1"/>
          </p:cNvSpPr>
          <p:nvPr/>
        </p:nvSpPr>
        <p:spPr bwMode="auto">
          <a:xfrm>
            <a:off x="8223237" y="6531417"/>
            <a:ext cx="713070"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高端路由器</a:t>
            </a:r>
            <a:endParaRPr lang="zh-CN" altLang="zh-CN" sz="800" b="1" dirty="0">
              <a:latin typeface="微软雅黑" panose="020B0503020204020204" pitchFamily="34" charset="-122"/>
              <a:ea typeface="微软雅黑" panose="020B0503020204020204" pitchFamily="34" charset="-122"/>
            </a:endParaRPr>
          </a:p>
        </p:txBody>
      </p:sp>
      <p:sp>
        <p:nvSpPr>
          <p:cNvPr id="549" name="Rectangle 17"/>
          <p:cNvSpPr>
            <a:spLocks noChangeArrowheads="1"/>
          </p:cNvSpPr>
          <p:nvPr/>
        </p:nvSpPr>
        <p:spPr bwMode="auto">
          <a:xfrm>
            <a:off x="9936127" y="6548593"/>
            <a:ext cx="484686"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住宅</a:t>
            </a:r>
            <a:endParaRPr lang="zh-CN" altLang="zh-CN" sz="800" b="1" dirty="0">
              <a:latin typeface="微软雅黑" panose="020B0503020204020204" pitchFamily="34" charset="-122"/>
              <a:ea typeface="微软雅黑" panose="020B0503020204020204" pitchFamily="34" charset="-122"/>
            </a:endParaRPr>
          </a:p>
        </p:txBody>
      </p:sp>
      <p:sp>
        <p:nvSpPr>
          <p:cNvPr id="550" name="Rectangle 17"/>
          <p:cNvSpPr>
            <a:spLocks noChangeArrowheads="1"/>
          </p:cNvSpPr>
          <p:nvPr/>
        </p:nvSpPr>
        <p:spPr bwMode="auto">
          <a:xfrm>
            <a:off x="10694767" y="6555035"/>
            <a:ext cx="530932"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办公楼</a:t>
            </a:r>
            <a:endParaRPr lang="zh-CN" altLang="zh-CN" sz="800" b="1" dirty="0">
              <a:latin typeface="微软雅黑" panose="020B0503020204020204" pitchFamily="34" charset="-122"/>
              <a:ea typeface="微软雅黑" panose="020B0503020204020204" pitchFamily="34" charset="-122"/>
            </a:endParaRPr>
          </a:p>
        </p:txBody>
      </p:sp>
      <p:sp>
        <p:nvSpPr>
          <p:cNvPr id="551" name="Rectangle 17"/>
          <p:cNvSpPr>
            <a:spLocks noChangeArrowheads="1"/>
          </p:cNvSpPr>
          <p:nvPr/>
        </p:nvSpPr>
        <p:spPr bwMode="auto">
          <a:xfrm>
            <a:off x="11615719" y="6554917"/>
            <a:ext cx="395579"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酒店</a:t>
            </a:r>
            <a:endParaRPr lang="zh-CN" altLang="zh-CN" sz="800" b="1" dirty="0">
              <a:latin typeface="微软雅黑" panose="020B0503020204020204" pitchFamily="34" charset="-122"/>
              <a:ea typeface="微软雅黑" panose="020B0503020204020204" pitchFamily="34" charset="-122"/>
            </a:endParaRPr>
          </a:p>
        </p:txBody>
      </p:sp>
      <p:sp>
        <p:nvSpPr>
          <p:cNvPr id="552" name="Rectangle 17"/>
          <p:cNvSpPr>
            <a:spLocks noChangeArrowheads="1"/>
          </p:cNvSpPr>
          <p:nvPr/>
        </p:nvSpPr>
        <p:spPr bwMode="auto">
          <a:xfrm>
            <a:off x="9041955" y="6528981"/>
            <a:ext cx="708030"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核心路由器</a:t>
            </a:r>
            <a:endParaRPr lang="zh-CN" altLang="zh-CN" sz="800" b="1" dirty="0">
              <a:latin typeface="微软雅黑" panose="020B0503020204020204" pitchFamily="34" charset="-122"/>
              <a:ea typeface="微软雅黑" panose="020B0503020204020204" pitchFamily="34" charset="-122"/>
            </a:endParaRPr>
          </a:p>
        </p:txBody>
      </p:sp>
      <p:sp>
        <p:nvSpPr>
          <p:cNvPr id="224" name="Rectangle 17"/>
          <p:cNvSpPr>
            <a:spLocks noChangeArrowheads="1"/>
          </p:cNvSpPr>
          <p:nvPr/>
        </p:nvSpPr>
        <p:spPr bwMode="auto">
          <a:xfrm>
            <a:off x="4986644" y="1993305"/>
            <a:ext cx="630374"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Cloud-1</a:t>
            </a:r>
            <a:endParaRPr lang="en-US" altLang="zh-CN" sz="800" b="1" dirty="0">
              <a:latin typeface="微软雅黑" panose="020B0503020204020204" pitchFamily="34" charset="-122"/>
              <a:ea typeface="微软雅黑" panose="020B0503020204020204" pitchFamily="34" charset="-122"/>
            </a:endParaRPr>
          </a:p>
        </p:txBody>
      </p:sp>
      <p:sp>
        <p:nvSpPr>
          <p:cNvPr id="225" name="Rectangle 17"/>
          <p:cNvSpPr>
            <a:spLocks noChangeArrowheads="1"/>
          </p:cNvSpPr>
          <p:nvPr/>
        </p:nvSpPr>
        <p:spPr bwMode="auto">
          <a:xfrm>
            <a:off x="5800905" y="2008606"/>
            <a:ext cx="630374"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Cloud-2</a:t>
            </a:r>
            <a:endParaRPr lang="en-US" altLang="zh-CN" sz="800" b="1" dirty="0">
              <a:latin typeface="微软雅黑" panose="020B0503020204020204" pitchFamily="34" charset="-122"/>
              <a:ea typeface="微软雅黑" panose="020B0503020204020204" pitchFamily="34" charset="-122"/>
            </a:endParaRPr>
          </a:p>
        </p:txBody>
      </p:sp>
      <p:sp>
        <p:nvSpPr>
          <p:cNvPr id="226" name="Rectangle 17"/>
          <p:cNvSpPr>
            <a:spLocks noChangeArrowheads="1"/>
          </p:cNvSpPr>
          <p:nvPr/>
        </p:nvSpPr>
        <p:spPr bwMode="auto">
          <a:xfrm>
            <a:off x="6680424" y="2005605"/>
            <a:ext cx="630374"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PLMN</a:t>
            </a:r>
            <a:endParaRPr lang="en-US" altLang="zh-CN" sz="800" b="1" dirty="0">
              <a:latin typeface="微软雅黑" panose="020B0503020204020204" pitchFamily="34" charset="-122"/>
              <a:ea typeface="微软雅黑" panose="020B0503020204020204" pitchFamily="34" charset="-122"/>
            </a:endParaRPr>
          </a:p>
        </p:txBody>
      </p:sp>
      <p:sp>
        <p:nvSpPr>
          <p:cNvPr id="227" name="Rectangle 17"/>
          <p:cNvSpPr>
            <a:spLocks noChangeArrowheads="1"/>
          </p:cNvSpPr>
          <p:nvPr/>
        </p:nvSpPr>
        <p:spPr bwMode="auto">
          <a:xfrm>
            <a:off x="7510297" y="1995546"/>
            <a:ext cx="630374"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DDN</a:t>
            </a:r>
            <a:endParaRPr lang="en-US" altLang="zh-CN" sz="800" b="1" dirty="0">
              <a:latin typeface="微软雅黑" panose="020B0503020204020204" pitchFamily="34" charset="-122"/>
              <a:ea typeface="微软雅黑" panose="020B0503020204020204" pitchFamily="34" charset="-122"/>
            </a:endParaRPr>
          </a:p>
        </p:txBody>
      </p:sp>
      <p:sp>
        <p:nvSpPr>
          <p:cNvPr id="228" name="Rectangle 17"/>
          <p:cNvSpPr>
            <a:spLocks noChangeArrowheads="1"/>
          </p:cNvSpPr>
          <p:nvPr/>
        </p:nvSpPr>
        <p:spPr bwMode="auto">
          <a:xfrm>
            <a:off x="8296958" y="1986092"/>
            <a:ext cx="630374"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VPN</a:t>
            </a:r>
            <a:endParaRPr lang="en-US" altLang="zh-CN" sz="800" b="1" dirty="0">
              <a:latin typeface="微软雅黑" panose="020B0503020204020204" pitchFamily="34" charset="-122"/>
              <a:ea typeface="微软雅黑" panose="020B0503020204020204" pitchFamily="34" charset="-122"/>
            </a:endParaRPr>
          </a:p>
        </p:txBody>
      </p:sp>
      <p:sp>
        <p:nvSpPr>
          <p:cNvPr id="229" name="Rectangle 17"/>
          <p:cNvSpPr>
            <a:spLocks noChangeArrowheads="1"/>
          </p:cNvSpPr>
          <p:nvPr/>
        </p:nvSpPr>
        <p:spPr bwMode="auto">
          <a:xfrm>
            <a:off x="9041955" y="1984841"/>
            <a:ext cx="630374"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Internet</a:t>
            </a:r>
            <a:endParaRPr lang="en-US" altLang="zh-CN" sz="800" b="1" dirty="0">
              <a:latin typeface="微软雅黑" panose="020B0503020204020204" pitchFamily="34" charset="-122"/>
              <a:ea typeface="微软雅黑" panose="020B0503020204020204" pitchFamily="34" charset="-122"/>
            </a:endParaRPr>
          </a:p>
        </p:txBody>
      </p:sp>
      <p:sp>
        <p:nvSpPr>
          <p:cNvPr id="230" name="Rectangle 17"/>
          <p:cNvSpPr>
            <a:spLocks noChangeArrowheads="1"/>
          </p:cNvSpPr>
          <p:nvPr/>
        </p:nvSpPr>
        <p:spPr bwMode="auto">
          <a:xfrm>
            <a:off x="9947676" y="1995546"/>
            <a:ext cx="630374"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WAN</a:t>
            </a:r>
            <a:endParaRPr lang="en-US" altLang="zh-CN" sz="800" b="1" dirty="0">
              <a:latin typeface="微软雅黑" panose="020B0503020204020204" pitchFamily="34" charset="-122"/>
              <a:ea typeface="微软雅黑" panose="020B0503020204020204" pitchFamily="34" charset="-122"/>
            </a:endParaRPr>
          </a:p>
        </p:txBody>
      </p:sp>
      <p:sp>
        <p:nvSpPr>
          <p:cNvPr id="231" name="Rectangle 17"/>
          <p:cNvSpPr>
            <a:spLocks noChangeArrowheads="1"/>
          </p:cNvSpPr>
          <p:nvPr/>
        </p:nvSpPr>
        <p:spPr bwMode="auto">
          <a:xfrm>
            <a:off x="10737756" y="2001391"/>
            <a:ext cx="630374"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LAN</a:t>
            </a:r>
            <a:endParaRPr lang="en-US" altLang="zh-CN" sz="800" b="1" dirty="0">
              <a:latin typeface="微软雅黑" panose="020B0503020204020204" pitchFamily="34" charset="-122"/>
              <a:ea typeface="微软雅黑" panose="020B0503020204020204" pitchFamily="34" charset="-122"/>
            </a:endParaRPr>
          </a:p>
        </p:txBody>
      </p:sp>
      <p:sp>
        <p:nvSpPr>
          <p:cNvPr id="232" name="Rectangle 17"/>
          <p:cNvSpPr>
            <a:spLocks noChangeArrowheads="1"/>
          </p:cNvSpPr>
          <p:nvPr/>
        </p:nvSpPr>
        <p:spPr bwMode="auto">
          <a:xfrm>
            <a:off x="11425047" y="1941845"/>
            <a:ext cx="630374" cy="33855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IP network</a:t>
            </a:r>
            <a:endParaRPr lang="en-US" altLang="zh-CN" sz="800" b="1" dirty="0">
              <a:latin typeface="微软雅黑" panose="020B0503020204020204" pitchFamily="34" charset="-122"/>
              <a:ea typeface="微软雅黑" panose="020B0503020204020204" pitchFamily="34" charset="-122"/>
            </a:endParaRPr>
          </a:p>
        </p:txBody>
      </p:sp>
      <p:sp>
        <p:nvSpPr>
          <p:cNvPr id="233" name="Rectangle 17"/>
          <p:cNvSpPr>
            <a:spLocks noChangeArrowheads="1"/>
          </p:cNvSpPr>
          <p:nvPr/>
        </p:nvSpPr>
        <p:spPr bwMode="auto">
          <a:xfrm>
            <a:off x="957279" y="3133578"/>
            <a:ext cx="630374"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Cloud-3</a:t>
            </a:r>
            <a:endParaRPr lang="en-US" altLang="zh-CN" sz="800" b="1" dirty="0">
              <a:latin typeface="微软雅黑" panose="020B0503020204020204" pitchFamily="34" charset="-122"/>
              <a:ea typeface="微软雅黑" panose="020B0503020204020204" pitchFamily="34" charset="-122"/>
            </a:endParaRPr>
          </a:p>
        </p:txBody>
      </p:sp>
      <p:sp>
        <p:nvSpPr>
          <p:cNvPr id="234" name="Rectangle 17"/>
          <p:cNvSpPr>
            <a:spLocks noChangeArrowheads="1"/>
          </p:cNvSpPr>
          <p:nvPr/>
        </p:nvSpPr>
        <p:spPr bwMode="auto">
          <a:xfrm>
            <a:off x="81054" y="3057375"/>
            <a:ext cx="630374" cy="33855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IMS network</a:t>
            </a:r>
            <a:endParaRPr lang="en-US" altLang="zh-CN" sz="800" b="1" dirty="0">
              <a:latin typeface="微软雅黑" panose="020B0503020204020204" pitchFamily="34" charset="-122"/>
              <a:ea typeface="微软雅黑" panose="020B0503020204020204" pitchFamily="34" charset="-122"/>
            </a:endParaRPr>
          </a:p>
        </p:txBody>
      </p:sp>
      <p:sp>
        <p:nvSpPr>
          <p:cNvPr id="235" name="Rectangle 17"/>
          <p:cNvSpPr>
            <a:spLocks noChangeArrowheads="1"/>
          </p:cNvSpPr>
          <p:nvPr/>
        </p:nvSpPr>
        <p:spPr bwMode="auto">
          <a:xfrm>
            <a:off x="6680424" y="860840"/>
            <a:ext cx="475150"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PSTN</a:t>
            </a:r>
            <a:endParaRPr lang="en-US" altLang="zh-CN" sz="800" b="1" dirty="0">
              <a:latin typeface="微软雅黑" panose="020B0503020204020204" pitchFamily="34" charset="-122"/>
              <a:ea typeface="微软雅黑" panose="020B0503020204020204" pitchFamily="34" charset="-122"/>
            </a:endParaRPr>
          </a:p>
        </p:txBody>
      </p:sp>
    </p:spTree>
  </p:cSld>
  <p:clrMapOvr>
    <a:masterClrMapping/>
  </p:clrMapOvr>
  <p:transition advClick="0" advTm="8000">
    <p:fade thruBlk="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stretch>
            <a:fillRect/>
          </a:stretch>
        </p:blipFill>
        <p:spPr>
          <a:xfrm>
            <a:off x="47328" y="6653"/>
            <a:ext cx="767408" cy="780415"/>
          </a:xfrm>
          <a:prstGeom prst="rect">
            <a:avLst/>
          </a:prstGeom>
        </p:spPr>
      </p:pic>
      <p:pic>
        <p:nvPicPr>
          <p:cNvPr id="3" name="图片 2"/>
          <p:cNvPicPr>
            <a:picLocks noChangeAspect="1"/>
          </p:cNvPicPr>
          <p:nvPr/>
        </p:nvPicPr>
        <p:blipFill>
          <a:blip r:embed="rId4" cstate="print"/>
          <a:stretch>
            <a:fillRect/>
          </a:stretch>
        </p:blipFill>
        <p:spPr>
          <a:xfrm>
            <a:off x="851496" y="6653"/>
            <a:ext cx="780008" cy="793228"/>
          </a:xfrm>
          <a:prstGeom prst="rect">
            <a:avLst/>
          </a:prstGeom>
        </p:spPr>
      </p:pic>
      <p:pic>
        <p:nvPicPr>
          <p:cNvPr id="4" name="图片 3"/>
          <p:cNvPicPr>
            <a:picLocks noChangeAspect="1"/>
          </p:cNvPicPr>
          <p:nvPr/>
        </p:nvPicPr>
        <p:blipFill>
          <a:blip r:embed="rId5" cstate="print"/>
          <a:stretch>
            <a:fillRect/>
          </a:stretch>
        </p:blipFill>
        <p:spPr>
          <a:xfrm>
            <a:off x="1631503" y="6652"/>
            <a:ext cx="806429" cy="780415"/>
          </a:xfrm>
          <a:prstGeom prst="rect">
            <a:avLst/>
          </a:prstGeom>
        </p:spPr>
      </p:pic>
      <p:pic>
        <p:nvPicPr>
          <p:cNvPr id="8" name="图片 7"/>
          <p:cNvPicPr>
            <a:picLocks noChangeAspect="1"/>
          </p:cNvPicPr>
          <p:nvPr/>
        </p:nvPicPr>
        <p:blipFill>
          <a:blip r:embed="rId6" cstate="print"/>
          <a:stretch>
            <a:fillRect/>
          </a:stretch>
        </p:blipFill>
        <p:spPr>
          <a:xfrm>
            <a:off x="2560048" y="6652"/>
            <a:ext cx="517025" cy="780415"/>
          </a:xfrm>
          <a:prstGeom prst="rect">
            <a:avLst/>
          </a:prstGeom>
        </p:spPr>
      </p:pic>
      <p:pic>
        <p:nvPicPr>
          <p:cNvPr id="9" name="图片 8"/>
          <p:cNvPicPr>
            <a:picLocks noChangeAspect="1"/>
          </p:cNvPicPr>
          <p:nvPr/>
        </p:nvPicPr>
        <p:blipFill>
          <a:blip r:embed="rId7" cstate="print"/>
          <a:stretch>
            <a:fillRect/>
          </a:stretch>
        </p:blipFill>
        <p:spPr>
          <a:xfrm>
            <a:off x="3359696" y="0"/>
            <a:ext cx="648000" cy="744000"/>
          </a:xfrm>
          <a:prstGeom prst="rect">
            <a:avLst/>
          </a:prstGeom>
        </p:spPr>
      </p:pic>
      <p:pic>
        <p:nvPicPr>
          <p:cNvPr id="10" name="图片 9"/>
          <p:cNvPicPr>
            <a:picLocks noChangeAspect="1"/>
          </p:cNvPicPr>
          <p:nvPr/>
        </p:nvPicPr>
        <p:blipFill>
          <a:blip r:embed="rId8" cstate="print"/>
          <a:stretch>
            <a:fillRect/>
          </a:stretch>
        </p:blipFill>
        <p:spPr>
          <a:xfrm>
            <a:off x="4071543" y="6652"/>
            <a:ext cx="744000" cy="792000"/>
          </a:xfrm>
          <a:prstGeom prst="rect">
            <a:avLst/>
          </a:prstGeom>
        </p:spPr>
      </p:pic>
      <p:pic>
        <p:nvPicPr>
          <p:cNvPr id="11" name="图片 10"/>
          <p:cNvPicPr>
            <a:picLocks noChangeAspect="1"/>
          </p:cNvPicPr>
          <p:nvPr/>
        </p:nvPicPr>
        <p:blipFill>
          <a:blip r:embed="rId9" cstate="print"/>
          <a:stretch>
            <a:fillRect/>
          </a:stretch>
        </p:blipFill>
        <p:spPr>
          <a:xfrm>
            <a:off x="4877971" y="44624"/>
            <a:ext cx="807961" cy="706966"/>
          </a:xfrm>
          <a:prstGeom prst="rect">
            <a:avLst/>
          </a:prstGeom>
        </p:spPr>
      </p:pic>
      <p:pic>
        <p:nvPicPr>
          <p:cNvPr id="12" name="图片 11"/>
          <p:cNvPicPr>
            <a:picLocks noChangeAspect="1"/>
          </p:cNvPicPr>
          <p:nvPr/>
        </p:nvPicPr>
        <p:blipFill>
          <a:blip r:embed="rId10" cstate="print"/>
          <a:stretch>
            <a:fillRect/>
          </a:stretch>
        </p:blipFill>
        <p:spPr>
          <a:xfrm>
            <a:off x="5703735" y="19267"/>
            <a:ext cx="744000" cy="768000"/>
          </a:xfrm>
          <a:prstGeom prst="rect">
            <a:avLst/>
          </a:prstGeom>
        </p:spPr>
      </p:pic>
      <p:pic>
        <p:nvPicPr>
          <p:cNvPr id="13" name="图片 12"/>
          <p:cNvPicPr>
            <a:picLocks noChangeAspect="1"/>
          </p:cNvPicPr>
          <p:nvPr/>
        </p:nvPicPr>
        <p:blipFill>
          <a:blip r:embed="rId11" cstate="print"/>
          <a:stretch>
            <a:fillRect/>
          </a:stretch>
        </p:blipFill>
        <p:spPr>
          <a:xfrm>
            <a:off x="6552656" y="19267"/>
            <a:ext cx="702926" cy="757842"/>
          </a:xfrm>
          <a:prstGeom prst="rect">
            <a:avLst/>
          </a:prstGeom>
        </p:spPr>
      </p:pic>
      <p:pic>
        <p:nvPicPr>
          <p:cNvPr id="14" name="图片 13"/>
          <p:cNvPicPr>
            <a:picLocks noChangeAspect="1"/>
          </p:cNvPicPr>
          <p:nvPr/>
        </p:nvPicPr>
        <p:blipFill>
          <a:blip r:embed="rId12" cstate="print"/>
          <a:stretch>
            <a:fillRect/>
          </a:stretch>
        </p:blipFill>
        <p:spPr>
          <a:xfrm>
            <a:off x="7335927" y="151224"/>
            <a:ext cx="776297" cy="557963"/>
          </a:xfrm>
          <a:prstGeom prst="rect">
            <a:avLst/>
          </a:prstGeom>
        </p:spPr>
      </p:pic>
      <p:pic>
        <p:nvPicPr>
          <p:cNvPr id="15" name="图片 14"/>
          <p:cNvPicPr>
            <a:picLocks noChangeAspect="1"/>
          </p:cNvPicPr>
          <p:nvPr/>
        </p:nvPicPr>
        <p:blipFill>
          <a:blip r:embed="rId13" cstate="print"/>
          <a:stretch>
            <a:fillRect/>
          </a:stretch>
        </p:blipFill>
        <p:spPr>
          <a:xfrm>
            <a:off x="8121046" y="151224"/>
            <a:ext cx="815420" cy="439073"/>
          </a:xfrm>
          <a:prstGeom prst="rect">
            <a:avLst/>
          </a:prstGeom>
        </p:spPr>
      </p:pic>
      <p:pic>
        <p:nvPicPr>
          <p:cNvPr id="16" name="图片 15"/>
          <p:cNvPicPr>
            <a:picLocks noChangeAspect="1"/>
          </p:cNvPicPr>
          <p:nvPr/>
        </p:nvPicPr>
        <p:blipFill>
          <a:blip r:embed="rId14" cstate="print"/>
          <a:stretch>
            <a:fillRect/>
          </a:stretch>
        </p:blipFill>
        <p:spPr>
          <a:xfrm>
            <a:off x="9017296" y="6652"/>
            <a:ext cx="679104" cy="805717"/>
          </a:xfrm>
          <a:prstGeom prst="rect">
            <a:avLst/>
          </a:prstGeom>
        </p:spPr>
      </p:pic>
      <p:sp>
        <p:nvSpPr>
          <p:cNvPr id="26" name="Rectangle 17"/>
          <p:cNvSpPr>
            <a:spLocks noChangeArrowheads="1"/>
          </p:cNvSpPr>
          <p:nvPr/>
        </p:nvSpPr>
        <p:spPr bwMode="auto">
          <a:xfrm>
            <a:off x="219481" y="836712"/>
            <a:ext cx="403912"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BCS</a:t>
            </a:r>
            <a:endParaRPr lang="zh-CN" altLang="zh-CN" sz="800" b="1" dirty="0">
              <a:latin typeface="微软雅黑" panose="020B0503020204020204" pitchFamily="34" charset="-122"/>
              <a:ea typeface="微软雅黑" panose="020B0503020204020204" pitchFamily="34" charset="-122"/>
            </a:endParaRPr>
          </a:p>
        </p:txBody>
      </p:sp>
      <p:sp>
        <p:nvSpPr>
          <p:cNvPr id="27" name="Rectangle 17"/>
          <p:cNvSpPr>
            <a:spLocks noChangeArrowheads="1"/>
          </p:cNvSpPr>
          <p:nvPr/>
        </p:nvSpPr>
        <p:spPr bwMode="auto">
          <a:xfrm>
            <a:off x="1005024" y="845312"/>
            <a:ext cx="430487"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RNC</a:t>
            </a:r>
            <a:endParaRPr lang="zh-CN" altLang="zh-CN" sz="800" b="1" dirty="0">
              <a:latin typeface="微软雅黑" panose="020B0503020204020204" pitchFamily="34" charset="-122"/>
              <a:ea typeface="微软雅黑" panose="020B0503020204020204" pitchFamily="34" charset="-122"/>
            </a:endParaRPr>
          </a:p>
        </p:txBody>
      </p:sp>
      <p:sp>
        <p:nvSpPr>
          <p:cNvPr id="28" name="Rectangle 17"/>
          <p:cNvSpPr>
            <a:spLocks noChangeArrowheads="1"/>
          </p:cNvSpPr>
          <p:nvPr/>
        </p:nvSpPr>
        <p:spPr bwMode="auto">
          <a:xfrm>
            <a:off x="1679356" y="845312"/>
            <a:ext cx="742203"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通用类</a:t>
            </a:r>
            <a:r>
              <a:rPr lang="en-US" altLang="zh-CN" sz="800" b="1" dirty="0" smtClean="0">
                <a:latin typeface="微软雅黑" panose="020B0503020204020204" pitchFamily="34" charset="-122"/>
                <a:ea typeface="微软雅黑" panose="020B0503020204020204" pitchFamily="34" charset="-122"/>
              </a:rPr>
              <a:t>PTN</a:t>
            </a:r>
            <a:endParaRPr lang="zh-CN" altLang="zh-CN" sz="800" b="1" dirty="0">
              <a:latin typeface="微软雅黑" panose="020B0503020204020204" pitchFamily="34" charset="-122"/>
              <a:ea typeface="微软雅黑" panose="020B0503020204020204" pitchFamily="34" charset="-122"/>
            </a:endParaRPr>
          </a:p>
        </p:txBody>
      </p:sp>
      <p:sp>
        <p:nvSpPr>
          <p:cNvPr id="29" name="Rectangle 17"/>
          <p:cNvSpPr>
            <a:spLocks noChangeArrowheads="1"/>
          </p:cNvSpPr>
          <p:nvPr/>
        </p:nvSpPr>
        <p:spPr bwMode="auto">
          <a:xfrm>
            <a:off x="3190477" y="845312"/>
            <a:ext cx="1048730"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Database</a:t>
            </a:r>
            <a:r>
              <a:rPr lang="zh-CN" altLang="en-US" sz="800" b="1" dirty="0" smtClean="0">
                <a:latin typeface="微软雅黑" panose="020B0503020204020204" pitchFamily="34" charset="-122"/>
                <a:ea typeface="微软雅黑" panose="020B0503020204020204" pitchFamily="34" charset="-122"/>
              </a:rPr>
              <a:t>数据库</a:t>
            </a:r>
            <a:endParaRPr lang="en-US" altLang="zh-CN" sz="800" b="1" dirty="0" smtClean="0">
              <a:latin typeface="微软雅黑" panose="020B0503020204020204" pitchFamily="34" charset="-122"/>
              <a:ea typeface="微软雅黑" panose="020B0503020204020204" pitchFamily="34" charset="-122"/>
            </a:endParaRPr>
          </a:p>
        </p:txBody>
      </p:sp>
      <p:sp>
        <p:nvSpPr>
          <p:cNvPr id="30" name="Rectangle 17"/>
          <p:cNvSpPr>
            <a:spLocks noChangeArrowheads="1"/>
          </p:cNvSpPr>
          <p:nvPr/>
        </p:nvSpPr>
        <p:spPr bwMode="auto">
          <a:xfrm>
            <a:off x="2482524" y="845312"/>
            <a:ext cx="706395"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112</a:t>
            </a:r>
            <a:r>
              <a:rPr lang="zh-CN" altLang="en-US" sz="800" b="1" dirty="0" smtClean="0">
                <a:latin typeface="微软雅黑" panose="020B0503020204020204" pitchFamily="34" charset="-122"/>
                <a:ea typeface="微软雅黑" panose="020B0503020204020204" pitchFamily="34" charset="-122"/>
              </a:rPr>
              <a:t>测试台</a:t>
            </a:r>
            <a:endParaRPr lang="zh-CN" altLang="zh-CN" sz="800" b="1" dirty="0">
              <a:latin typeface="微软雅黑" panose="020B0503020204020204" pitchFamily="34" charset="-122"/>
              <a:ea typeface="微软雅黑" panose="020B0503020204020204" pitchFamily="34" charset="-122"/>
            </a:endParaRPr>
          </a:p>
        </p:txBody>
      </p:sp>
      <p:sp>
        <p:nvSpPr>
          <p:cNvPr id="31" name="Rectangle 17"/>
          <p:cNvSpPr>
            <a:spLocks noChangeArrowheads="1"/>
          </p:cNvSpPr>
          <p:nvPr/>
        </p:nvSpPr>
        <p:spPr bwMode="auto">
          <a:xfrm>
            <a:off x="3987992" y="787066"/>
            <a:ext cx="1190511" cy="33855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MCU</a:t>
            </a:r>
          </a:p>
          <a:p>
            <a:r>
              <a:rPr lang="zh-CN" altLang="en-US" sz="800" b="1" dirty="0" smtClean="0">
                <a:latin typeface="微软雅黑" panose="020B0503020204020204" pitchFamily="34" charset="-122"/>
                <a:ea typeface="微软雅黑" panose="020B0503020204020204" pitchFamily="34" charset="-122"/>
              </a:rPr>
              <a:t>（多点控制单元）</a:t>
            </a:r>
            <a:endParaRPr lang="zh-CN" altLang="zh-CN" sz="800" b="1" dirty="0">
              <a:latin typeface="微软雅黑" panose="020B0503020204020204" pitchFamily="34" charset="-122"/>
              <a:ea typeface="微软雅黑" panose="020B0503020204020204" pitchFamily="34" charset="-122"/>
            </a:endParaRPr>
          </a:p>
        </p:txBody>
      </p:sp>
      <p:sp>
        <p:nvSpPr>
          <p:cNvPr id="32" name="Rectangle 17"/>
          <p:cNvSpPr>
            <a:spLocks noChangeArrowheads="1"/>
          </p:cNvSpPr>
          <p:nvPr/>
        </p:nvSpPr>
        <p:spPr bwMode="auto">
          <a:xfrm>
            <a:off x="4989299" y="845312"/>
            <a:ext cx="553303"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IADMS</a:t>
            </a:r>
            <a:endParaRPr lang="en-US" altLang="zh-CN" sz="800" b="1" dirty="0">
              <a:latin typeface="微软雅黑" panose="020B0503020204020204" pitchFamily="34" charset="-122"/>
              <a:ea typeface="微软雅黑" panose="020B0503020204020204" pitchFamily="34" charset="-122"/>
            </a:endParaRPr>
          </a:p>
        </p:txBody>
      </p:sp>
      <p:sp>
        <p:nvSpPr>
          <p:cNvPr id="33" name="Rectangle 17"/>
          <p:cNvSpPr>
            <a:spLocks noChangeArrowheads="1"/>
          </p:cNvSpPr>
          <p:nvPr/>
        </p:nvSpPr>
        <p:spPr bwMode="auto">
          <a:xfrm>
            <a:off x="5779502" y="845312"/>
            <a:ext cx="647197"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家庭网关</a:t>
            </a:r>
            <a:endParaRPr lang="en-US" altLang="zh-CN" sz="800" b="1" dirty="0">
              <a:latin typeface="微软雅黑" panose="020B0503020204020204" pitchFamily="34" charset="-122"/>
              <a:ea typeface="微软雅黑" panose="020B0503020204020204" pitchFamily="34" charset="-122"/>
            </a:endParaRPr>
          </a:p>
        </p:txBody>
      </p:sp>
      <p:sp>
        <p:nvSpPr>
          <p:cNvPr id="34" name="Rectangle 17"/>
          <p:cNvSpPr>
            <a:spLocks noChangeArrowheads="1"/>
          </p:cNvSpPr>
          <p:nvPr/>
        </p:nvSpPr>
        <p:spPr bwMode="auto">
          <a:xfrm>
            <a:off x="6514669" y="845312"/>
            <a:ext cx="872591"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N2000</a:t>
            </a:r>
            <a:r>
              <a:rPr lang="zh-CN" altLang="en-US" sz="800" b="1" dirty="0" smtClean="0">
                <a:latin typeface="微软雅黑" panose="020B0503020204020204" pitchFamily="34" charset="-122"/>
                <a:ea typeface="微软雅黑" panose="020B0503020204020204" pitchFamily="34" charset="-122"/>
              </a:rPr>
              <a:t>客户端</a:t>
            </a:r>
            <a:endParaRPr lang="en-US" altLang="zh-CN" sz="800" b="1" dirty="0">
              <a:latin typeface="微软雅黑" panose="020B0503020204020204" pitchFamily="34" charset="-122"/>
              <a:ea typeface="微软雅黑" panose="020B0503020204020204" pitchFamily="34" charset="-122"/>
            </a:endParaRPr>
          </a:p>
        </p:txBody>
      </p:sp>
      <p:sp>
        <p:nvSpPr>
          <p:cNvPr id="35" name="Rectangle 17"/>
          <p:cNvSpPr>
            <a:spLocks noChangeArrowheads="1"/>
          </p:cNvSpPr>
          <p:nvPr/>
        </p:nvSpPr>
        <p:spPr bwMode="auto">
          <a:xfrm>
            <a:off x="7420778" y="845312"/>
            <a:ext cx="620412"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上级网管</a:t>
            </a:r>
            <a:endParaRPr lang="en-US" altLang="zh-CN" sz="800" b="1" dirty="0">
              <a:latin typeface="微软雅黑" panose="020B0503020204020204" pitchFamily="34" charset="-122"/>
              <a:ea typeface="微软雅黑" panose="020B0503020204020204" pitchFamily="34" charset="-122"/>
            </a:endParaRPr>
          </a:p>
        </p:txBody>
      </p:sp>
      <p:sp>
        <p:nvSpPr>
          <p:cNvPr id="36" name="Rectangle 17"/>
          <p:cNvSpPr>
            <a:spLocks noChangeArrowheads="1"/>
          </p:cNvSpPr>
          <p:nvPr/>
        </p:nvSpPr>
        <p:spPr bwMode="auto">
          <a:xfrm>
            <a:off x="8347910" y="845312"/>
            <a:ext cx="390383"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网管</a:t>
            </a:r>
            <a:endParaRPr lang="en-US" altLang="zh-CN" sz="800" b="1" dirty="0">
              <a:latin typeface="微软雅黑" panose="020B0503020204020204" pitchFamily="34" charset="-122"/>
              <a:ea typeface="微软雅黑" panose="020B0503020204020204" pitchFamily="34" charset="-122"/>
            </a:endParaRPr>
          </a:p>
        </p:txBody>
      </p:sp>
      <p:sp>
        <p:nvSpPr>
          <p:cNvPr id="37" name="Rectangle 17"/>
          <p:cNvSpPr>
            <a:spLocks noChangeArrowheads="1"/>
          </p:cNvSpPr>
          <p:nvPr/>
        </p:nvSpPr>
        <p:spPr bwMode="auto">
          <a:xfrm>
            <a:off x="9045013" y="833892"/>
            <a:ext cx="651387" cy="215444"/>
          </a:xfrm>
          <a:prstGeom prst="rect">
            <a:avLst/>
          </a:prstGeom>
          <a:noFill/>
        </p:spPr>
        <p:txBody>
          <a:bodyPr wrap="square" rtlCol="0">
            <a:spAutoFit/>
          </a:bodyPr>
          <a:lstStyle/>
          <a:p>
            <a:r>
              <a:rPr lang="en-US" altLang="zh-CN" sz="800" b="1" dirty="0" smtClean="0">
                <a:latin typeface="微软雅黑" panose="020B0503020204020204" pitchFamily="34" charset="-122"/>
                <a:ea typeface="微软雅黑" panose="020B0503020204020204" pitchFamily="34" charset="-122"/>
              </a:rPr>
              <a:t>RM9000</a:t>
            </a:r>
            <a:endParaRPr lang="en-US" altLang="zh-CN" sz="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72669630"/>
      </p:ext>
    </p:extLst>
  </p:cSld>
  <p:clrMapOvr>
    <a:masterClrMapping/>
  </p:clrMapOvr>
  <p:timing>
    <p:tnLst>
      <p:par>
        <p:cTn id="1" dur="indefinite" restart="never" nodeType="tmRoot"/>
      </p:par>
    </p:tnLst>
  </p:timing>
</p:sld>
</file>

<file path=ppt/theme/theme1.xml><?xml version="1.0" encoding="utf-8"?>
<a:theme xmlns:a="http://schemas.openxmlformats.org/drawingml/2006/main" name="Blank">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4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5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6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7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8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9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10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262</TotalTime>
  <Words>184</Words>
  <Application>Microsoft Office PowerPoint</Application>
  <PresentationFormat>宽屏</PresentationFormat>
  <Paragraphs>107</Paragraphs>
  <Slides>2</Slides>
  <Notes>0</Notes>
  <HiddenSlides>0</HiddenSlides>
  <MMClips>0</MMClips>
  <ScaleCrop>false</ScaleCrop>
  <HeadingPairs>
    <vt:vector size="6" baseType="variant">
      <vt:variant>
        <vt:lpstr>已用的字体</vt:lpstr>
      </vt:variant>
      <vt:variant>
        <vt:i4>13</vt:i4>
      </vt:variant>
      <vt:variant>
        <vt:lpstr>主题</vt:lpstr>
      </vt:variant>
      <vt:variant>
        <vt:i4>10</vt:i4>
      </vt:variant>
      <vt:variant>
        <vt:lpstr>幻灯片标题</vt:lpstr>
      </vt:variant>
      <vt:variant>
        <vt:i4>2</vt:i4>
      </vt:variant>
    </vt:vector>
  </HeadingPairs>
  <TitlesOfParts>
    <vt:vector size="25" baseType="lpstr">
      <vt:lpstr>MS PGothic</vt:lpstr>
      <vt:lpstr>MS PGothic</vt:lpstr>
      <vt:lpstr>黑体</vt:lpstr>
      <vt:lpstr>华文细黑</vt:lpstr>
      <vt:lpstr>宋体</vt:lpstr>
      <vt:lpstr>微软雅黑</vt:lpstr>
      <vt:lpstr>Arial</vt:lpstr>
      <vt:lpstr>Calibri</vt:lpstr>
      <vt:lpstr>Calibri Light</vt:lpstr>
      <vt:lpstr>FrutigerNext LT Bold</vt:lpstr>
      <vt:lpstr>FrutigerNext LT Medium</vt:lpstr>
      <vt:lpstr>FrutigerNext LT Regular</vt:lpstr>
      <vt:lpstr>Wingdings</vt:lpstr>
      <vt:lpstr>Blank</vt:lpstr>
      <vt:lpstr>1_主题1</vt:lpstr>
      <vt:lpstr>4_主题1</vt:lpstr>
      <vt:lpstr>5_主题1</vt:lpstr>
      <vt:lpstr>6_主题1</vt:lpstr>
      <vt:lpstr>7_主题1</vt:lpstr>
      <vt:lpstr>8_主题1</vt:lpstr>
      <vt:lpstr>9_主题1</vt:lpstr>
      <vt:lpstr>10_主题1</vt:lpstr>
      <vt:lpstr>Office 主题</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yingzhihan</dc:creator>
  <cp:lastModifiedBy>应智瀚 Y00429564</cp:lastModifiedBy>
  <cp:revision>19</cp:revision>
  <dcterms:created xsi:type="dcterms:W3CDTF">2011-12-01T07:18:24Z</dcterms:created>
  <dcterms:modified xsi:type="dcterms:W3CDTF">2018-07-28T08:06:47Z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s_pID_725343">
    <vt:lpwstr>(4)+mRI5gXQHovmfVtvGi8YEj8MNucGyGqF6+S9e0Cq/oHdRt7j1cQpCgfR2wT34wXo3ifSLdp2_x000d_
yKWO99KTItGSQ+TlzeBGJwsp349jT3IYFg4uIIAGN1Sr6+zVCJQ83zqXieIpRC0ddyp00XIe_x000d_
AGQKlhgmFM3HQOYoMc7WxtsaVOvJxMXiHg0qf/nNhokoPB4Wp9r/kNZ90e1txeJqHcJWACTu_x000d_
VqQv5ACQ2nD4EZ87NP</vt:lpwstr>
  </property>
  <property fmtid="{D5CDD505-2E9C-101B-9397-08002B2CF9AE}" pid="3" name="_ms_pID_7253431">
    <vt:lpwstr>px3Ik0ZLGzfQzcCJsqyA3kvMOARvCMBL8Dhd75pjtmUV1aC6+8Ocxe_x000d_
bTa5I8Vdm6Kj28DsD6+YWqoh2lvpINNVtub7jghbMZ2e2pMxL4FAIVSA3xq1LicoEfUbh+E3_x000d_
+mvpI/wSYvDz2t8u1JHubKvNV7JNQUiW7iXzGhZb8OEDRGzgpz/C2sKYFd3zk/zuyM8TKKtY_x000d_
I+kyilpsAB3ZpR2buezpdf7vRdHbktFqV01V</vt:lpwstr>
  </property>
  <property fmtid="{D5CDD505-2E9C-101B-9397-08002B2CF9AE}" pid="4" name="_ms_pID_7253432">
    <vt:lpwstr>bPscNl73h+KBMIOAsGC5BjFPwGo4c9Erl1dl_x000d_
vs9OFVH4nUw6/t2aDq73yszRyL3FPUhqCxmmmuwVQHBnVOI56+ChAskHL52OZcAKavGhiXII_x000d_
aFSH+fQOLCuyhbAuBRYHGK3Tn2LIm/L/CRUstyABzM1b5HQdNsEncFPMhWribToTFsuj6hAo_x000d_
mvmyMQyM4tgghZnUKjGMVJQFQC0Bt2gS/+gcFl+EcP/wCA/uiZjETW</vt:lpwstr>
  </property>
  <property fmtid="{D5CDD505-2E9C-101B-9397-08002B2CF9AE}" pid="5" name="_ms_pID_7253433">
    <vt:lpwstr>9m</vt:lpwstr>
  </property>
  <property fmtid="{D5CDD505-2E9C-101B-9397-08002B2CF9AE}" pid="6" name="_2015_ms_pID_725343">
    <vt:lpwstr>(2)lSpibqSJYzg0PjXbg6xUVVhJ/HMOADPhtAawDBIX3ClqKUGxqnQxxDWXiql7i946REPPBrxW
f9no1DMQPQkYZbq5coVJWqkFtffjwJrm45eGgXCmPTeHzIHc8smKwxmIj/a1LD6hwTJOk3KE
PQ8OEyZGG0z0NaEA4Psqm0PnzkQBANmpTfx6w410ZnRC1q9zghxSNlh0e/rFQJOB2VwubvCr
sbuLKJqlWZMWxtz1Z7</vt:lpwstr>
  </property>
  <property fmtid="{D5CDD505-2E9C-101B-9397-08002B2CF9AE}" pid="7" name="_2015_ms_pID_7253431">
    <vt:lpwstr>o44nuhzphJZxgPOOTCY+IQOgmrykABaQGGllZaMtT80M4dEIY6pDag
Ue+U2QHedcaFXREdsFpBaK+zbIt4Pjy3nFLzlwpcpF5yPPCCJS6LAhPRYJNd4kAAymuMXdCi
wSzvw2bOk2sQXEgsIoywdHvhzjDUBO7lQWcZFMuM3m6Ji4vnDH8afHuZgkqnHUvZcqA=</vt:lpwstr>
  </property>
  <property fmtid="{D5CDD505-2E9C-101B-9397-08002B2CF9AE}" pid="8" name="_readonly">
    <vt:lpwstr/>
  </property>
  <property fmtid="{D5CDD505-2E9C-101B-9397-08002B2CF9AE}" pid="9" name="_change">
    <vt:lpwstr/>
  </property>
  <property fmtid="{D5CDD505-2E9C-101B-9397-08002B2CF9AE}" pid="10" name="_full-control">
    <vt:lpwstr/>
  </property>
  <property fmtid="{D5CDD505-2E9C-101B-9397-08002B2CF9AE}" pid="11" name="sflag">
    <vt:lpwstr>1532604864</vt:lpwstr>
  </property>
</Properties>
</file>