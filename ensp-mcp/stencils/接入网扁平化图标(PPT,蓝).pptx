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53" r:id="rId10"/>
  </p:sldMasterIdLst>
  <p:handoutMasterIdLst>
    <p:handoutMasterId r:id="rId13"/>
  </p:handoutMasterIdLst>
  <p:sldIdLst>
    <p:sldId id="262" r:id="rId11"/>
    <p:sldId id="263" r:id="rId1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845" userDrawn="1">
          <p15:clr>
            <a:srgbClr val="A4A3A4"/>
          </p15:clr>
        </p15:guide>
        <p15:guide id="4" orient="horz" pos="2840" userDrawn="1">
          <p15:clr>
            <a:srgbClr val="A4A3A4"/>
          </p15:clr>
        </p15:guide>
        <p15:guide id="5" orient="horz" pos="4020" userDrawn="1">
          <p15:clr>
            <a:srgbClr val="A4A3A4"/>
          </p15:clr>
        </p15:guide>
        <p15:guide id="6" pos="7045" userDrawn="1">
          <p15:clr>
            <a:srgbClr val="A4A3A4"/>
          </p15:clr>
        </p15:guide>
        <p15:guide id="7" pos="63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EEF"/>
    <a:srgbClr val="777777"/>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9" autoAdjust="0"/>
    <p:restoredTop sz="94660"/>
  </p:normalViewPr>
  <p:slideViewPr>
    <p:cSldViewPr showGuides="1">
      <p:cViewPr>
        <p:scale>
          <a:sx n="100" d="100"/>
          <a:sy n="100" d="100"/>
        </p:scale>
        <p:origin x="1344" y="480"/>
      </p:cViewPr>
      <p:guideLst>
        <p:guide orient="horz" pos="436"/>
        <p:guide orient="horz" pos="618"/>
        <p:guide orient="horz" pos="845"/>
        <p:guide orient="horz" pos="2840"/>
        <p:guide orient="horz" pos="4020"/>
        <p:guide pos="7045"/>
        <p:guide pos="635"/>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2018/7/31</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75085"/>
            <a:ext cx="7488767" cy="586957"/>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61665"/>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636839"/>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3263055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265937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52267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764032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9684640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2117096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96355612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2386862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819674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62398785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5752553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4568680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8843486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35195725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6254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915838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01" y="3503614"/>
            <a:ext cx="1225551" cy="3224213"/>
            <a:chOff x="5839" y="2251"/>
            <a:chExt cx="579" cy="2031"/>
          </a:xfrm>
        </p:grpSpPr>
        <p:sp>
          <p:nvSpPr>
            <p:cNvPr id="1038" name="Rectangle 78"/>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34" y="1333500"/>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配色参考方案：</a:t>
            </a:r>
          </a:p>
          <a:p>
            <a:pPr>
              <a:lnSpc>
                <a:spcPct val="120000"/>
              </a:lnSpc>
              <a:spcBef>
                <a:spcPct val="20000"/>
              </a:spcBef>
            </a:pPr>
            <a:r>
              <a:rPr lang="zh-CN" altLang="en-US" sz="1100">
                <a:solidFill>
                  <a:srgbClr val="FFFFFF"/>
                </a:solidFill>
                <a:latin typeface="Arial" pitchFamily="34" charset="0"/>
                <a:ea typeface="黑体" pitchFamily="49" charset="-122"/>
              </a:rPr>
              <a:t>建议同一页面内不超过四种颜色，以下是</a:t>
            </a:r>
            <a:r>
              <a:rPr lang="en-US" altLang="zh-CN" sz="1100">
                <a:solidFill>
                  <a:srgbClr val="FFFFFF"/>
                </a:solidFill>
                <a:latin typeface="Arial" pitchFamily="34" charset="0"/>
                <a:ea typeface="黑体" pitchFamily="49" charset="-122"/>
              </a:rPr>
              <a:t>13</a:t>
            </a:r>
            <a:r>
              <a:rPr lang="zh-CN" altLang="en-US" sz="110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4" y="1"/>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客户或者合作伙伴的标志放在右上角</a:t>
            </a:r>
            <a:r>
              <a:rPr lang="en-US" altLang="zh-CN" sz="1100">
                <a:solidFill>
                  <a:srgbClr val="FFFFFF"/>
                </a:solidFill>
                <a:latin typeface="Arial" pitchFamily="34" charset="0"/>
                <a:ea typeface="黑体" pitchFamily="49" charset="-122"/>
              </a:rPr>
              <a:t>.</a:t>
            </a:r>
            <a:endParaRPr lang="zh-CN" altLang="en-US" sz="110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973138"/>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0" y="4011613"/>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4" y="2174292"/>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zh-CN" altLang="en-US" dirty="0" smtClean="0"/>
              <a:t>单击此处编辑母版标题样式</a:t>
            </a:r>
          </a:p>
        </p:txBody>
      </p:sp>
      <p:sp>
        <p:nvSpPr>
          <p:cNvPr id="1032" name="Rectangle 3"/>
          <p:cNvSpPr>
            <a:spLocks noGrp="1" noChangeArrowheads="1"/>
          </p:cNvSpPr>
          <p:nvPr>
            <p:ph type="body" idx="1"/>
          </p:nvPr>
        </p:nvSpPr>
        <p:spPr bwMode="auto">
          <a:xfrm>
            <a:off x="1007533" y="3068638"/>
            <a:ext cx="7105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单击此处编辑母版文本样式</a:t>
            </a:r>
          </a:p>
        </p:txBody>
      </p:sp>
      <p:sp>
        <p:nvSpPr>
          <p:cNvPr id="1033" name="Rectangle 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50" indent="-285750"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34" y="2636839"/>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2053"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2055" name="Rectangle 21"/>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900" indent="-342900"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900" indent="-342900"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01" y="3511550"/>
            <a:ext cx="1225551" cy="3224212"/>
            <a:chOff x="5839" y="2251"/>
            <a:chExt cx="579" cy="2031"/>
          </a:xfrm>
        </p:grpSpPr>
        <p:sp>
          <p:nvSpPr>
            <p:cNvPr id="2061" name="Rectangle 23"/>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sp>
        <p:nvSpPr>
          <p:cNvPr id="152" name="Text Box 5"/>
          <p:cNvSpPr txBox="1">
            <a:spLocks noChangeArrowheads="1"/>
          </p:cNvSpPr>
          <p:nvPr/>
        </p:nvSpPr>
        <p:spPr bwMode="auto">
          <a:xfrm>
            <a:off x="1007534" y="6230938"/>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0" y="4019551"/>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24"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34" y="4508501"/>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5128"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5130" name="Rectangle 1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Medium</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marL="342900" indent="-342900" algn="r">
              <a:lnSpc>
                <a:spcPct val="125000"/>
              </a:lnSpc>
              <a:spcBef>
                <a:spcPct val="20000"/>
              </a:spcBef>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Regular</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marL="342900" indent="-342900" algn="r">
              <a:lnSpc>
                <a:spcPct val="125000"/>
              </a:lnSpc>
              <a:spcBef>
                <a:spcPct val="20000"/>
              </a:spcBef>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endParaRPr lang="zh-CN" altLang="en-US" sz="1100">
              <a:solidFill>
                <a:srgbClr val="000000"/>
              </a:solidFill>
              <a:latin typeface="Arial" pitchFamily="34" charset="0"/>
            </a:endParaRPr>
          </a:p>
        </p:txBody>
      </p:sp>
      <p:grpSp>
        <p:nvGrpSpPr>
          <p:cNvPr id="5131" name="Group 85"/>
          <p:cNvGrpSpPr>
            <a:grpSpLocks/>
          </p:cNvGrpSpPr>
          <p:nvPr/>
        </p:nvGrpSpPr>
        <p:grpSpPr bwMode="auto">
          <a:xfrm>
            <a:off x="12433301" y="3511550"/>
            <a:ext cx="1225551" cy="3224212"/>
            <a:chOff x="5839" y="2251"/>
            <a:chExt cx="579" cy="2031"/>
          </a:xfrm>
        </p:grpSpPr>
        <p:sp>
          <p:nvSpPr>
            <p:cNvPr id="5134" name="Rectangle 86"/>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 id="2147483825"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6155" name="Group 149"/>
          <p:cNvGrpSpPr>
            <a:grpSpLocks/>
          </p:cNvGrpSpPr>
          <p:nvPr/>
        </p:nvGrpSpPr>
        <p:grpSpPr bwMode="auto">
          <a:xfrm>
            <a:off x="12433301" y="3511550"/>
            <a:ext cx="1225551" cy="3224212"/>
            <a:chOff x="5839" y="2251"/>
            <a:chExt cx="579" cy="2031"/>
          </a:xfrm>
        </p:grpSpPr>
        <p:sp>
          <p:nvSpPr>
            <p:cNvPr id="6158" name="Rectangle 150"/>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157" name="Rectangle 217"/>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7179" name="Group 148"/>
          <p:cNvGrpSpPr>
            <a:grpSpLocks/>
          </p:cNvGrpSpPr>
          <p:nvPr/>
        </p:nvGrpSpPr>
        <p:grpSpPr bwMode="auto">
          <a:xfrm>
            <a:off x="12433301" y="3511550"/>
            <a:ext cx="1225551" cy="3224212"/>
            <a:chOff x="5839" y="2251"/>
            <a:chExt cx="579" cy="2031"/>
          </a:xfrm>
        </p:grpSpPr>
        <p:sp>
          <p:nvSpPr>
            <p:cNvPr id="7182" name="Rectangle 149"/>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7181" name="Rectangle 216"/>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7248" name="Picture 80" descr="sb10064568n-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 id="2147483826"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8203" name="Group 83"/>
          <p:cNvGrpSpPr>
            <a:grpSpLocks/>
          </p:cNvGrpSpPr>
          <p:nvPr/>
        </p:nvGrpSpPr>
        <p:grpSpPr bwMode="auto">
          <a:xfrm>
            <a:off x="12433301" y="3511550"/>
            <a:ext cx="1225551" cy="3224212"/>
            <a:chOff x="5839" y="2251"/>
            <a:chExt cx="579" cy="2031"/>
          </a:xfrm>
        </p:grpSpPr>
        <p:sp>
          <p:nvSpPr>
            <p:cNvPr id="8206" name="Rectangle 84"/>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8205" name="Rectangle 151"/>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3232031"/>
            <a:ext cx="12192000" cy="39393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a:lnSpc>
                <a:spcPct val="140000"/>
              </a:lnSpc>
              <a:buClr>
                <a:srgbClr val="FF0000"/>
              </a:buClr>
              <a:buSzPct val="90000"/>
              <a:buFont typeface="Wingdings" pitchFamily="2" charset="2"/>
              <a:buChar char="l"/>
            </a:pPr>
            <a:endParaRPr lang="zh-CN" altLang="en-US" sz="1400" b="1">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9220"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9221"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01" y="3511550"/>
            <a:ext cx="1225551" cy="3224212"/>
            <a:chOff x="5839" y="2251"/>
            <a:chExt cx="579" cy="2031"/>
          </a:xfrm>
        </p:grpSpPr>
        <p:sp>
          <p:nvSpPr>
            <p:cNvPr id="9225" name="Rectangle 15"/>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9224" name="Rectangle 82"/>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chemeClr val="bg2"/>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smtClean="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baseline="0" dirty="0" smtClean="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smtClean="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5897564"/>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Medium</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Regular</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a:solidFill>
                  <a:srgbClr val="FFFFFF"/>
                </a:solidFill>
                <a:latin typeface="Arial" pitchFamily="34" charset="0"/>
              </a:rPr>
              <a:t> </a:t>
            </a:r>
          </a:p>
        </p:txBody>
      </p:sp>
      <p:grpSp>
        <p:nvGrpSpPr>
          <p:cNvPr id="11270" name="Group 11"/>
          <p:cNvGrpSpPr>
            <a:grpSpLocks/>
          </p:cNvGrpSpPr>
          <p:nvPr/>
        </p:nvGrpSpPr>
        <p:grpSpPr bwMode="auto">
          <a:xfrm>
            <a:off x="12433301" y="3511550"/>
            <a:ext cx="1225551" cy="3224212"/>
            <a:chOff x="5839" y="2251"/>
            <a:chExt cx="579" cy="2031"/>
          </a:xfrm>
        </p:grpSpPr>
        <p:sp>
          <p:nvSpPr>
            <p:cNvPr id="11273" name="Rectangle 12"/>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pPr>
            <a:r>
              <a:rPr lang="zh-CN" altLang="en-US" sz="1100">
                <a:solidFill>
                  <a:srgbClr val="FFFFFF"/>
                </a:solidFill>
              </a:rPr>
              <a:t>配色参考方案：</a:t>
            </a:r>
          </a:p>
          <a:p>
            <a:pPr eaLnBrk="0" hangingPunct="0">
              <a:lnSpc>
                <a:spcPct val="120000"/>
              </a:lnSpc>
              <a:spcBef>
                <a:spcPct val="20000"/>
              </a:spcBef>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1272" name="Rectangle 79"/>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5" name="TextBox 74"/>
          <p:cNvSpPr txBox="1"/>
          <p:nvPr/>
        </p:nvSpPr>
        <p:spPr>
          <a:xfrm>
            <a:off x="1007534" y="4508501"/>
            <a:ext cx="10176933" cy="1246495"/>
          </a:xfrm>
          <a:prstGeom prst="rect">
            <a:avLst/>
          </a:prstGeom>
          <a:noFill/>
        </p:spPr>
        <p:txBody>
          <a:bodyPr wrap="square" rtlCol="0">
            <a:spAutoFit/>
          </a:bodyPr>
          <a:lstStyle/>
          <a:p>
            <a:pPr algn="just">
              <a:lnSpc>
                <a:spcPct val="100000"/>
              </a:lnSpc>
            </a:pPr>
            <a:r>
              <a:rPr lang="en-US" altLang="zh-CN" sz="1250" b="1" kern="1200" dirty="0" smtClean="0">
                <a:solidFill>
                  <a:schemeClr val="tx1"/>
                </a:solidFill>
                <a:effectLst/>
                <a:latin typeface="FrutigerNext LT Regular" pitchFamily="34" charset="0"/>
                <a:ea typeface="宋体" charset="-122"/>
                <a:cs typeface="+mn-cs"/>
              </a:rPr>
              <a:t>Copyright©2011 Huawei Technologies Co., Ltd. All Rights Reserved.</a:t>
            </a:r>
            <a:endParaRPr lang="zh-CN" altLang="zh-CN" sz="1250" kern="1200" dirty="0" smtClean="0">
              <a:solidFill>
                <a:schemeClr val="tx1"/>
              </a:solidFill>
              <a:effectLst/>
              <a:latin typeface="FrutigerNext LT Regular" pitchFamily="34" charset="0"/>
              <a:ea typeface="宋体" charset="-122"/>
              <a:cs typeface="+mn-cs"/>
            </a:endParaRPr>
          </a:p>
          <a:p>
            <a:pPr algn="just">
              <a:lnSpc>
                <a:spcPct val="100000"/>
              </a:lnSpc>
            </a:pPr>
            <a:r>
              <a:rPr lang="en-US" altLang="zh-CN" sz="1250" kern="1200" dirty="0" smtClean="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5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742159" y="2668589"/>
            <a:ext cx="2707682" cy="761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smtClean="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844750" y="3429000"/>
            <a:ext cx="2502498" cy="48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600" dirty="0">
                <a:solidFill>
                  <a:srgbClr val="666666"/>
                </a:solidFill>
                <a:latin typeface="+mn-lt"/>
                <a:ea typeface="ＭＳ Ｐゴシック" pitchFamily="34" charset="-128"/>
              </a:rPr>
              <a:t>www.huawei.com</a:t>
            </a:r>
            <a:endParaRPr lang="en-US" altLang="zh-CN" sz="26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16002001"/>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52" r:id="rId12"/>
  </p:sldLayoutIdLst>
  <p:transition>
    <p:fade thruBlk="1"/>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image" Target="../media/image34.emf"/><Relationship Id="rId42" Type="http://schemas.openxmlformats.org/officeDocument/2006/relationships/image" Target="../media/image55.emf"/><Relationship Id="rId47" Type="http://schemas.openxmlformats.org/officeDocument/2006/relationships/image" Target="../media/image60.emf"/><Relationship Id="rId63" Type="http://schemas.openxmlformats.org/officeDocument/2006/relationships/image" Target="../media/image76.emf"/><Relationship Id="rId68" Type="http://schemas.openxmlformats.org/officeDocument/2006/relationships/image" Target="../media/image81.emf"/><Relationship Id="rId16" Type="http://schemas.openxmlformats.org/officeDocument/2006/relationships/image" Target="../media/image29.emf"/><Relationship Id="rId11" Type="http://schemas.openxmlformats.org/officeDocument/2006/relationships/image" Target="../media/image24.emf"/><Relationship Id="rId32" Type="http://schemas.openxmlformats.org/officeDocument/2006/relationships/image" Target="../media/image45.emf"/><Relationship Id="rId37" Type="http://schemas.openxmlformats.org/officeDocument/2006/relationships/image" Target="../media/image50.emf"/><Relationship Id="rId53" Type="http://schemas.openxmlformats.org/officeDocument/2006/relationships/image" Target="../media/image66.emf"/><Relationship Id="rId58" Type="http://schemas.openxmlformats.org/officeDocument/2006/relationships/image" Target="../media/image71.emf"/><Relationship Id="rId74" Type="http://schemas.openxmlformats.org/officeDocument/2006/relationships/image" Target="../media/image87.emf"/><Relationship Id="rId79" Type="http://schemas.openxmlformats.org/officeDocument/2006/relationships/image" Target="../media/image92.emf"/><Relationship Id="rId5" Type="http://schemas.openxmlformats.org/officeDocument/2006/relationships/image" Target="../media/image18.emf"/><Relationship Id="rId61" Type="http://schemas.openxmlformats.org/officeDocument/2006/relationships/image" Target="../media/image74.emf"/><Relationship Id="rId82" Type="http://schemas.openxmlformats.org/officeDocument/2006/relationships/image" Target="../media/image95.emf"/><Relationship Id="rId19" Type="http://schemas.openxmlformats.org/officeDocument/2006/relationships/image" Target="../media/image32.emf"/><Relationship Id="rId14" Type="http://schemas.openxmlformats.org/officeDocument/2006/relationships/image" Target="../media/image27.emf"/><Relationship Id="rId22" Type="http://schemas.openxmlformats.org/officeDocument/2006/relationships/image" Target="../media/image35.emf"/><Relationship Id="rId27" Type="http://schemas.openxmlformats.org/officeDocument/2006/relationships/image" Target="../media/image40.emf"/><Relationship Id="rId30" Type="http://schemas.openxmlformats.org/officeDocument/2006/relationships/image" Target="../media/image43.emf"/><Relationship Id="rId35" Type="http://schemas.openxmlformats.org/officeDocument/2006/relationships/image" Target="../media/image48.emf"/><Relationship Id="rId43" Type="http://schemas.openxmlformats.org/officeDocument/2006/relationships/image" Target="../media/image56.emf"/><Relationship Id="rId48" Type="http://schemas.openxmlformats.org/officeDocument/2006/relationships/image" Target="../media/image61.emf"/><Relationship Id="rId56" Type="http://schemas.openxmlformats.org/officeDocument/2006/relationships/image" Target="../media/image69.emf"/><Relationship Id="rId64" Type="http://schemas.openxmlformats.org/officeDocument/2006/relationships/image" Target="../media/image77.emf"/><Relationship Id="rId69" Type="http://schemas.openxmlformats.org/officeDocument/2006/relationships/image" Target="../media/image82.emf"/><Relationship Id="rId77" Type="http://schemas.openxmlformats.org/officeDocument/2006/relationships/image" Target="../media/image90.emf"/><Relationship Id="rId8" Type="http://schemas.openxmlformats.org/officeDocument/2006/relationships/image" Target="../media/image21.emf"/><Relationship Id="rId51" Type="http://schemas.openxmlformats.org/officeDocument/2006/relationships/image" Target="../media/image64.emf"/><Relationship Id="rId72" Type="http://schemas.openxmlformats.org/officeDocument/2006/relationships/image" Target="../media/image85.emf"/><Relationship Id="rId80" Type="http://schemas.openxmlformats.org/officeDocument/2006/relationships/image" Target="../media/image93.emf"/><Relationship Id="rId3" Type="http://schemas.openxmlformats.org/officeDocument/2006/relationships/image" Target="../media/image16.emf"/><Relationship Id="rId12" Type="http://schemas.openxmlformats.org/officeDocument/2006/relationships/image" Target="../media/image25.emf"/><Relationship Id="rId17" Type="http://schemas.openxmlformats.org/officeDocument/2006/relationships/image" Target="../media/image30.emf"/><Relationship Id="rId25" Type="http://schemas.openxmlformats.org/officeDocument/2006/relationships/image" Target="../media/image38.emf"/><Relationship Id="rId33" Type="http://schemas.openxmlformats.org/officeDocument/2006/relationships/image" Target="../media/image46.emf"/><Relationship Id="rId38" Type="http://schemas.openxmlformats.org/officeDocument/2006/relationships/image" Target="../media/image51.emf"/><Relationship Id="rId46" Type="http://schemas.openxmlformats.org/officeDocument/2006/relationships/image" Target="../media/image59.emf"/><Relationship Id="rId59" Type="http://schemas.openxmlformats.org/officeDocument/2006/relationships/image" Target="../media/image72.emf"/><Relationship Id="rId67" Type="http://schemas.openxmlformats.org/officeDocument/2006/relationships/image" Target="../media/image80.emf"/><Relationship Id="rId20" Type="http://schemas.openxmlformats.org/officeDocument/2006/relationships/image" Target="../media/image33.emf"/><Relationship Id="rId41" Type="http://schemas.openxmlformats.org/officeDocument/2006/relationships/image" Target="../media/image54.emf"/><Relationship Id="rId54" Type="http://schemas.openxmlformats.org/officeDocument/2006/relationships/image" Target="../media/image67.emf"/><Relationship Id="rId62" Type="http://schemas.openxmlformats.org/officeDocument/2006/relationships/image" Target="../media/image75.emf"/><Relationship Id="rId70" Type="http://schemas.openxmlformats.org/officeDocument/2006/relationships/image" Target="../media/image83.emf"/><Relationship Id="rId75" Type="http://schemas.openxmlformats.org/officeDocument/2006/relationships/image" Target="../media/image88.emf"/><Relationship Id="rId1" Type="http://schemas.openxmlformats.org/officeDocument/2006/relationships/slideLayout" Target="../slideLayouts/slideLayout16.xml"/><Relationship Id="rId6" Type="http://schemas.openxmlformats.org/officeDocument/2006/relationships/image" Target="../media/image19.emf"/><Relationship Id="rId15" Type="http://schemas.openxmlformats.org/officeDocument/2006/relationships/image" Target="../media/image28.emf"/><Relationship Id="rId23" Type="http://schemas.openxmlformats.org/officeDocument/2006/relationships/image" Target="../media/image36.emf"/><Relationship Id="rId28" Type="http://schemas.openxmlformats.org/officeDocument/2006/relationships/image" Target="../media/image41.emf"/><Relationship Id="rId36" Type="http://schemas.openxmlformats.org/officeDocument/2006/relationships/image" Target="../media/image49.emf"/><Relationship Id="rId49" Type="http://schemas.openxmlformats.org/officeDocument/2006/relationships/image" Target="../media/image62.emf"/><Relationship Id="rId57" Type="http://schemas.openxmlformats.org/officeDocument/2006/relationships/image" Target="../media/image70.emf"/><Relationship Id="rId10" Type="http://schemas.openxmlformats.org/officeDocument/2006/relationships/image" Target="../media/image23.emf"/><Relationship Id="rId31" Type="http://schemas.openxmlformats.org/officeDocument/2006/relationships/image" Target="../media/image44.emf"/><Relationship Id="rId44" Type="http://schemas.openxmlformats.org/officeDocument/2006/relationships/image" Target="../media/image57.emf"/><Relationship Id="rId52" Type="http://schemas.openxmlformats.org/officeDocument/2006/relationships/image" Target="../media/image65.emf"/><Relationship Id="rId60" Type="http://schemas.openxmlformats.org/officeDocument/2006/relationships/image" Target="../media/image73.emf"/><Relationship Id="rId65" Type="http://schemas.openxmlformats.org/officeDocument/2006/relationships/image" Target="../media/image78.emf"/><Relationship Id="rId73" Type="http://schemas.openxmlformats.org/officeDocument/2006/relationships/image" Target="../media/image86.emf"/><Relationship Id="rId78" Type="http://schemas.openxmlformats.org/officeDocument/2006/relationships/image" Target="../media/image91.emf"/><Relationship Id="rId81" Type="http://schemas.openxmlformats.org/officeDocument/2006/relationships/image" Target="../media/image94.emf"/><Relationship Id="rId4" Type="http://schemas.openxmlformats.org/officeDocument/2006/relationships/image" Target="../media/image17.emf"/><Relationship Id="rId9" Type="http://schemas.openxmlformats.org/officeDocument/2006/relationships/image" Target="../media/image22.emf"/><Relationship Id="rId13" Type="http://schemas.openxmlformats.org/officeDocument/2006/relationships/image" Target="../media/image26.emf"/><Relationship Id="rId18" Type="http://schemas.openxmlformats.org/officeDocument/2006/relationships/image" Target="../media/image31.emf"/><Relationship Id="rId39" Type="http://schemas.openxmlformats.org/officeDocument/2006/relationships/image" Target="../media/image52.emf"/><Relationship Id="rId34" Type="http://schemas.openxmlformats.org/officeDocument/2006/relationships/image" Target="../media/image47.emf"/><Relationship Id="rId50" Type="http://schemas.openxmlformats.org/officeDocument/2006/relationships/image" Target="../media/image63.emf"/><Relationship Id="rId55" Type="http://schemas.openxmlformats.org/officeDocument/2006/relationships/image" Target="../media/image68.emf"/><Relationship Id="rId76" Type="http://schemas.openxmlformats.org/officeDocument/2006/relationships/image" Target="../media/image89.emf"/><Relationship Id="rId7" Type="http://schemas.openxmlformats.org/officeDocument/2006/relationships/image" Target="../media/image20.emf"/><Relationship Id="rId71" Type="http://schemas.openxmlformats.org/officeDocument/2006/relationships/image" Target="../media/image84.emf"/><Relationship Id="rId2" Type="http://schemas.openxmlformats.org/officeDocument/2006/relationships/image" Target="../media/image15.jpg"/><Relationship Id="rId29" Type="http://schemas.openxmlformats.org/officeDocument/2006/relationships/image" Target="../media/image42.emf"/><Relationship Id="rId24" Type="http://schemas.openxmlformats.org/officeDocument/2006/relationships/image" Target="../media/image37.emf"/><Relationship Id="rId40" Type="http://schemas.openxmlformats.org/officeDocument/2006/relationships/image" Target="../media/image53.emf"/><Relationship Id="rId45" Type="http://schemas.openxmlformats.org/officeDocument/2006/relationships/image" Target="../media/image58.emf"/><Relationship Id="rId66" Type="http://schemas.openxmlformats.org/officeDocument/2006/relationships/image" Target="../media/image79.emf"/></Relationships>
</file>

<file path=ppt/slides/_rels/slide2.xml.rels><?xml version="1.0" encoding="UTF-8" standalone="yes"?>
<Relationships xmlns="http://schemas.openxmlformats.org/package/2006/relationships"><Relationship Id="rId8" Type="http://schemas.openxmlformats.org/officeDocument/2006/relationships/image" Target="../media/image101.emf"/><Relationship Id="rId13" Type="http://schemas.openxmlformats.org/officeDocument/2006/relationships/image" Target="../media/image106.emf"/><Relationship Id="rId3" Type="http://schemas.openxmlformats.org/officeDocument/2006/relationships/image" Target="../media/image96.emf"/><Relationship Id="rId7" Type="http://schemas.openxmlformats.org/officeDocument/2006/relationships/image" Target="../media/image100.emf"/><Relationship Id="rId12" Type="http://schemas.openxmlformats.org/officeDocument/2006/relationships/image" Target="../media/image105.emf"/><Relationship Id="rId2" Type="http://schemas.openxmlformats.org/officeDocument/2006/relationships/image" Target="../media/image15.jpg"/><Relationship Id="rId16" Type="http://schemas.openxmlformats.org/officeDocument/2006/relationships/image" Target="../media/image54.emf"/><Relationship Id="rId1" Type="http://schemas.openxmlformats.org/officeDocument/2006/relationships/slideLayout" Target="../slideLayouts/slideLayout16.xml"/><Relationship Id="rId6" Type="http://schemas.openxmlformats.org/officeDocument/2006/relationships/image" Target="../media/image99.emf"/><Relationship Id="rId11" Type="http://schemas.openxmlformats.org/officeDocument/2006/relationships/image" Target="../media/image104.emf"/><Relationship Id="rId5" Type="http://schemas.openxmlformats.org/officeDocument/2006/relationships/image" Target="../media/image98.emf"/><Relationship Id="rId15" Type="http://schemas.openxmlformats.org/officeDocument/2006/relationships/image" Target="../media/image108.emf"/><Relationship Id="rId10" Type="http://schemas.openxmlformats.org/officeDocument/2006/relationships/image" Target="../media/image103.emf"/><Relationship Id="rId4" Type="http://schemas.openxmlformats.org/officeDocument/2006/relationships/image" Target="../media/image97.emf"/><Relationship Id="rId9" Type="http://schemas.openxmlformats.org/officeDocument/2006/relationships/image" Target="../media/image102.emf"/><Relationship Id="rId14" Type="http://schemas.openxmlformats.org/officeDocument/2006/relationships/image" Target="../media/image107.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0" y="44624"/>
            <a:ext cx="839416" cy="706877"/>
          </a:xfrm>
          <a:prstGeom prst="rect">
            <a:avLst/>
          </a:prstGeom>
        </p:spPr>
      </p:pic>
      <p:pic>
        <p:nvPicPr>
          <p:cNvPr id="3" name="图片 2"/>
          <p:cNvPicPr>
            <a:picLocks noChangeAspect="1"/>
          </p:cNvPicPr>
          <p:nvPr/>
        </p:nvPicPr>
        <p:blipFill>
          <a:blip r:embed="rId4" cstate="print"/>
          <a:stretch>
            <a:fillRect/>
          </a:stretch>
        </p:blipFill>
        <p:spPr>
          <a:xfrm>
            <a:off x="839416" y="79171"/>
            <a:ext cx="792088" cy="667022"/>
          </a:xfrm>
          <a:prstGeom prst="rect">
            <a:avLst/>
          </a:prstGeom>
        </p:spPr>
      </p:pic>
      <p:pic>
        <p:nvPicPr>
          <p:cNvPr id="4" name="图片 3"/>
          <p:cNvPicPr>
            <a:picLocks noChangeAspect="1"/>
          </p:cNvPicPr>
          <p:nvPr/>
        </p:nvPicPr>
        <p:blipFill>
          <a:blip r:embed="rId5" cstate="print"/>
          <a:stretch>
            <a:fillRect/>
          </a:stretch>
        </p:blipFill>
        <p:spPr>
          <a:xfrm>
            <a:off x="1644095" y="79171"/>
            <a:ext cx="792088" cy="667022"/>
          </a:xfrm>
          <a:prstGeom prst="rect">
            <a:avLst/>
          </a:prstGeom>
        </p:spPr>
      </p:pic>
      <p:pic>
        <p:nvPicPr>
          <p:cNvPr id="5" name="图片 4"/>
          <p:cNvPicPr>
            <a:picLocks noChangeAspect="1"/>
          </p:cNvPicPr>
          <p:nvPr/>
        </p:nvPicPr>
        <p:blipFill>
          <a:blip r:embed="rId6" cstate="print"/>
          <a:stretch>
            <a:fillRect/>
          </a:stretch>
        </p:blipFill>
        <p:spPr>
          <a:xfrm>
            <a:off x="2436987" y="63384"/>
            <a:ext cx="816768" cy="687805"/>
          </a:xfrm>
          <a:prstGeom prst="rect">
            <a:avLst/>
          </a:prstGeom>
        </p:spPr>
      </p:pic>
      <p:pic>
        <p:nvPicPr>
          <p:cNvPr id="6" name="图片 5"/>
          <p:cNvPicPr>
            <a:picLocks noChangeAspect="1"/>
          </p:cNvPicPr>
          <p:nvPr/>
        </p:nvPicPr>
        <p:blipFill>
          <a:blip r:embed="rId7" cstate="print"/>
          <a:stretch>
            <a:fillRect/>
          </a:stretch>
        </p:blipFill>
        <p:spPr>
          <a:xfrm>
            <a:off x="3253755" y="70730"/>
            <a:ext cx="805483" cy="678302"/>
          </a:xfrm>
          <a:prstGeom prst="rect">
            <a:avLst/>
          </a:prstGeom>
        </p:spPr>
      </p:pic>
      <p:pic>
        <p:nvPicPr>
          <p:cNvPr id="7" name="图片 6"/>
          <p:cNvPicPr>
            <a:picLocks noChangeAspect="1"/>
          </p:cNvPicPr>
          <p:nvPr/>
        </p:nvPicPr>
        <p:blipFill>
          <a:blip r:embed="rId8" cstate="print"/>
          <a:stretch>
            <a:fillRect/>
          </a:stretch>
        </p:blipFill>
        <p:spPr>
          <a:xfrm>
            <a:off x="4092870" y="79171"/>
            <a:ext cx="792088" cy="667022"/>
          </a:xfrm>
          <a:prstGeom prst="rect">
            <a:avLst/>
          </a:prstGeom>
        </p:spPr>
      </p:pic>
      <p:pic>
        <p:nvPicPr>
          <p:cNvPr id="8" name="图片 7"/>
          <p:cNvPicPr>
            <a:picLocks noChangeAspect="1"/>
          </p:cNvPicPr>
          <p:nvPr/>
        </p:nvPicPr>
        <p:blipFill>
          <a:blip r:embed="rId9" cstate="print"/>
          <a:stretch>
            <a:fillRect/>
          </a:stretch>
        </p:blipFill>
        <p:spPr>
          <a:xfrm>
            <a:off x="4884958" y="102020"/>
            <a:ext cx="764955" cy="644173"/>
          </a:xfrm>
          <a:prstGeom prst="rect">
            <a:avLst/>
          </a:prstGeom>
        </p:spPr>
      </p:pic>
      <p:pic>
        <p:nvPicPr>
          <p:cNvPr id="9" name="图片 8"/>
          <p:cNvPicPr>
            <a:picLocks noChangeAspect="1"/>
          </p:cNvPicPr>
          <p:nvPr/>
        </p:nvPicPr>
        <p:blipFill>
          <a:blip r:embed="rId10" cstate="print"/>
          <a:stretch>
            <a:fillRect/>
          </a:stretch>
        </p:blipFill>
        <p:spPr>
          <a:xfrm>
            <a:off x="5697936" y="78229"/>
            <a:ext cx="793207" cy="667964"/>
          </a:xfrm>
          <a:prstGeom prst="rect">
            <a:avLst/>
          </a:prstGeom>
        </p:spPr>
      </p:pic>
      <p:pic>
        <p:nvPicPr>
          <p:cNvPr id="10" name="图片 9"/>
          <p:cNvPicPr>
            <a:picLocks noChangeAspect="1"/>
          </p:cNvPicPr>
          <p:nvPr/>
        </p:nvPicPr>
        <p:blipFill>
          <a:blip r:embed="rId11" cstate="print"/>
          <a:stretch>
            <a:fillRect/>
          </a:stretch>
        </p:blipFill>
        <p:spPr>
          <a:xfrm>
            <a:off x="6517360" y="102020"/>
            <a:ext cx="776266" cy="653698"/>
          </a:xfrm>
          <a:prstGeom prst="rect">
            <a:avLst/>
          </a:prstGeom>
        </p:spPr>
      </p:pic>
      <p:pic>
        <p:nvPicPr>
          <p:cNvPr id="11" name="图片 10"/>
          <p:cNvPicPr>
            <a:picLocks noChangeAspect="1"/>
          </p:cNvPicPr>
          <p:nvPr/>
        </p:nvPicPr>
        <p:blipFill>
          <a:blip r:embed="rId12" cstate="print"/>
          <a:stretch>
            <a:fillRect/>
          </a:stretch>
        </p:blipFill>
        <p:spPr>
          <a:xfrm>
            <a:off x="7323753" y="85744"/>
            <a:ext cx="784282" cy="660449"/>
          </a:xfrm>
          <a:prstGeom prst="rect">
            <a:avLst/>
          </a:prstGeom>
        </p:spPr>
      </p:pic>
      <p:pic>
        <p:nvPicPr>
          <p:cNvPr id="12" name="图片 11"/>
          <p:cNvPicPr>
            <a:picLocks noChangeAspect="1"/>
          </p:cNvPicPr>
          <p:nvPr/>
        </p:nvPicPr>
        <p:blipFill>
          <a:blip r:embed="rId13" cstate="print"/>
          <a:stretch>
            <a:fillRect/>
          </a:stretch>
        </p:blipFill>
        <p:spPr>
          <a:xfrm>
            <a:off x="8119858" y="74116"/>
            <a:ext cx="793660" cy="668346"/>
          </a:xfrm>
          <a:prstGeom prst="rect">
            <a:avLst/>
          </a:prstGeom>
        </p:spPr>
      </p:pic>
      <p:pic>
        <p:nvPicPr>
          <p:cNvPr id="13" name="图片 12"/>
          <p:cNvPicPr>
            <a:picLocks noChangeAspect="1"/>
          </p:cNvPicPr>
          <p:nvPr/>
        </p:nvPicPr>
        <p:blipFill>
          <a:blip r:embed="rId14" cstate="print"/>
          <a:stretch>
            <a:fillRect/>
          </a:stretch>
        </p:blipFill>
        <p:spPr>
          <a:xfrm>
            <a:off x="8954107" y="103723"/>
            <a:ext cx="756426" cy="636991"/>
          </a:xfrm>
          <a:prstGeom prst="rect">
            <a:avLst/>
          </a:prstGeom>
        </p:spPr>
      </p:pic>
      <p:pic>
        <p:nvPicPr>
          <p:cNvPr id="14" name="图片 13"/>
          <p:cNvPicPr>
            <a:picLocks noChangeAspect="1"/>
          </p:cNvPicPr>
          <p:nvPr/>
        </p:nvPicPr>
        <p:blipFill>
          <a:blip r:embed="rId15" cstate="print"/>
          <a:stretch>
            <a:fillRect/>
          </a:stretch>
        </p:blipFill>
        <p:spPr>
          <a:xfrm>
            <a:off x="9765850" y="135061"/>
            <a:ext cx="762675" cy="605654"/>
          </a:xfrm>
          <a:prstGeom prst="rect">
            <a:avLst/>
          </a:prstGeom>
        </p:spPr>
      </p:pic>
      <p:pic>
        <p:nvPicPr>
          <p:cNvPr id="15" name="图片 14"/>
          <p:cNvPicPr>
            <a:picLocks noChangeAspect="1"/>
          </p:cNvPicPr>
          <p:nvPr/>
        </p:nvPicPr>
        <p:blipFill>
          <a:blip r:embed="rId16" cstate="print"/>
          <a:stretch>
            <a:fillRect/>
          </a:stretch>
        </p:blipFill>
        <p:spPr>
          <a:xfrm>
            <a:off x="10565654" y="123103"/>
            <a:ext cx="777281" cy="613068"/>
          </a:xfrm>
          <a:prstGeom prst="rect">
            <a:avLst/>
          </a:prstGeom>
        </p:spPr>
      </p:pic>
      <p:pic>
        <p:nvPicPr>
          <p:cNvPr id="16" name="图片 15"/>
          <p:cNvPicPr>
            <a:picLocks noChangeAspect="1"/>
          </p:cNvPicPr>
          <p:nvPr/>
        </p:nvPicPr>
        <p:blipFill>
          <a:blip r:embed="rId17" cstate="print"/>
          <a:stretch>
            <a:fillRect/>
          </a:stretch>
        </p:blipFill>
        <p:spPr>
          <a:xfrm>
            <a:off x="11414046" y="43051"/>
            <a:ext cx="689018" cy="725283"/>
          </a:xfrm>
          <a:prstGeom prst="rect">
            <a:avLst/>
          </a:prstGeom>
        </p:spPr>
      </p:pic>
      <p:sp>
        <p:nvSpPr>
          <p:cNvPr id="17" name="文本框 16"/>
          <p:cNvSpPr txBox="1"/>
          <p:nvPr/>
        </p:nvSpPr>
        <p:spPr>
          <a:xfrm>
            <a:off x="96542" y="836712"/>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上行光收</a:t>
            </a:r>
            <a:endParaRPr lang="zh-CN" altLang="en-US" sz="900" b="1"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912294" y="834754"/>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上行光发</a:t>
            </a:r>
            <a:endParaRPr lang="zh-CN" altLang="en-US" sz="9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1716973" y="834754"/>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下行光发</a:t>
            </a:r>
            <a:endParaRPr lang="zh-CN" altLang="en-US" sz="9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2522205" y="834754"/>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下行光收</a:t>
            </a:r>
            <a:endParaRPr lang="zh-CN" altLang="en-US" sz="9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3492028" y="834754"/>
            <a:ext cx="32893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RF</a:t>
            </a:r>
            <a:endParaRPr lang="zh-CN" altLang="en-US" sz="900" b="1"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4223456" y="834754"/>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分配器</a:t>
            </a:r>
            <a:endParaRPr lang="zh-CN" altLang="en-US" sz="900" b="1"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4873358" y="834754"/>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单向放大器</a:t>
            </a:r>
            <a:endParaRPr lang="zh-CN" altLang="en-US" sz="900"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5754092" y="841296"/>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光放大器</a:t>
            </a:r>
            <a:endParaRPr lang="zh-CN" altLang="en-US" sz="900"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6640035" y="865150"/>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混频器</a:t>
            </a:r>
          </a:p>
        </p:txBody>
      </p:sp>
      <p:sp>
        <p:nvSpPr>
          <p:cNvPr id="26" name="文本框 25"/>
          <p:cNvSpPr txBox="1"/>
          <p:nvPr/>
        </p:nvSpPr>
        <p:spPr>
          <a:xfrm>
            <a:off x="7346288" y="851732"/>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双向放大器</a:t>
            </a:r>
            <a:endParaRPr lang="zh-CN" altLang="en-US" sz="9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8193522" y="841296"/>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通用光机</a:t>
            </a:r>
            <a:endParaRPr lang="zh-CN" altLang="en-US" sz="900" b="1"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9067697" y="832634"/>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混合器</a:t>
            </a:r>
            <a:endParaRPr lang="zh-CN" altLang="en-US" sz="9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9883449" y="832634"/>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分支器</a:t>
            </a:r>
            <a:endParaRPr lang="zh-CN" altLang="en-US" sz="900" b="1"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10698298" y="842154"/>
            <a:ext cx="55015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EQAM</a:t>
            </a:r>
            <a:endParaRPr lang="zh-CN" altLang="en-US" sz="9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11532267" y="832634"/>
            <a:ext cx="45717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CMC</a:t>
            </a:r>
            <a:endParaRPr lang="zh-CN" altLang="en-US" sz="900" b="1" dirty="0">
              <a:latin typeface="微软雅黑" panose="020B0503020204020204" pitchFamily="34" charset="-122"/>
              <a:ea typeface="微软雅黑" panose="020B0503020204020204" pitchFamily="34" charset="-122"/>
            </a:endParaRPr>
          </a:p>
        </p:txBody>
      </p:sp>
      <p:pic>
        <p:nvPicPr>
          <p:cNvPr id="32" name="图片 31"/>
          <p:cNvPicPr>
            <a:picLocks noChangeAspect="1"/>
          </p:cNvPicPr>
          <p:nvPr/>
        </p:nvPicPr>
        <p:blipFill>
          <a:blip r:embed="rId18" cstate="print"/>
          <a:stretch>
            <a:fillRect/>
          </a:stretch>
        </p:blipFill>
        <p:spPr>
          <a:xfrm>
            <a:off x="-1" y="1186685"/>
            <a:ext cx="838053" cy="705729"/>
          </a:xfrm>
          <a:prstGeom prst="rect">
            <a:avLst/>
          </a:prstGeom>
        </p:spPr>
      </p:pic>
      <p:sp>
        <p:nvSpPr>
          <p:cNvPr id="33" name="文本框 32"/>
          <p:cNvSpPr txBox="1"/>
          <p:nvPr/>
        </p:nvSpPr>
        <p:spPr>
          <a:xfrm>
            <a:off x="159979" y="2011555"/>
            <a:ext cx="5180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WDM</a:t>
            </a:r>
            <a:endParaRPr lang="zh-CN" altLang="en-US" sz="900" b="1" dirty="0">
              <a:latin typeface="微软雅黑" panose="020B0503020204020204" pitchFamily="34" charset="-122"/>
              <a:ea typeface="微软雅黑" panose="020B0503020204020204" pitchFamily="34" charset="-122"/>
            </a:endParaRPr>
          </a:p>
        </p:txBody>
      </p:sp>
      <p:pic>
        <p:nvPicPr>
          <p:cNvPr id="34" name="图片 33"/>
          <p:cNvPicPr>
            <a:picLocks noChangeAspect="1"/>
          </p:cNvPicPr>
          <p:nvPr/>
        </p:nvPicPr>
        <p:blipFill>
          <a:blip r:embed="rId19"/>
          <a:stretch>
            <a:fillRect/>
          </a:stretch>
        </p:blipFill>
        <p:spPr>
          <a:xfrm>
            <a:off x="875173" y="1211857"/>
            <a:ext cx="720572" cy="613730"/>
          </a:xfrm>
          <a:prstGeom prst="rect">
            <a:avLst/>
          </a:prstGeom>
        </p:spPr>
      </p:pic>
      <p:sp>
        <p:nvSpPr>
          <p:cNvPr id="35" name="文本框 34"/>
          <p:cNvSpPr txBox="1"/>
          <p:nvPr/>
        </p:nvSpPr>
        <p:spPr>
          <a:xfrm>
            <a:off x="1018092" y="2011555"/>
            <a:ext cx="43473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ODF</a:t>
            </a:r>
            <a:endParaRPr lang="zh-CN" altLang="en-US" sz="900" b="1" dirty="0">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20" cstate="print"/>
          <a:stretch>
            <a:fillRect/>
          </a:stretch>
        </p:blipFill>
        <p:spPr>
          <a:xfrm>
            <a:off x="1660439" y="1140536"/>
            <a:ext cx="775744" cy="750309"/>
          </a:xfrm>
          <a:prstGeom prst="rect">
            <a:avLst/>
          </a:prstGeom>
        </p:spPr>
      </p:pic>
      <p:pic>
        <p:nvPicPr>
          <p:cNvPr id="37" name="图片 36"/>
          <p:cNvPicPr>
            <a:picLocks noChangeAspect="1"/>
          </p:cNvPicPr>
          <p:nvPr/>
        </p:nvPicPr>
        <p:blipFill>
          <a:blip r:embed="rId21" cstate="print"/>
          <a:stretch>
            <a:fillRect/>
          </a:stretch>
        </p:blipFill>
        <p:spPr>
          <a:xfrm>
            <a:off x="2436819" y="1556793"/>
            <a:ext cx="816936" cy="147744"/>
          </a:xfrm>
          <a:prstGeom prst="rect">
            <a:avLst/>
          </a:prstGeom>
        </p:spPr>
      </p:pic>
      <p:pic>
        <p:nvPicPr>
          <p:cNvPr id="38" name="图片 37"/>
          <p:cNvPicPr>
            <a:picLocks noChangeAspect="1"/>
          </p:cNvPicPr>
          <p:nvPr/>
        </p:nvPicPr>
        <p:blipFill>
          <a:blip r:embed="rId22" cstate="print"/>
          <a:stretch>
            <a:fillRect/>
          </a:stretch>
        </p:blipFill>
        <p:spPr>
          <a:xfrm>
            <a:off x="3284698" y="1340768"/>
            <a:ext cx="745859" cy="497239"/>
          </a:xfrm>
          <a:prstGeom prst="rect">
            <a:avLst/>
          </a:prstGeom>
        </p:spPr>
      </p:pic>
      <p:pic>
        <p:nvPicPr>
          <p:cNvPr id="39" name="图片 38"/>
          <p:cNvPicPr>
            <a:picLocks noChangeAspect="1"/>
          </p:cNvPicPr>
          <p:nvPr/>
        </p:nvPicPr>
        <p:blipFill>
          <a:blip r:embed="rId23" cstate="print"/>
          <a:stretch>
            <a:fillRect/>
          </a:stretch>
        </p:blipFill>
        <p:spPr>
          <a:xfrm>
            <a:off x="4196320" y="1146703"/>
            <a:ext cx="531528" cy="782527"/>
          </a:xfrm>
          <a:prstGeom prst="rect">
            <a:avLst/>
          </a:prstGeom>
        </p:spPr>
      </p:pic>
      <p:sp>
        <p:nvSpPr>
          <p:cNvPr id="40" name="文本框 39"/>
          <p:cNvSpPr txBox="1"/>
          <p:nvPr/>
        </p:nvSpPr>
        <p:spPr>
          <a:xfrm>
            <a:off x="1774680" y="2006547"/>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分光器</a:t>
            </a:r>
          </a:p>
        </p:txBody>
      </p:sp>
      <p:sp>
        <p:nvSpPr>
          <p:cNvPr id="41" name="文本框 40"/>
          <p:cNvSpPr txBox="1"/>
          <p:nvPr/>
        </p:nvSpPr>
        <p:spPr>
          <a:xfrm>
            <a:off x="2627449" y="2005378"/>
            <a:ext cx="449162"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ONT</a:t>
            </a:r>
            <a:endParaRPr lang="zh-CN" altLang="en-US" sz="900" b="1"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3414282" y="1978027"/>
            <a:ext cx="48442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MDU</a:t>
            </a:r>
            <a:endParaRPr lang="zh-CN" altLang="en-US" sz="9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4267051" y="1990729"/>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OLT</a:t>
            </a:r>
            <a:endParaRPr lang="zh-CN" altLang="en-US" sz="900" b="1" dirty="0">
              <a:latin typeface="微软雅黑" panose="020B0503020204020204" pitchFamily="34" charset="-122"/>
              <a:ea typeface="微软雅黑" panose="020B0503020204020204" pitchFamily="34" charset="-122"/>
            </a:endParaRPr>
          </a:p>
        </p:txBody>
      </p:sp>
      <p:pic>
        <p:nvPicPr>
          <p:cNvPr id="44" name="图片 43"/>
          <p:cNvPicPr>
            <a:picLocks noChangeAspect="1"/>
          </p:cNvPicPr>
          <p:nvPr/>
        </p:nvPicPr>
        <p:blipFill>
          <a:blip r:embed="rId24" cstate="print"/>
          <a:stretch>
            <a:fillRect/>
          </a:stretch>
        </p:blipFill>
        <p:spPr>
          <a:xfrm>
            <a:off x="4928474" y="1164287"/>
            <a:ext cx="721125" cy="759079"/>
          </a:xfrm>
          <a:prstGeom prst="rect">
            <a:avLst/>
          </a:prstGeom>
        </p:spPr>
      </p:pic>
      <p:sp>
        <p:nvSpPr>
          <p:cNvPr id="45" name="文本框 124"/>
          <p:cNvSpPr txBox="1"/>
          <p:nvPr/>
        </p:nvSpPr>
        <p:spPr>
          <a:xfrm>
            <a:off x="5865631" y="1985952"/>
            <a:ext cx="43954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46" name="文本框 124"/>
          <p:cNvSpPr txBox="1"/>
          <p:nvPr/>
        </p:nvSpPr>
        <p:spPr>
          <a:xfrm>
            <a:off x="6712662" y="1985952"/>
            <a:ext cx="40908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BSC</a:t>
            </a:r>
            <a:endParaRPr lang="zh-CN" altLang="en-US" sz="900" b="1" dirty="0">
              <a:latin typeface="微软雅黑" panose="020B0503020204020204" pitchFamily="34" charset="-122"/>
              <a:ea typeface="微软雅黑" panose="020B0503020204020204" pitchFamily="34" charset="-122"/>
            </a:endParaRPr>
          </a:p>
        </p:txBody>
      </p:sp>
      <p:sp>
        <p:nvSpPr>
          <p:cNvPr id="47" name="文本框 124"/>
          <p:cNvSpPr txBox="1"/>
          <p:nvPr/>
        </p:nvSpPr>
        <p:spPr>
          <a:xfrm>
            <a:off x="8282356" y="1973764"/>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微基站</a:t>
            </a:r>
            <a:endParaRPr lang="zh-CN" altLang="en-US" sz="900" b="1" dirty="0">
              <a:latin typeface="微软雅黑" panose="020B0503020204020204" pitchFamily="34" charset="-122"/>
              <a:ea typeface="微软雅黑" panose="020B0503020204020204" pitchFamily="34" charset="-122"/>
            </a:endParaRPr>
          </a:p>
        </p:txBody>
      </p:sp>
      <p:sp>
        <p:nvSpPr>
          <p:cNvPr id="48" name="文本框 124"/>
          <p:cNvSpPr txBox="1"/>
          <p:nvPr/>
        </p:nvSpPr>
        <p:spPr>
          <a:xfrm>
            <a:off x="7514716" y="1985952"/>
            <a:ext cx="42191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RSG</a:t>
            </a:r>
            <a:endParaRPr lang="zh-CN" altLang="en-US" sz="9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7332650" y="1277464"/>
            <a:ext cx="753465" cy="613382"/>
            <a:chOff x="3664894" y="6099175"/>
            <a:chExt cx="541338" cy="485775"/>
          </a:xfrm>
        </p:grpSpPr>
        <p:sp>
          <p:nvSpPr>
            <p:cNvPr id="50" name="Freeform 79"/>
            <p:cNvSpPr>
              <a:spLocks/>
            </p:cNvSpPr>
            <p:nvPr/>
          </p:nvSpPr>
          <p:spPr bwMode="auto">
            <a:xfrm>
              <a:off x="3664894" y="6254750"/>
              <a:ext cx="541338" cy="330200"/>
            </a:xfrm>
            <a:custGeom>
              <a:avLst/>
              <a:gdLst/>
              <a:ahLst/>
              <a:cxnLst>
                <a:cxn ang="0">
                  <a:pos x="170" y="0"/>
                </a:cxn>
                <a:cxn ang="0">
                  <a:pos x="85" y="25"/>
                </a:cxn>
                <a:cxn ang="0">
                  <a:pos x="0" y="0"/>
                </a:cxn>
                <a:cxn ang="0">
                  <a:pos x="0" y="68"/>
                </a:cxn>
                <a:cxn ang="0">
                  <a:pos x="0" y="69"/>
                </a:cxn>
                <a:cxn ang="0">
                  <a:pos x="85" y="104"/>
                </a:cxn>
                <a:cxn ang="0">
                  <a:pos x="170" y="69"/>
                </a:cxn>
                <a:cxn ang="0">
                  <a:pos x="170" y="68"/>
                </a:cxn>
                <a:cxn ang="0">
                  <a:pos x="170" y="0"/>
                </a:cxn>
              </a:cxnLst>
              <a:rect l="0" t="0" r="r" b="b"/>
              <a:pathLst>
                <a:path w="170" h="104">
                  <a:moveTo>
                    <a:pt x="170" y="0"/>
                  </a:moveTo>
                  <a:cubicBezTo>
                    <a:pt x="154" y="16"/>
                    <a:pt x="119" y="25"/>
                    <a:pt x="85" y="25"/>
                  </a:cubicBezTo>
                  <a:cubicBezTo>
                    <a:pt x="51" y="25"/>
                    <a:pt x="15" y="16"/>
                    <a:pt x="0" y="0"/>
                  </a:cubicBezTo>
                  <a:cubicBezTo>
                    <a:pt x="0" y="68"/>
                    <a:pt x="0" y="68"/>
                    <a:pt x="0" y="68"/>
                  </a:cubicBezTo>
                  <a:cubicBezTo>
                    <a:pt x="0" y="69"/>
                    <a:pt x="0" y="69"/>
                    <a:pt x="0" y="69"/>
                  </a:cubicBezTo>
                  <a:cubicBezTo>
                    <a:pt x="0" y="85"/>
                    <a:pt x="38" y="104"/>
                    <a:pt x="85" y="104"/>
                  </a:cubicBezTo>
                  <a:cubicBezTo>
                    <a:pt x="132" y="104"/>
                    <a:pt x="170" y="85"/>
                    <a:pt x="170" y="69"/>
                  </a:cubicBezTo>
                  <a:cubicBezTo>
                    <a:pt x="170" y="68"/>
                    <a:pt x="170" y="68"/>
                    <a:pt x="170" y="68"/>
                  </a:cubicBezTo>
                  <a:lnTo>
                    <a:pt x="170" y="0"/>
                  </a:ln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80"/>
            <p:cNvSpPr>
              <a:spLocks/>
            </p:cNvSpPr>
            <p:nvPr/>
          </p:nvSpPr>
          <p:spPr bwMode="auto">
            <a:xfrm>
              <a:off x="3664894" y="6207125"/>
              <a:ext cx="541338" cy="127000"/>
            </a:xfrm>
            <a:custGeom>
              <a:avLst/>
              <a:gdLst/>
              <a:ahLst/>
              <a:cxnLst>
                <a:cxn ang="0">
                  <a:pos x="85" y="40"/>
                </a:cxn>
                <a:cxn ang="0">
                  <a:pos x="170" y="15"/>
                </a:cxn>
                <a:cxn ang="0">
                  <a:pos x="170" y="0"/>
                </a:cxn>
                <a:cxn ang="0">
                  <a:pos x="0" y="0"/>
                </a:cxn>
                <a:cxn ang="0">
                  <a:pos x="0" y="15"/>
                </a:cxn>
                <a:cxn ang="0">
                  <a:pos x="85" y="40"/>
                </a:cxn>
              </a:cxnLst>
              <a:rect l="0" t="0" r="r" b="b"/>
              <a:pathLst>
                <a:path w="170" h="40">
                  <a:moveTo>
                    <a:pt x="85" y="40"/>
                  </a:moveTo>
                  <a:cubicBezTo>
                    <a:pt x="119" y="40"/>
                    <a:pt x="154" y="31"/>
                    <a:pt x="170" y="15"/>
                  </a:cubicBezTo>
                  <a:cubicBezTo>
                    <a:pt x="170" y="0"/>
                    <a:pt x="170" y="0"/>
                    <a:pt x="170" y="0"/>
                  </a:cubicBezTo>
                  <a:cubicBezTo>
                    <a:pt x="0" y="0"/>
                    <a:pt x="0" y="0"/>
                    <a:pt x="0" y="0"/>
                  </a:cubicBezTo>
                  <a:cubicBezTo>
                    <a:pt x="0" y="15"/>
                    <a:pt x="0" y="15"/>
                    <a:pt x="0" y="15"/>
                  </a:cubicBezTo>
                  <a:cubicBezTo>
                    <a:pt x="15" y="31"/>
                    <a:pt x="51" y="40"/>
                    <a:pt x="85" y="4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2" name="Oval 81"/>
            <p:cNvSpPr>
              <a:spLocks noChangeArrowheads="1"/>
            </p:cNvSpPr>
            <p:nvPr/>
          </p:nvSpPr>
          <p:spPr bwMode="auto">
            <a:xfrm>
              <a:off x="3664894" y="6099175"/>
              <a:ext cx="541338" cy="222250"/>
            </a:xfrm>
            <a:prstGeom prst="ellipse">
              <a:avLst/>
            </a:pr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82"/>
            <p:cNvSpPr>
              <a:spLocks noEditPoints="1"/>
            </p:cNvSpPr>
            <p:nvPr/>
          </p:nvSpPr>
          <p:spPr bwMode="auto">
            <a:xfrm>
              <a:off x="3798244" y="6137275"/>
              <a:ext cx="258763" cy="120650"/>
            </a:xfrm>
            <a:custGeom>
              <a:avLst/>
              <a:gdLst/>
              <a:ahLst/>
              <a:cxnLst>
                <a:cxn ang="0">
                  <a:pos x="0" y="0"/>
                </a:cxn>
                <a:cxn ang="0">
                  <a:pos x="163" y="0"/>
                </a:cxn>
                <a:cxn ang="0">
                  <a:pos x="99" y="38"/>
                </a:cxn>
                <a:cxn ang="0">
                  <a:pos x="163" y="76"/>
                </a:cxn>
                <a:cxn ang="0">
                  <a:pos x="0" y="76"/>
                </a:cxn>
                <a:cxn ang="0">
                  <a:pos x="71" y="38"/>
                </a:cxn>
                <a:cxn ang="0">
                  <a:pos x="0" y="0"/>
                </a:cxn>
                <a:cxn ang="0">
                  <a:pos x="42" y="66"/>
                </a:cxn>
                <a:cxn ang="0">
                  <a:pos x="121" y="66"/>
                </a:cxn>
                <a:cxn ang="0">
                  <a:pos x="83" y="46"/>
                </a:cxn>
                <a:cxn ang="0">
                  <a:pos x="42" y="66"/>
                </a:cxn>
                <a:cxn ang="0">
                  <a:pos x="42" y="10"/>
                </a:cxn>
                <a:cxn ang="0">
                  <a:pos x="121" y="12"/>
                </a:cxn>
                <a:cxn ang="0">
                  <a:pos x="83" y="32"/>
                </a:cxn>
                <a:cxn ang="0">
                  <a:pos x="42" y="10"/>
                </a:cxn>
              </a:cxnLst>
              <a:rect l="0" t="0" r="r" b="b"/>
              <a:pathLst>
                <a:path w="163" h="76">
                  <a:moveTo>
                    <a:pt x="0" y="0"/>
                  </a:moveTo>
                  <a:lnTo>
                    <a:pt x="163" y="0"/>
                  </a:lnTo>
                  <a:lnTo>
                    <a:pt x="99" y="38"/>
                  </a:lnTo>
                  <a:lnTo>
                    <a:pt x="163" y="76"/>
                  </a:lnTo>
                  <a:lnTo>
                    <a:pt x="0" y="76"/>
                  </a:lnTo>
                  <a:lnTo>
                    <a:pt x="71" y="38"/>
                  </a:lnTo>
                  <a:lnTo>
                    <a:pt x="0" y="0"/>
                  </a:lnTo>
                  <a:close/>
                  <a:moveTo>
                    <a:pt x="42" y="66"/>
                  </a:moveTo>
                  <a:lnTo>
                    <a:pt x="121" y="66"/>
                  </a:lnTo>
                  <a:lnTo>
                    <a:pt x="83" y="46"/>
                  </a:lnTo>
                  <a:lnTo>
                    <a:pt x="42" y="66"/>
                  </a:lnTo>
                  <a:close/>
                  <a:moveTo>
                    <a:pt x="42" y="10"/>
                  </a:moveTo>
                  <a:lnTo>
                    <a:pt x="121" y="12"/>
                  </a:lnTo>
                  <a:lnTo>
                    <a:pt x="83" y="32"/>
                  </a:lnTo>
                  <a:lnTo>
                    <a:pt x="42"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83"/>
            <p:cNvSpPr>
              <a:spLocks/>
            </p:cNvSpPr>
            <p:nvPr/>
          </p:nvSpPr>
          <p:spPr bwMode="auto">
            <a:xfrm>
              <a:off x="3766494" y="6343650"/>
              <a:ext cx="144463" cy="193675"/>
            </a:xfrm>
            <a:custGeom>
              <a:avLst/>
              <a:gdLst/>
              <a:ahLst/>
              <a:cxnLst>
                <a:cxn ang="0">
                  <a:pos x="45" y="58"/>
                </a:cxn>
                <a:cxn ang="0">
                  <a:pos x="38" y="60"/>
                </a:cxn>
                <a:cxn ang="0">
                  <a:pos x="31" y="61"/>
                </a:cxn>
                <a:cxn ang="0">
                  <a:pos x="18" y="59"/>
                </a:cxn>
                <a:cxn ang="0">
                  <a:pos x="8" y="53"/>
                </a:cxn>
                <a:cxn ang="0">
                  <a:pos x="2" y="43"/>
                </a:cxn>
                <a:cxn ang="0">
                  <a:pos x="0" y="31"/>
                </a:cxn>
                <a:cxn ang="0">
                  <a:pos x="3" y="18"/>
                </a:cxn>
                <a:cxn ang="0">
                  <a:pos x="9" y="9"/>
                </a:cxn>
                <a:cxn ang="0">
                  <a:pos x="18" y="2"/>
                </a:cxn>
                <a:cxn ang="0">
                  <a:pos x="31" y="0"/>
                </a:cxn>
                <a:cxn ang="0">
                  <a:pos x="38" y="1"/>
                </a:cxn>
                <a:cxn ang="0">
                  <a:pos x="44" y="2"/>
                </a:cxn>
                <a:cxn ang="0">
                  <a:pos x="44" y="9"/>
                </a:cxn>
                <a:cxn ang="0">
                  <a:pos x="38" y="7"/>
                </a:cxn>
                <a:cxn ang="0">
                  <a:pos x="31" y="6"/>
                </a:cxn>
                <a:cxn ang="0">
                  <a:pos x="21" y="8"/>
                </a:cxn>
                <a:cxn ang="0">
                  <a:pos x="14" y="13"/>
                </a:cxn>
                <a:cxn ang="0">
                  <a:pos x="9" y="21"/>
                </a:cxn>
                <a:cxn ang="0">
                  <a:pos x="8" y="31"/>
                </a:cxn>
                <a:cxn ang="0">
                  <a:pos x="9" y="41"/>
                </a:cxn>
                <a:cxn ang="0">
                  <a:pos x="14" y="48"/>
                </a:cxn>
                <a:cxn ang="0">
                  <a:pos x="21" y="53"/>
                </a:cxn>
                <a:cxn ang="0">
                  <a:pos x="31" y="55"/>
                </a:cxn>
                <a:cxn ang="0">
                  <a:pos x="38" y="55"/>
                </a:cxn>
                <a:cxn ang="0">
                  <a:pos x="44" y="52"/>
                </a:cxn>
                <a:cxn ang="0">
                  <a:pos x="45" y="58"/>
                </a:cxn>
              </a:cxnLst>
              <a:rect l="0" t="0" r="r" b="b"/>
              <a:pathLst>
                <a:path w="45" h="61">
                  <a:moveTo>
                    <a:pt x="45" y="58"/>
                  </a:moveTo>
                  <a:cubicBezTo>
                    <a:pt x="43" y="59"/>
                    <a:pt x="40" y="60"/>
                    <a:pt x="38" y="60"/>
                  </a:cubicBezTo>
                  <a:cubicBezTo>
                    <a:pt x="35" y="61"/>
                    <a:pt x="33" y="61"/>
                    <a:pt x="31" y="61"/>
                  </a:cubicBezTo>
                  <a:cubicBezTo>
                    <a:pt x="26" y="61"/>
                    <a:pt x="22" y="60"/>
                    <a:pt x="18" y="59"/>
                  </a:cubicBezTo>
                  <a:cubicBezTo>
                    <a:pt x="14" y="57"/>
                    <a:pt x="11" y="55"/>
                    <a:pt x="8" y="53"/>
                  </a:cubicBezTo>
                  <a:cubicBezTo>
                    <a:pt x="6" y="50"/>
                    <a:pt x="4" y="47"/>
                    <a:pt x="2" y="43"/>
                  </a:cubicBezTo>
                  <a:cubicBezTo>
                    <a:pt x="1" y="39"/>
                    <a:pt x="0" y="35"/>
                    <a:pt x="0" y="31"/>
                  </a:cubicBezTo>
                  <a:cubicBezTo>
                    <a:pt x="0" y="26"/>
                    <a:pt x="1" y="22"/>
                    <a:pt x="3" y="18"/>
                  </a:cubicBezTo>
                  <a:cubicBezTo>
                    <a:pt x="4" y="15"/>
                    <a:pt x="6" y="11"/>
                    <a:pt x="9" y="9"/>
                  </a:cubicBezTo>
                  <a:cubicBezTo>
                    <a:pt x="11" y="6"/>
                    <a:pt x="15" y="4"/>
                    <a:pt x="18" y="2"/>
                  </a:cubicBezTo>
                  <a:cubicBezTo>
                    <a:pt x="22" y="1"/>
                    <a:pt x="26" y="0"/>
                    <a:pt x="31" y="0"/>
                  </a:cubicBezTo>
                  <a:cubicBezTo>
                    <a:pt x="33" y="0"/>
                    <a:pt x="35" y="0"/>
                    <a:pt x="38" y="1"/>
                  </a:cubicBezTo>
                  <a:cubicBezTo>
                    <a:pt x="40" y="1"/>
                    <a:pt x="43" y="2"/>
                    <a:pt x="44" y="2"/>
                  </a:cubicBezTo>
                  <a:cubicBezTo>
                    <a:pt x="44" y="9"/>
                    <a:pt x="44" y="9"/>
                    <a:pt x="44" y="9"/>
                  </a:cubicBezTo>
                  <a:cubicBezTo>
                    <a:pt x="42" y="8"/>
                    <a:pt x="40" y="7"/>
                    <a:pt x="38" y="7"/>
                  </a:cubicBezTo>
                  <a:cubicBezTo>
                    <a:pt x="35" y="6"/>
                    <a:pt x="33" y="6"/>
                    <a:pt x="31" y="6"/>
                  </a:cubicBezTo>
                  <a:cubicBezTo>
                    <a:pt x="27" y="6"/>
                    <a:pt x="24" y="7"/>
                    <a:pt x="21" y="8"/>
                  </a:cubicBezTo>
                  <a:cubicBezTo>
                    <a:pt x="18" y="9"/>
                    <a:pt x="16" y="11"/>
                    <a:pt x="14" y="13"/>
                  </a:cubicBezTo>
                  <a:cubicBezTo>
                    <a:pt x="12" y="15"/>
                    <a:pt x="10" y="18"/>
                    <a:pt x="9" y="21"/>
                  </a:cubicBezTo>
                  <a:cubicBezTo>
                    <a:pt x="8" y="24"/>
                    <a:pt x="8" y="27"/>
                    <a:pt x="8" y="31"/>
                  </a:cubicBezTo>
                  <a:cubicBezTo>
                    <a:pt x="8" y="34"/>
                    <a:pt x="8" y="38"/>
                    <a:pt x="9" y="41"/>
                  </a:cubicBezTo>
                  <a:cubicBezTo>
                    <a:pt x="10" y="44"/>
                    <a:pt x="12" y="46"/>
                    <a:pt x="14" y="48"/>
                  </a:cubicBezTo>
                  <a:cubicBezTo>
                    <a:pt x="16" y="50"/>
                    <a:pt x="18" y="52"/>
                    <a:pt x="21" y="53"/>
                  </a:cubicBezTo>
                  <a:cubicBezTo>
                    <a:pt x="24" y="54"/>
                    <a:pt x="27" y="55"/>
                    <a:pt x="31" y="55"/>
                  </a:cubicBezTo>
                  <a:cubicBezTo>
                    <a:pt x="33" y="55"/>
                    <a:pt x="35" y="55"/>
                    <a:pt x="38" y="55"/>
                  </a:cubicBezTo>
                  <a:cubicBezTo>
                    <a:pt x="40" y="54"/>
                    <a:pt x="42" y="53"/>
                    <a:pt x="44" y="52"/>
                  </a:cubicBezTo>
                  <a:lnTo>
                    <a:pt x="45" y="5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84"/>
            <p:cNvSpPr>
              <a:spLocks/>
            </p:cNvSpPr>
            <p:nvPr/>
          </p:nvSpPr>
          <p:spPr bwMode="auto">
            <a:xfrm>
              <a:off x="3923656" y="6346825"/>
              <a:ext cx="161925" cy="187325"/>
            </a:xfrm>
            <a:custGeom>
              <a:avLst/>
              <a:gdLst/>
              <a:ahLst/>
              <a:cxnLst>
                <a:cxn ang="0">
                  <a:pos x="86" y="118"/>
                </a:cxn>
                <a:cxn ang="0">
                  <a:pos x="52" y="64"/>
                </a:cxn>
                <a:cxn ang="0">
                  <a:pos x="14" y="118"/>
                </a:cxn>
                <a:cxn ang="0">
                  <a:pos x="0" y="118"/>
                </a:cxn>
                <a:cxn ang="0">
                  <a:pos x="42" y="56"/>
                </a:cxn>
                <a:cxn ang="0">
                  <a:pos x="4" y="0"/>
                </a:cxn>
                <a:cxn ang="0">
                  <a:pos x="20" y="0"/>
                </a:cxn>
                <a:cxn ang="0">
                  <a:pos x="52" y="48"/>
                </a:cxn>
                <a:cxn ang="0">
                  <a:pos x="84" y="0"/>
                </a:cxn>
                <a:cxn ang="0">
                  <a:pos x="98" y="0"/>
                </a:cxn>
                <a:cxn ang="0">
                  <a:pos x="60" y="56"/>
                </a:cxn>
                <a:cxn ang="0">
                  <a:pos x="102" y="118"/>
                </a:cxn>
                <a:cxn ang="0">
                  <a:pos x="86" y="118"/>
                </a:cxn>
              </a:cxnLst>
              <a:rect l="0" t="0" r="r" b="b"/>
              <a:pathLst>
                <a:path w="102" h="118">
                  <a:moveTo>
                    <a:pt x="86" y="118"/>
                  </a:moveTo>
                  <a:lnTo>
                    <a:pt x="52" y="64"/>
                  </a:lnTo>
                  <a:lnTo>
                    <a:pt x="14" y="118"/>
                  </a:lnTo>
                  <a:lnTo>
                    <a:pt x="0" y="118"/>
                  </a:lnTo>
                  <a:lnTo>
                    <a:pt x="42" y="56"/>
                  </a:lnTo>
                  <a:lnTo>
                    <a:pt x="4" y="0"/>
                  </a:lnTo>
                  <a:lnTo>
                    <a:pt x="20" y="0"/>
                  </a:lnTo>
                  <a:lnTo>
                    <a:pt x="52" y="48"/>
                  </a:lnTo>
                  <a:lnTo>
                    <a:pt x="84" y="0"/>
                  </a:lnTo>
                  <a:lnTo>
                    <a:pt x="98" y="0"/>
                  </a:lnTo>
                  <a:lnTo>
                    <a:pt x="60" y="56"/>
                  </a:lnTo>
                  <a:lnTo>
                    <a:pt x="102" y="118"/>
                  </a:lnTo>
                  <a:lnTo>
                    <a:pt x="86" y="11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6" name="组合 55"/>
          <p:cNvGrpSpPr/>
          <p:nvPr/>
        </p:nvGrpSpPr>
        <p:grpSpPr>
          <a:xfrm>
            <a:off x="6524803" y="1243554"/>
            <a:ext cx="775062" cy="623554"/>
            <a:chOff x="1534469" y="5980113"/>
            <a:chExt cx="644525" cy="525463"/>
          </a:xfrm>
        </p:grpSpPr>
        <p:sp>
          <p:nvSpPr>
            <p:cNvPr id="57" name="Freeform 134"/>
            <p:cNvSpPr>
              <a:spLocks/>
            </p:cNvSpPr>
            <p:nvPr/>
          </p:nvSpPr>
          <p:spPr bwMode="auto">
            <a:xfrm>
              <a:off x="1534469" y="5980113"/>
              <a:ext cx="644525" cy="525463"/>
            </a:xfrm>
            <a:custGeom>
              <a:avLst/>
              <a:gdLst/>
              <a:ahLst/>
              <a:cxnLst>
                <a:cxn ang="0">
                  <a:pos x="203" y="147"/>
                </a:cxn>
                <a:cxn ang="0">
                  <a:pos x="185" y="165"/>
                </a:cxn>
                <a:cxn ang="0">
                  <a:pos x="18" y="165"/>
                </a:cxn>
                <a:cxn ang="0">
                  <a:pos x="0" y="147"/>
                </a:cxn>
                <a:cxn ang="0">
                  <a:pos x="0" y="17"/>
                </a:cxn>
                <a:cxn ang="0">
                  <a:pos x="18" y="0"/>
                </a:cxn>
                <a:cxn ang="0">
                  <a:pos x="185" y="0"/>
                </a:cxn>
                <a:cxn ang="0">
                  <a:pos x="203" y="17"/>
                </a:cxn>
                <a:cxn ang="0">
                  <a:pos x="203" y="147"/>
                </a:cxn>
              </a:cxnLst>
              <a:rect l="0" t="0" r="r" b="b"/>
              <a:pathLst>
                <a:path w="203" h="165">
                  <a:moveTo>
                    <a:pt x="203" y="147"/>
                  </a:moveTo>
                  <a:cubicBezTo>
                    <a:pt x="203" y="157"/>
                    <a:pt x="195" y="165"/>
                    <a:pt x="185" y="165"/>
                  </a:cubicBezTo>
                  <a:cubicBezTo>
                    <a:pt x="18" y="165"/>
                    <a:pt x="18" y="165"/>
                    <a:pt x="18" y="165"/>
                  </a:cubicBezTo>
                  <a:cubicBezTo>
                    <a:pt x="8" y="165"/>
                    <a:pt x="0" y="157"/>
                    <a:pt x="0" y="147"/>
                  </a:cubicBezTo>
                  <a:cubicBezTo>
                    <a:pt x="0" y="17"/>
                    <a:pt x="0" y="17"/>
                    <a:pt x="0" y="17"/>
                  </a:cubicBezTo>
                  <a:cubicBezTo>
                    <a:pt x="0" y="7"/>
                    <a:pt x="8" y="0"/>
                    <a:pt x="18" y="0"/>
                  </a:cubicBezTo>
                  <a:cubicBezTo>
                    <a:pt x="185" y="0"/>
                    <a:pt x="185" y="0"/>
                    <a:pt x="185" y="0"/>
                  </a:cubicBezTo>
                  <a:cubicBezTo>
                    <a:pt x="195" y="0"/>
                    <a:pt x="203" y="7"/>
                    <a:pt x="203" y="17"/>
                  </a:cubicBezTo>
                  <a:lnTo>
                    <a:pt x="203" y="147"/>
                  </a:ln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135"/>
            <p:cNvSpPr>
              <a:spLocks noEditPoints="1"/>
            </p:cNvSpPr>
            <p:nvPr/>
          </p:nvSpPr>
          <p:spPr bwMode="auto">
            <a:xfrm>
              <a:off x="1594794" y="6008688"/>
              <a:ext cx="523875" cy="455613"/>
            </a:xfrm>
            <a:custGeom>
              <a:avLst/>
              <a:gdLst/>
              <a:ahLst/>
              <a:cxnLst>
                <a:cxn ang="0">
                  <a:pos x="103" y="106"/>
                </a:cxn>
                <a:cxn ang="0">
                  <a:pos x="52" y="44"/>
                </a:cxn>
                <a:cxn ang="0">
                  <a:pos x="48" y="37"/>
                </a:cxn>
                <a:cxn ang="0">
                  <a:pos x="57" y="43"/>
                </a:cxn>
                <a:cxn ang="0">
                  <a:pos x="100" y="46"/>
                </a:cxn>
                <a:cxn ang="0">
                  <a:pos x="113" y="43"/>
                </a:cxn>
                <a:cxn ang="0">
                  <a:pos x="104" y="32"/>
                </a:cxn>
                <a:cxn ang="0">
                  <a:pos x="137" y="89"/>
                </a:cxn>
                <a:cxn ang="0">
                  <a:pos x="133" y="92"/>
                </a:cxn>
                <a:cxn ang="0">
                  <a:pos x="129" y="84"/>
                </a:cxn>
                <a:cxn ang="0">
                  <a:pos x="126" y="79"/>
                </a:cxn>
                <a:cxn ang="0">
                  <a:pos x="128" y="72"/>
                </a:cxn>
                <a:cxn ang="0">
                  <a:pos x="124" y="75"/>
                </a:cxn>
                <a:cxn ang="0">
                  <a:pos x="121" y="58"/>
                </a:cxn>
                <a:cxn ang="0">
                  <a:pos x="114" y="56"/>
                </a:cxn>
                <a:cxn ang="0">
                  <a:pos x="111" y="51"/>
                </a:cxn>
                <a:cxn ang="0">
                  <a:pos x="109" y="143"/>
                </a:cxn>
                <a:cxn ang="0">
                  <a:pos x="104" y="129"/>
                </a:cxn>
                <a:cxn ang="0">
                  <a:pos x="118" y="132"/>
                </a:cxn>
                <a:cxn ang="0">
                  <a:pos x="56" y="130"/>
                </a:cxn>
                <a:cxn ang="0">
                  <a:pos x="56" y="135"/>
                </a:cxn>
                <a:cxn ang="0">
                  <a:pos x="64" y="135"/>
                </a:cxn>
                <a:cxn ang="0">
                  <a:pos x="69" y="135"/>
                </a:cxn>
                <a:cxn ang="0">
                  <a:pos x="74" y="130"/>
                </a:cxn>
                <a:cxn ang="0">
                  <a:pos x="74" y="135"/>
                </a:cxn>
                <a:cxn ang="0">
                  <a:pos x="89" y="129"/>
                </a:cxn>
                <a:cxn ang="0">
                  <a:pos x="94" y="134"/>
                </a:cxn>
                <a:cxn ang="0">
                  <a:pos x="99" y="134"/>
                </a:cxn>
                <a:cxn ang="0">
                  <a:pos x="20" y="87"/>
                </a:cxn>
                <a:cxn ang="0">
                  <a:pos x="31" y="89"/>
                </a:cxn>
                <a:cxn ang="0">
                  <a:pos x="24" y="101"/>
                </a:cxn>
                <a:cxn ang="0">
                  <a:pos x="33" y="77"/>
                </a:cxn>
                <a:cxn ang="0">
                  <a:pos x="40" y="75"/>
                </a:cxn>
                <a:cxn ang="0">
                  <a:pos x="42" y="70"/>
                </a:cxn>
                <a:cxn ang="0">
                  <a:pos x="41" y="63"/>
                </a:cxn>
                <a:cxn ang="0">
                  <a:pos x="45" y="65"/>
                </a:cxn>
                <a:cxn ang="0">
                  <a:pos x="48" y="48"/>
                </a:cxn>
                <a:cxn ang="0">
                  <a:pos x="59" y="90"/>
                </a:cxn>
                <a:cxn ang="0">
                  <a:pos x="80" y="72"/>
                </a:cxn>
                <a:cxn ang="0">
                  <a:pos x="84" y="82"/>
                </a:cxn>
                <a:cxn ang="0">
                  <a:pos x="70" y="35"/>
                </a:cxn>
                <a:cxn ang="0">
                  <a:pos x="90" y="0"/>
                </a:cxn>
                <a:cxn ang="0">
                  <a:pos x="70" y="35"/>
                </a:cxn>
                <a:cxn ang="0">
                  <a:pos x="10" y="108"/>
                </a:cxn>
                <a:cxn ang="0">
                  <a:pos x="30" y="143"/>
                </a:cxn>
                <a:cxn ang="0">
                  <a:pos x="125" y="126"/>
                </a:cxn>
                <a:cxn ang="0">
                  <a:pos x="165" y="126"/>
                </a:cxn>
              </a:cxnLst>
              <a:rect l="0" t="0" r="r" b="b"/>
              <a:pathLst>
                <a:path w="165" h="143">
                  <a:moveTo>
                    <a:pt x="84" y="114"/>
                  </a:moveTo>
                  <a:cubicBezTo>
                    <a:pt x="84" y="109"/>
                    <a:pt x="86" y="102"/>
                    <a:pt x="92" y="101"/>
                  </a:cubicBezTo>
                  <a:cubicBezTo>
                    <a:pt x="97" y="100"/>
                    <a:pt x="100" y="103"/>
                    <a:pt x="103" y="106"/>
                  </a:cubicBezTo>
                  <a:cubicBezTo>
                    <a:pt x="97" y="104"/>
                    <a:pt x="87" y="105"/>
                    <a:pt x="84" y="114"/>
                  </a:cubicBezTo>
                  <a:moveTo>
                    <a:pt x="55" y="46"/>
                  </a:moveTo>
                  <a:cubicBezTo>
                    <a:pt x="54" y="46"/>
                    <a:pt x="53" y="45"/>
                    <a:pt x="52" y="44"/>
                  </a:cubicBezTo>
                  <a:cubicBezTo>
                    <a:pt x="50" y="44"/>
                    <a:pt x="51" y="44"/>
                    <a:pt x="52" y="42"/>
                  </a:cubicBezTo>
                  <a:cubicBezTo>
                    <a:pt x="53" y="40"/>
                    <a:pt x="53" y="40"/>
                    <a:pt x="52" y="39"/>
                  </a:cubicBezTo>
                  <a:cubicBezTo>
                    <a:pt x="50" y="38"/>
                    <a:pt x="49" y="38"/>
                    <a:pt x="48" y="37"/>
                  </a:cubicBezTo>
                  <a:cubicBezTo>
                    <a:pt x="50" y="36"/>
                    <a:pt x="60" y="32"/>
                    <a:pt x="60" y="33"/>
                  </a:cubicBezTo>
                  <a:cubicBezTo>
                    <a:pt x="62" y="37"/>
                    <a:pt x="63" y="42"/>
                    <a:pt x="64" y="46"/>
                  </a:cubicBezTo>
                  <a:cubicBezTo>
                    <a:pt x="62" y="45"/>
                    <a:pt x="59" y="44"/>
                    <a:pt x="57" y="43"/>
                  </a:cubicBezTo>
                  <a:cubicBezTo>
                    <a:pt x="56" y="44"/>
                    <a:pt x="56" y="45"/>
                    <a:pt x="55" y="46"/>
                  </a:cubicBezTo>
                  <a:moveTo>
                    <a:pt x="104" y="32"/>
                  </a:moveTo>
                  <a:cubicBezTo>
                    <a:pt x="102" y="37"/>
                    <a:pt x="101" y="42"/>
                    <a:pt x="100" y="46"/>
                  </a:cubicBezTo>
                  <a:cubicBezTo>
                    <a:pt x="101" y="46"/>
                    <a:pt x="107" y="42"/>
                    <a:pt x="107" y="43"/>
                  </a:cubicBezTo>
                  <a:cubicBezTo>
                    <a:pt x="107" y="43"/>
                    <a:pt x="109" y="46"/>
                    <a:pt x="109" y="46"/>
                  </a:cubicBezTo>
                  <a:cubicBezTo>
                    <a:pt x="110" y="45"/>
                    <a:pt x="112" y="44"/>
                    <a:pt x="113" y="43"/>
                  </a:cubicBezTo>
                  <a:cubicBezTo>
                    <a:pt x="113" y="42"/>
                    <a:pt x="112" y="41"/>
                    <a:pt x="111" y="40"/>
                  </a:cubicBezTo>
                  <a:cubicBezTo>
                    <a:pt x="113" y="39"/>
                    <a:pt x="114" y="38"/>
                    <a:pt x="116" y="37"/>
                  </a:cubicBezTo>
                  <a:cubicBezTo>
                    <a:pt x="112" y="35"/>
                    <a:pt x="108" y="34"/>
                    <a:pt x="104" y="32"/>
                  </a:cubicBezTo>
                  <a:moveTo>
                    <a:pt x="140" y="100"/>
                  </a:moveTo>
                  <a:cubicBezTo>
                    <a:pt x="141" y="96"/>
                    <a:pt x="142" y="91"/>
                    <a:pt x="143" y="86"/>
                  </a:cubicBezTo>
                  <a:cubicBezTo>
                    <a:pt x="142" y="87"/>
                    <a:pt x="138" y="91"/>
                    <a:pt x="137" y="89"/>
                  </a:cubicBezTo>
                  <a:cubicBezTo>
                    <a:pt x="137" y="88"/>
                    <a:pt x="136" y="86"/>
                    <a:pt x="135" y="86"/>
                  </a:cubicBezTo>
                  <a:cubicBezTo>
                    <a:pt x="134" y="87"/>
                    <a:pt x="133" y="88"/>
                    <a:pt x="131" y="89"/>
                  </a:cubicBezTo>
                  <a:cubicBezTo>
                    <a:pt x="132" y="90"/>
                    <a:pt x="133" y="91"/>
                    <a:pt x="133" y="92"/>
                  </a:cubicBezTo>
                  <a:cubicBezTo>
                    <a:pt x="131" y="93"/>
                    <a:pt x="130" y="95"/>
                    <a:pt x="128" y="96"/>
                  </a:cubicBezTo>
                  <a:cubicBezTo>
                    <a:pt x="132" y="97"/>
                    <a:pt x="136" y="99"/>
                    <a:pt x="140" y="100"/>
                  </a:cubicBezTo>
                  <a:moveTo>
                    <a:pt x="129" y="84"/>
                  </a:moveTo>
                  <a:cubicBezTo>
                    <a:pt x="130" y="83"/>
                    <a:pt x="132" y="82"/>
                    <a:pt x="133" y="81"/>
                  </a:cubicBezTo>
                  <a:cubicBezTo>
                    <a:pt x="132" y="80"/>
                    <a:pt x="132" y="78"/>
                    <a:pt x="131" y="77"/>
                  </a:cubicBezTo>
                  <a:cubicBezTo>
                    <a:pt x="131" y="77"/>
                    <a:pt x="127" y="79"/>
                    <a:pt x="126" y="79"/>
                  </a:cubicBezTo>
                  <a:cubicBezTo>
                    <a:pt x="127" y="81"/>
                    <a:pt x="128" y="83"/>
                    <a:pt x="129" y="84"/>
                  </a:cubicBezTo>
                  <a:moveTo>
                    <a:pt x="124" y="75"/>
                  </a:moveTo>
                  <a:cubicBezTo>
                    <a:pt x="125" y="74"/>
                    <a:pt x="127" y="73"/>
                    <a:pt x="128" y="72"/>
                  </a:cubicBezTo>
                  <a:cubicBezTo>
                    <a:pt x="127" y="70"/>
                    <a:pt x="127" y="69"/>
                    <a:pt x="126" y="67"/>
                  </a:cubicBezTo>
                  <a:cubicBezTo>
                    <a:pt x="126" y="67"/>
                    <a:pt x="122" y="70"/>
                    <a:pt x="121" y="70"/>
                  </a:cubicBezTo>
                  <a:cubicBezTo>
                    <a:pt x="122" y="71"/>
                    <a:pt x="123" y="73"/>
                    <a:pt x="124" y="75"/>
                  </a:cubicBezTo>
                  <a:moveTo>
                    <a:pt x="119" y="65"/>
                  </a:moveTo>
                  <a:cubicBezTo>
                    <a:pt x="120" y="64"/>
                    <a:pt x="122" y="63"/>
                    <a:pt x="123" y="62"/>
                  </a:cubicBezTo>
                  <a:cubicBezTo>
                    <a:pt x="122" y="61"/>
                    <a:pt x="122" y="59"/>
                    <a:pt x="121" y="58"/>
                  </a:cubicBezTo>
                  <a:cubicBezTo>
                    <a:pt x="121" y="58"/>
                    <a:pt x="117" y="60"/>
                    <a:pt x="116" y="60"/>
                  </a:cubicBezTo>
                  <a:cubicBezTo>
                    <a:pt x="117" y="62"/>
                    <a:pt x="118" y="64"/>
                    <a:pt x="119" y="65"/>
                  </a:cubicBezTo>
                  <a:moveTo>
                    <a:pt x="114" y="56"/>
                  </a:moveTo>
                  <a:cubicBezTo>
                    <a:pt x="115" y="55"/>
                    <a:pt x="117" y="54"/>
                    <a:pt x="118" y="53"/>
                  </a:cubicBezTo>
                  <a:cubicBezTo>
                    <a:pt x="117" y="51"/>
                    <a:pt x="117" y="50"/>
                    <a:pt x="116" y="48"/>
                  </a:cubicBezTo>
                  <a:cubicBezTo>
                    <a:pt x="116" y="48"/>
                    <a:pt x="112" y="51"/>
                    <a:pt x="111" y="51"/>
                  </a:cubicBezTo>
                  <a:cubicBezTo>
                    <a:pt x="112" y="52"/>
                    <a:pt x="113" y="54"/>
                    <a:pt x="114" y="56"/>
                  </a:cubicBezTo>
                  <a:moveTo>
                    <a:pt x="118" y="132"/>
                  </a:moveTo>
                  <a:cubicBezTo>
                    <a:pt x="115" y="136"/>
                    <a:pt x="112" y="139"/>
                    <a:pt x="109" y="143"/>
                  </a:cubicBezTo>
                  <a:cubicBezTo>
                    <a:pt x="109" y="142"/>
                    <a:pt x="109" y="134"/>
                    <a:pt x="108" y="134"/>
                  </a:cubicBezTo>
                  <a:cubicBezTo>
                    <a:pt x="108" y="134"/>
                    <a:pt x="104" y="135"/>
                    <a:pt x="104" y="134"/>
                  </a:cubicBezTo>
                  <a:cubicBezTo>
                    <a:pt x="104" y="132"/>
                    <a:pt x="104" y="131"/>
                    <a:pt x="104" y="129"/>
                  </a:cubicBezTo>
                  <a:cubicBezTo>
                    <a:pt x="106" y="129"/>
                    <a:pt x="107" y="129"/>
                    <a:pt x="108" y="129"/>
                  </a:cubicBezTo>
                  <a:cubicBezTo>
                    <a:pt x="108" y="127"/>
                    <a:pt x="108" y="125"/>
                    <a:pt x="108" y="123"/>
                  </a:cubicBezTo>
                  <a:cubicBezTo>
                    <a:pt x="112" y="126"/>
                    <a:pt x="115" y="129"/>
                    <a:pt x="118" y="132"/>
                  </a:cubicBezTo>
                  <a:moveTo>
                    <a:pt x="46" y="133"/>
                  </a:moveTo>
                  <a:cubicBezTo>
                    <a:pt x="49" y="130"/>
                    <a:pt x="52" y="126"/>
                    <a:pt x="55" y="123"/>
                  </a:cubicBezTo>
                  <a:cubicBezTo>
                    <a:pt x="55" y="124"/>
                    <a:pt x="55" y="130"/>
                    <a:pt x="56" y="130"/>
                  </a:cubicBezTo>
                  <a:cubicBezTo>
                    <a:pt x="57" y="130"/>
                    <a:pt x="59" y="129"/>
                    <a:pt x="59" y="130"/>
                  </a:cubicBezTo>
                  <a:cubicBezTo>
                    <a:pt x="59" y="132"/>
                    <a:pt x="59" y="134"/>
                    <a:pt x="59" y="135"/>
                  </a:cubicBezTo>
                  <a:cubicBezTo>
                    <a:pt x="58" y="135"/>
                    <a:pt x="57" y="135"/>
                    <a:pt x="56" y="135"/>
                  </a:cubicBezTo>
                  <a:cubicBezTo>
                    <a:pt x="56" y="138"/>
                    <a:pt x="56" y="140"/>
                    <a:pt x="56" y="142"/>
                  </a:cubicBezTo>
                  <a:cubicBezTo>
                    <a:pt x="52" y="139"/>
                    <a:pt x="49" y="136"/>
                    <a:pt x="46" y="133"/>
                  </a:cubicBezTo>
                  <a:moveTo>
                    <a:pt x="64" y="135"/>
                  </a:moveTo>
                  <a:cubicBezTo>
                    <a:pt x="64" y="133"/>
                    <a:pt x="64" y="132"/>
                    <a:pt x="64" y="130"/>
                  </a:cubicBezTo>
                  <a:cubicBezTo>
                    <a:pt x="65" y="130"/>
                    <a:pt x="69" y="129"/>
                    <a:pt x="69" y="130"/>
                  </a:cubicBezTo>
                  <a:cubicBezTo>
                    <a:pt x="70" y="130"/>
                    <a:pt x="69" y="134"/>
                    <a:pt x="69" y="135"/>
                  </a:cubicBezTo>
                  <a:cubicBezTo>
                    <a:pt x="68" y="135"/>
                    <a:pt x="66" y="135"/>
                    <a:pt x="64" y="135"/>
                  </a:cubicBezTo>
                  <a:moveTo>
                    <a:pt x="74" y="135"/>
                  </a:moveTo>
                  <a:cubicBezTo>
                    <a:pt x="74" y="133"/>
                    <a:pt x="74" y="131"/>
                    <a:pt x="74" y="130"/>
                  </a:cubicBezTo>
                  <a:cubicBezTo>
                    <a:pt x="75" y="129"/>
                    <a:pt x="79" y="129"/>
                    <a:pt x="79" y="129"/>
                  </a:cubicBezTo>
                  <a:cubicBezTo>
                    <a:pt x="80" y="130"/>
                    <a:pt x="79" y="134"/>
                    <a:pt x="79" y="135"/>
                  </a:cubicBezTo>
                  <a:cubicBezTo>
                    <a:pt x="78" y="135"/>
                    <a:pt x="76" y="135"/>
                    <a:pt x="74" y="135"/>
                  </a:cubicBezTo>
                  <a:moveTo>
                    <a:pt x="84" y="135"/>
                  </a:moveTo>
                  <a:cubicBezTo>
                    <a:pt x="84" y="133"/>
                    <a:pt x="84" y="131"/>
                    <a:pt x="84" y="129"/>
                  </a:cubicBezTo>
                  <a:cubicBezTo>
                    <a:pt x="85" y="129"/>
                    <a:pt x="89" y="129"/>
                    <a:pt x="89" y="129"/>
                  </a:cubicBezTo>
                  <a:cubicBezTo>
                    <a:pt x="90" y="130"/>
                    <a:pt x="89" y="134"/>
                    <a:pt x="89" y="135"/>
                  </a:cubicBezTo>
                  <a:cubicBezTo>
                    <a:pt x="88" y="135"/>
                    <a:pt x="86" y="135"/>
                    <a:pt x="84" y="135"/>
                  </a:cubicBezTo>
                  <a:moveTo>
                    <a:pt x="94" y="134"/>
                  </a:moveTo>
                  <a:cubicBezTo>
                    <a:pt x="94" y="133"/>
                    <a:pt x="94" y="131"/>
                    <a:pt x="94" y="129"/>
                  </a:cubicBezTo>
                  <a:cubicBezTo>
                    <a:pt x="95" y="129"/>
                    <a:pt x="99" y="128"/>
                    <a:pt x="99" y="129"/>
                  </a:cubicBezTo>
                  <a:cubicBezTo>
                    <a:pt x="100" y="130"/>
                    <a:pt x="99" y="133"/>
                    <a:pt x="99" y="134"/>
                  </a:cubicBezTo>
                  <a:cubicBezTo>
                    <a:pt x="98" y="134"/>
                    <a:pt x="96" y="134"/>
                    <a:pt x="94" y="134"/>
                  </a:cubicBezTo>
                  <a:moveTo>
                    <a:pt x="24" y="101"/>
                  </a:moveTo>
                  <a:cubicBezTo>
                    <a:pt x="23" y="96"/>
                    <a:pt x="22" y="91"/>
                    <a:pt x="20" y="87"/>
                  </a:cubicBezTo>
                  <a:cubicBezTo>
                    <a:pt x="22" y="88"/>
                    <a:pt x="24" y="89"/>
                    <a:pt x="26" y="90"/>
                  </a:cubicBezTo>
                  <a:cubicBezTo>
                    <a:pt x="27" y="89"/>
                    <a:pt x="28" y="88"/>
                    <a:pt x="28" y="87"/>
                  </a:cubicBezTo>
                  <a:cubicBezTo>
                    <a:pt x="29" y="87"/>
                    <a:pt x="30" y="88"/>
                    <a:pt x="31" y="89"/>
                  </a:cubicBezTo>
                  <a:cubicBezTo>
                    <a:pt x="33" y="90"/>
                    <a:pt x="32" y="90"/>
                    <a:pt x="31" y="92"/>
                  </a:cubicBezTo>
                  <a:cubicBezTo>
                    <a:pt x="30" y="94"/>
                    <a:pt x="35" y="95"/>
                    <a:pt x="36" y="96"/>
                  </a:cubicBezTo>
                  <a:cubicBezTo>
                    <a:pt x="32" y="98"/>
                    <a:pt x="28" y="99"/>
                    <a:pt x="24" y="101"/>
                  </a:cubicBezTo>
                  <a:moveTo>
                    <a:pt x="35" y="85"/>
                  </a:moveTo>
                  <a:cubicBezTo>
                    <a:pt x="34" y="84"/>
                    <a:pt x="32" y="83"/>
                    <a:pt x="31" y="82"/>
                  </a:cubicBezTo>
                  <a:cubicBezTo>
                    <a:pt x="31" y="82"/>
                    <a:pt x="33" y="78"/>
                    <a:pt x="33" y="77"/>
                  </a:cubicBezTo>
                  <a:cubicBezTo>
                    <a:pt x="35" y="78"/>
                    <a:pt x="36" y="79"/>
                    <a:pt x="37" y="80"/>
                  </a:cubicBezTo>
                  <a:cubicBezTo>
                    <a:pt x="38" y="80"/>
                    <a:pt x="35" y="84"/>
                    <a:pt x="35" y="85"/>
                  </a:cubicBezTo>
                  <a:moveTo>
                    <a:pt x="40" y="75"/>
                  </a:moveTo>
                  <a:cubicBezTo>
                    <a:pt x="39" y="74"/>
                    <a:pt x="37" y="73"/>
                    <a:pt x="36" y="72"/>
                  </a:cubicBezTo>
                  <a:cubicBezTo>
                    <a:pt x="36" y="72"/>
                    <a:pt x="38" y="68"/>
                    <a:pt x="38" y="68"/>
                  </a:cubicBezTo>
                  <a:cubicBezTo>
                    <a:pt x="40" y="68"/>
                    <a:pt x="41" y="69"/>
                    <a:pt x="42" y="70"/>
                  </a:cubicBezTo>
                  <a:cubicBezTo>
                    <a:pt x="43" y="70"/>
                    <a:pt x="40" y="74"/>
                    <a:pt x="40" y="75"/>
                  </a:cubicBezTo>
                  <a:moveTo>
                    <a:pt x="45" y="65"/>
                  </a:moveTo>
                  <a:cubicBezTo>
                    <a:pt x="44" y="65"/>
                    <a:pt x="42" y="64"/>
                    <a:pt x="41" y="63"/>
                  </a:cubicBezTo>
                  <a:cubicBezTo>
                    <a:pt x="40" y="63"/>
                    <a:pt x="43" y="59"/>
                    <a:pt x="43" y="58"/>
                  </a:cubicBezTo>
                  <a:cubicBezTo>
                    <a:pt x="45" y="59"/>
                    <a:pt x="46" y="60"/>
                    <a:pt x="47" y="61"/>
                  </a:cubicBezTo>
                  <a:cubicBezTo>
                    <a:pt x="48" y="61"/>
                    <a:pt x="45" y="65"/>
                    <a:pt x="45" y="65"/>
                  </a:cubicBezTo>
                  <a:moveTo>
                    <a:pt x="50" y="56"/>
                  </a:moveTo>
                  <a:cubicBezTo>
                    <a:pt x="49" y="55"/>
                    <a:pt x="47" y="54"/>
                    <a:pt x="46" y="53"/>
                  </a:cubicBezTo>
                  <a:cubicBezTo>
                    <a:pt x="45" y="53"/>
                    <a:pt x="48" y="49"/>
                    <a:pt x="48" y="48"/>
                  </a:cubicBezTo>
                  <a:cubicBezTo>
                    <a:pt x="50" y="49"/>
                    <a:pt x="51" y="50"/>
                    <a:pt x="52" y="51"/>
                  </a:cubicBezTo>
                  <a:cubicBezTo>
                    <a:pt x="53" y="51"/>
                    <a:pt x="50" y="55"/>
                    <a:pt x="50" y="56"/>
                  </a:cubicBezTo>
                  <a:moveTo>
                    <a:pt x="59" y="90"/>
                  </a:moveTo>
                  <a:cubicBezTo>
                    <a:pt x="59" y="79"/>
                    <a:pt x="63" y="66"/>
                    <a:pt x="75" y="62"/>
                  </a:cubicBezTo>
                  <a:cubicBezTo>
                    <a:pt x="86" y="58"/>
                    <a:pt x="95" y="67"/>
                    <a:pt x="100" y="74"/>
                  </a:cubicBezTo>
                  <a:cubicBezTo>
                    <a:pt x="94" y="71"/>
                    <a:pt x="87" y="70"/>
                    <a:pt x="80" y="72"/>
                  </a:cubicBezTo>
                  <a:cubicBezTo>
                    <a:pt x="71" y="75"/>
                    <a:pt x="63" y="81"/>
                    <a:pt x="59" y="90"/>
                  </a:cubicBezTo>
                  <a:moveTo>
                    <a:pt x="74" y="100"/>
                  </a:moveTo>
                  <a:cubicBezTo>
                    <a:pt x="73" y="93"/>
                    <a:pt x="76" y="85"/>
                    <a:pt x="84" y="82"/>
                  </a:cubicBezTo>
                  <a:cubicBezTo>
                    <a:pt x="91" y="79"/>
                    <a:pt x="97" y="85"/>
                    <a:pt x="100" y="90"/>
                  </a:cubicBezTo>
                  <a:cubicBezTo>
                    <a:pt x="91" y="86"/>
                    <a:pt x="80" y="88"/>
                    <a:pt x="74" y="100"/>
                  </a:cubicBezTo>
                  <a:moveTo>
                    <a:pt x="70" y="35"/>
                  </a:moveTo>
                  <a:cubicBezTo>
                    <a:pt x="60" y="17"/>
                    <a:pt x="60" y="17"/>
                    <a:pt x="60" y="17"/>
                  </a:cubicBezTo>
                  <a:cubicBezTo>
                    <a:pt x="70" y="0"/>
                    <a:pt x="70" y="0"/>
                    <a:pt x="70" y="0"/>
                  </a:cubicBezTo>
                  <a:cubicBezTo>
                    <a:pt x="90" y="0"/>
                    <a:pt x="90" y="0"/>
                    <a:pt x="90" y="0"/>
                  </a:cubicBezTo>
                  <a:cubicBezTo>
                    <a:pt x="100" y="17"/>
                    <a:pt x="100" y="17"/>
                    <a:pt x="100" y="17"/>
                  </a:cubicBezTo>
                  <a:cubicBezTo>
                    <a:pt x="90" y="35"/>
                    <a:pt x="90" y="35"/>
                    <a:pt x="90" y="35"/>
                  </a:cubicBezTo>
                  <a:lnTo>
                    <a:pt x="70" y="35"/>
                  </a:lnTo>
                  <a:close/>
                  <a:moveTo>
                    <a:pt x="10" y="143"/>
                  </a:moveTo>
                  <a:cubicBezTo>
                    <a:pt x="0" y="126"/>
                    <a:pt x="0" y="126"/>
                    <a:pt x="0" y="126"/>
                  </a:cubicBezTo>
                  <a:cubicBezTo>
                    <a:pt x="10" y="108"/>
                    <a:pt x="10" y="108"/>
                    <a:pt x="10" y="108"/>
                  </a:cubicBezTo>
                  <a:cubicBezTo>
                    <a:pt x="30" y="108"/>
                    <a:pt x="30" y="108"/>
                    <a:pt x="30" y="108"/>
                  </a:cubicBezTo>
                  <a:cubicBezTo>
                    <a:pt x="41" y="126"/>
                    <a:pt x="41" y="126"/>
                    <a:pt x="41" y="126"/>
                  </a:cubicBezTo>
                  <a:cubicBezTo>
                    <a:pt x="30" y="143"/>
                    <a:pt x="30" y="143"/>
                    <a:pt x="30" y="143"/>
                  </a:cubicBezTo>
                  <a:lnTo>
                    <a:pt x="10" y="143"/>
                  </a:lnTo>
                  <a:close/>
                  <a:moveTo>
                    <a:pt x="135" y="143"/>
                  </a:moveTo>
                  <a:cubicBezTo>
                    <a:pt x="125" y="126"/>
                    <a:pt x="125" y="126"/>
                    <a:pt x="125" y="126"/>
                  </a:cubicBezTo>
                  <a:cubicBezTo>
                    <a:pt x="135" y="108"/>
                    <a:pt x="135" y="108"/>
                    <a:pt x="135" y="108"/>
                  </a:cubicBezTo>
                  <a:cubicBezTo>
                    <a:pt x="155" y="108"/>
                    <a:pt x="155" y="108"/>
                    <a:pt x="155" y="108"/>
                  </a:cubicBezTo>
                  <a:cubicBezTo>
                    <a:pt x="165" y="126"/>
                    <a:pt x="165" y="126"/>
                    <a:pt x="165" y="126"/>
                  </a:cubicBezTo>
                  <a:cubicBezTo>
                    <a:pt x="155" y="143"/>
                    <a:pt x="155" y="143"/>
                    <a:pt x="155" y="143"/>
                  </a:cubicBezTo>
                  <a:lnTo>
                    <a:pt x="135" y="14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59" name="组合 58"/>
          <p:cNvGrpSpPr/>
          <p:nvPr/>
        </p:nvGrpSpPr>
        <p:grpSpPr>
          <a:xfrm>
            <a:off x="5714281" y="1211857"/>
            <a:ext cx="768957" cy="655742"/>
            <a:chOff x="2647306" y="5980113"/>
            <a:chExt cx="646113" cy="525463"/>
          </a:xfrm>
        </p:grpSpPr>
        <p:sp>
          <p:nvSpPr>
            <p:cNvPr id="60" name="Freeform 144"/>
            <p:cNvSpPr>
              <a:spLocks/>
            </p:cNvSpPr>
            <p:nvPr/>
          </p:nvSpPr>
          <p:spPr bwMode="auto">
            <a:xfrm>
              <a:off x="2647306" y="5980113"/>
              <a:ext cx="646113" cy="525463"/>
            </a:xfrm>
            <a:custGeom>
              <a:avLst/>
              <a:gdLst/>
              <a:ahLst/>
              <a:cxnLst>
                <a:cxn ang="0">
                  <a:pos x="203" y="147"/>
                </a:cxn>
                <a:cxn ang="0">
                  <a:pos x="185" y="165"/>
                </a:cxn>
                <a:cxn ang="0">
                  <a:pos x="18" y="165"/>
                </a:cxn>
                <a:cxn ang="0">
                  <a:pos x="0" y="147"/>
                </a:cxn>
                <a:cxn ang="0">
                  <a:pos x="0" y="17"/>
                </a:cxn>
                <a:cxn ang="0">
                  <a:pos x="18" y="0"/>
                </a:cxn>
                <a:cxn ang="0">
                  <a:pos x="185" y="0"/>
                </a:cxn>
                <a:cxn ang="0">
                  <a:pos x="203" y="17"/>
                </a:cxn>
                <a:cxn ang="0">
                  <a:pos x="203" y="147"/>
                </a:cxn>
              </a:cxnLst>
              <a:rect l="0" t="0" r="r" b="b"/>
              <a:pathLst>
                <a:path w="203" h="165">
                  <a:moveTo>
                    <a:pt x="203" y="147"/>
                  </a:moveTo>
                  <a:cubicBezTo>
                    <a:pt x="203" y="157"/>
                    <a:pt x="195" y="165"/>
                    <a:pt x="185" y="165"/>
                  </a:cubicBezTo>
                  <a:cubicBezTo>
                    <a:pt x="18" y="165"/>
                    <a:pt x="18" y="165"/>
                    <a:pt x="18" y="165"/>
                  </a:cubicBezTo>
                  <a:cubicBezTo>
                    <a:pt x="8" y="165"/>
                    <a:pt x="0" y="157"/>
                    <a:pt x="0" y="147"/>
                  </a:cubicBezTo>
                  <a:cubicBezTo>
                    <a:pt x="0" y="17"/>
                    <a:pt x="0" y="17"/>
                    <a:pt x="0" y="17"/>
                  </a:cubicBezTo>
                  <a:cubicBezTo>
                    <a:pt x="0" y="7"/>
                    <a:pt x="8" y="0"/>
                    <a:pt x="18" y="0"/>
                  </a:cubicBezTo>
                  <a:cubicBezTo>
                    <a:pt x="185" y="0"/>
                    <a:pt x="185" y="0"/>
                    <a:pt x="185" y="0"/>
                  </a:cubicBezTo>
                  <a:cubicBezTo>
                    <a:pt x="195" y="0"/>
                    <a:pt x="203" y="7"/>
                    <a:pt x="203" y="17"/>
                  </a:cubicBezTo>
                  <a:lnTo>
                    <a:pt x="203" y="147"/>
                  </a:ln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155"/>
            <p:cNvSpPr>
              <a:spLocks noEditPoints="1"/>
            </p:cNvSpPr>
            <p:nvPr/>
          </p:nvSpPr>
          <p:spPr bwMode="auto">
            <a:xfrm>
              <a:off x="2717156" y="6005513"/>
              <a:ext cx="528638" cy="468313"/>
            </a:xfrm>
            <a:custGeom>
              <a:avLst/>
              <a:gdLst/>
              <a:ahLst/>
              <a:cxnLst>
                <a:cxn ang="0">
                  <a:pos x="285" y="149"/>
                </a:cxn>
                <a:cxn ang="0">
                  <a:pos x="285" y="149"/>
                </a:cxn>
                <a:cxn ang="0">
                  <a:pos x="309" y="111"/>
                </a:cxn>
                <a:cxn ang="0">
                  <a:pos x="331" y="75"/>
                </a:cxn>
                <a:cxn ang="0">
                  <a:pos x="307" y="36"/>
                </a:cxn>
                <a:cxn ang="0">
                  <a:pos x="283" y="0"/>
                </a:cxn>
                <a:cxn ang="0">
                  <a:pos x="186" y="0"/>
                </a:cxn>
                <a:cxn ang="0">
                  <a:pos x="164" y="38"/>
                </a:cxn>
                <a:cxn ang="0">
                  <a:pos x="140" y="75"/>
                </a:cxn>
                <a:cxn ang="0">
                  <a:pos x="46" y="75"/>
                </a:cxn>
                <a:cxn ang="0">
                  <a:pos x="22" y="111"/>
                </a:cxn>
                <a:cxn ang="0">
                  <a:pos x="0" y="149"/>
                </a:cxn>
                <a:cxn ang="0">
                  <a:pos x="24" y="185"/>
                </a:cxn>
                <a:cxn ang="0">
                  <a:pos x="48" y="223"/>
                </a:cxn>
                <a:cxn ang="0">
                  <a:pos x="144" y="223"/>
                </a:cxn>
                <a:cxn ang="0">
                  <a:pos x="168" y="259"/>
                </a:cxn>
                <a:cxn ang="0">
                  <a:pos x="192" y="295"/>
                </a:cxn>
                <a:cxn ang="0">
                  <a:pos x="287" y="295"/>
                </a:cxn>
                <a:cxn ang="0">
                  <a:pos x="311" y="259"/>
                </a:cxn>
                <a:cxn ang="0">
                  <a:pos x="333" y="221"/>
                </a:cxn>
                <a:cxn ang="0">
                  <a:pos x="309" y="185"/>
                </a:cxn>
                <a:cxn ang="0">
                  <a:pos x="285" y="149"/>
                </a:cxn>
                <a:cxn ang="0">
                  <a:pos x="172" y="42"/>
                </a:cxn>
                <a:cxn ang="0">
                  <a:pos x="192" y="10"/>
                </a:cxn>
                <a:cxn ang="0">
                  <a:pos x="277" y="10"/>
                </a:cxn>
                <a:cxn ang="0">
                  <a:pos x="297" y="42"/>
                </a:cxn>
                <a:cxn ang="0">
                  <a:pos x="319" y="75"/>
                </a:cxn>
                <a:cxn ang="0">
                  <a:pos x="299" y="107"/>
                </a:cxn>
                <a:cxn ang="0">
                  <a:pos x="279" y="139"/>
                </a:cxn>
                <a:cxn ang="0">
                  <a:pos x="196" y="139"/>
                </a:cxn>
                <a:cxn ang="0">
                  <a:pos x="174" y="107"/>
                </a:cxn>
                <a:cxn ang="0">
                  <a:pos x="152" y="75"/>
                </a:cxn>
                <a:cxn ang="0">
                  <a:pos x="172" y="42"/>
                </a:cxn>
                <a:cxn ang="0">
                  <a:pos x="136" y="211"/>
                </a:cxn>
                <a:cxn ang="0">
                  <a:pos x="54" y="211"/>
                </a:cxn>
                <a:cxn ang="0">
                  <a:pos x="34" y="181"/>
                </a:cxn>
                <a:cxn ang="0">
                  <a:pos x="12" y="149"/>
                </a:cxn>
                <a:cxn ang="0">
                  <a:pos x="32" y="117"/>
                </a:cxn>
                <a:cxn ang="0">
                  <a:pos x="52" y="85"/>
                </a:cxn>
                <a:cxn ang="0">
                  <a:pos x="134" y="85"/>
                </a:cxn>
                <a:cxn ang="0">
                  <a:pos x="156" y="117"/>
                </a:cxn>
                <a:cxn ang="0">
                  <a:pos x="176" y="149"/>
                </a:cxn>
                <a:cxn ang="0">
                  <a:pos x="156" y="181"/>
                </a:cxn>
                <a:cxn ang="0">
                  <a:pos x="136" y="211"/>
                </a:cxn>
                <a:cxn ang="0">
                  <a:pos x="301" y="253"/>
                </a:cxn>
                <a:cxn ang="0">
                  <a:pos x="281" y="285"/>
                </a:cxn>
                <a:cxn ang="0">
                  <a:pos x="198" y="285"/>
                </a:cxn>
                <a:cxn ang="0">
                  <a:pos x="176" y="253"/>
                </a:cxn>
                <a:cxn ang="0">
                  <a:pos x="156" y="221"/>
                </a:cxn>
                <a:cxn ang="0">
                  <a:pos x="176" y="189"/>
                </a:cxn>
                <a:cxn ang="0">
                  <a:pos x="196" y="159"/>
                </a:cxn>
                <a:cxn ang="0">
                  <a:pos x="279" y="157"/>
                </a:cxn>
                <a:cxn ang="0">
                  <a:pos x="301" y="189"/>
                </a:cxn>
                <a:cxn ang="0">
                  <a:pos x="321" y="221"/>
                </a:cxn>
                <a:cxn ang="0">
                  <a:pos x="301" y="253"/>
                </a:cxn>
              </a:cxnLst>
              <a:rect l="0" t="0" r="r" b="b"/>
              <a:pathLst>
                <a:path w="333" h="295">
                  <a:moveTo>
                    <a:pt x="285" y="149"/>
                  </a:moveTo>
                  <a:lnTo>
                    <a:pt x="285" y="149"/>
                  </a:lnTo>
                  <a:lnTo>
                    <a:pt x="309" y="111"/>
                  </a:lnTo>
                  <a:lnTo>
                    <a:pt x="331" y="75"/>
                  </a:lnTo>
                  <a:lnTo>
                    <a:pt x="307" y="36"/>
                  </a:lnTo>
                  <a:lnTo>
                    <a:pt x="283" y="0"/>
                  </a:lnTo>
                  <a:lnTo>
                    <a:pt x="186" y="0"/>
                  </a:lnTo>
                  <a:lnTo>
                    <a:pt x="164" y="38"/>
                  </a:lnTo>
                  <a:lnTo>
                    <a:pt x="140" y="75"/>
                  </a:lnTo>
                  <a:lnTo>
                    <a:pt x="46" y="75"/>
                  </a:lnTo>
                  <a:lnTo>
                    <a:pt x="22" y="111"/>
                  </a:lnTo>
                  <a:lnTo>
                    <a:pt x="0" y="149"/>
                  </a:lnTo>
                  <a:lnTo>
                    <a:pt x="24" y="185"/>
                  </a:lnTo>
                  <a:lnTo>
                    <a:pt x="48" y="223"/>
                  </a:lnTo>
                  <a:lnTo>
                    <a:pt x="144" y="223"/>
                  </a:lnTo>
                  <a:lnTo>
                    <a:pt x="168" y="259"/>
                  </a:lnTo>
                  <a:lnTo>
                    <a:pt x="192" y="295"/>
                  </a:lnTo>
                  <a:lnTo>
                    <a:pt x="287" y="295"/>
                  </a:lnTo>
                  <a:lnTo>
                    <a:pt x="311" y="259"/>
                  </a:lnTo>
                  <a:lnTo>
                    <a:pt x="333" y="221"/>
                  </a:lnTo>
                  <a:lnTo>
                    <a:pt x="309" y="185"/>
                  </a:lnTo>
                  <a:lnTo>
                    <a:pt x="285" y="149"/>
                  </a:lnTo>
                  <a:close/>
                  <a:moveTo>
                    <a:pt x="172" y="42"/>
                  </a:moveTo>
                  <a:lnTo>
                    <a:pt x="192" y="10"/>
                  </a:lnTo>
                  <a:lnTo>
                    <a:pt x="277" y="10"/>
                  </a:lnTo>
                  <a:lnTo>
                    <a:pt x="297" y="42"/>
                  </a:lnTo>
                  <a:lnTo>
                    <a:pt x="319" y="75"/>
                  </a:lnTo>
                  <a:lnTo>
                    <a:pt x="299" y="107"/>
                  </a:lnTo>
                  <a:lnTo>
                    <a:pt x="279" y="139"/>
                  </a:lnTo>
                  <a:lnTo>
                    <a:pt x="196" y="139"/>
                  </a:lnTo>
                  <a:lnTo>
                    <a:pt x="174" y="107"/>
                  </a:lnTo>
                  <a:lnTo>
                    <a:pt x="152" y="75"/>
                  </a:lnTo>
                  <a:lnTo>
                    <a:pt x="172" y="42"/>
                  </a:lnTo>
                  <a:close/>
                  <a:moveTo>
                    <a:pt x="136" y="211"/>
                  </a:moveTo>
                  <a:lnTo>
                    <a:pt x="54" y="211"/>
                  </a:lnTo>
                  <a:lnTo>
                    <a:pt x="34" y="181"/>
                  </a:lnTo>
                  <a:lnTo>
                    <a:pt x="12" y="149"/>
                  </a:lnTo>
                  <a:lnTo>
                    <a:pt x="32" y="117"/>
                  </a:lnTo>
                  <a:lnTo>
                    <a:pt x="52" y="85"/>
                  </a:lnTo>
                  <a:lnTo>
                    <a:pt x="134" y="85"/>
                  </a:lnTo>
                  <a:lnTo>
                    <a:pt x="156" y="117"/>
                  </a:lnTo>
                  <a:lnTo>
                    <a:pt x="176" y="149"/>
                  </a:lnTo>
                  <a:lnTo>
                    <a:pt x="156" y="181"/>
                  </a:lnTo>
                  <a:lnTo>
                    <a:pt x="136" y="211"/>
                  </a:lnTo>
                  <a:close/>
                  <a:moveTo>
                    <a:pt x="301" y="253"/>
                  </a:moveTo>
                  <a:lnTo>
                    <a:pt x="281" y="285"/>
                  </a:lnTo>
                  <a:lnTo>
                    <a:pt x="198" y="285"/>
                  </a:lnTo>
                  <a:lnTo>
                    <a:pt x="176" y="253"/>
                  </a:lnTo>
                  <a:lnTo>
                    <a:pt x="156" y="221"/>
                  </a:lnTo>
                  <a:lnTo>
                    <a:pt x="176" y="189"/>
                  </a:lnTo>
                  <a:lnTo>
                    <a:pt x="196" y="159"/>
                  </a:lnTo>
                  <a:lnTo>
                    <a:pt x="279" y="157"/>
                  </a:lnTo>
                  <a:lnTo>
                    <a:pt x="301" y="189"/>
                  </a:lnTo>
                  <a:lnTo>
                    <a:pt x="321" y="221"/>
                  </a:lnTo>
                  <a:lnTo>
                    <a:pt x="301" y="253"/>
                  </a:ln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156"/>
            <p:cNvSpPr>
              <a:spLocks noEditPoints="1"/>
            </p:cNvSpPr>
            <p:nvPr/>
          </p:nvSpPr>
          <p:spPr bwMode="auto">
            <a:xfrm>
              <a:off x="2793356" y="6005513"/>
              <a:ext cx="452438" cy="468313"/>
            </a:xfrm>
            <a:custGeom>
              <a:avLst/>
              <a:gdLst/>
              <a:ahLst/>
              <a:cxnLst>
                <a:cxn ang="0">
                  <a:pos x="233" y="285"/>
                </a:cxn>
                <a:cxn ang="0">
                  <a:pos x="241" y="295"/>
                </a:cxn>
                <a:cxn ang="0">
                  <a:pos x="285" y="223"/>
                </a:cxn>
                <a:cxn ang="0">
                  <a:pos x="273" y="223"/>
                </a:cxn>
                <a:cxn ang="0">
                  <a:pos x="233" y="285"/>
                </a:cxn>
                <a:cxn ang="0">
                  <a:pos x="231" y="159"/>
                </a:cxn>
                <a:cxn ang="0">
                  <a:pos x="273" y="223"/>
                </a:cxn>
                <a:cxn ang="0">
                  <a:pos x="285" y="223"/>
                </a:cxn>
                <a:cxn ang="0">
                  <a:pos x="237" y="149"/>
                </a:cxn>
                <a:cxn ang="0">
                  <a:pos x="231" y="159"/>
                </a:cxn>
                <a:cxn ang="0">
                  <a:pos x="144" y="295"/>
                </a:cxn>
                <a:cxn ang="0">
                  <a:pos x="241" y="295"/>
                </a:cxn>
                <a:cxn ang="0">
                  <a:pos x="233" y="285"/>
                </a:cxn>
                <a:cxn ang="0">
                  <a:pos x="150" y="285"/>
                </a:cxn>
                <a:cxn ang="0">
                  <a:pos x="144" y="295"/>
                </a:cxn>
                <a:cxn ang="0">
                  <a:pos x="88" y="213"/>
                </a:cxn>
                <a:cxn ang="0">
                  <a:pos x="88" y="211"/>
                </a:cxn>
                <a:cxn ang="0">
                  <a:pos x="6" y="211"/>
                </a:cxn>
                <a:cxn ang="0">
                  <a:pos x="0" y="223"/>
                </a:cxn>
                <a:cxn ang="0">
                  <a:pos x="94" y="223"/>
                </a:cxn>
                <a:cxn ang="0">
                  <a:pos x="94" y="221"/>
                </a:cxn>
                <a:cxn ang="0">
                  <a:pos x="96" y="223"/>
                </a:cxn>
                <a:cxn ang="0">
                  <a:pos x="142" y="149"/>
                </a:cxn>
                <a:cxn ang="0">
                  <a:pos x="128" y="149"/>
                </a:cxn>
                <a:cxn ang="0">
                  <a:pos x="88" y="213"/>
                </a:cxn>
                <a:cxn ang="0">
                  <a:pos x="229" y="10"/>
                </a:cxn>
                <a:cxn ang="0">
                  <a:pos x="271" y="75"/>
                </a:cxn>
                <a:cxn ang="0">
                  <a:pos x="283" y="75"/>
                </a:cxn>
                <a:cxn ang="0">
                  <a:pos x="235" y="0"/>
                </a:cxn>
                <a:cxn ang="0">
                  <a:pos x="229" y="10"/>
                </a:cxn>
                <a:cxn ang="0">
                  <a:pos x="148" y="139"/>
                </a:cxn>
                <a:cxn ang="0">
                  <a:pos x="142" y="149"/>
                </a:cxn>
                <a:cxn ang="0">
                  <a:pos x="237" y="149"/>
                </a:cxn>
                <a:cxn ang="0">
                  <a:pos x="231" y="139"/>
                </a:cxn>
                <a:cxn ang="0">
                  <a:pos x="148" y="139"/>
                </a:cxn>
                <a:cxn ang="0">
                  <a:pos x="283" y="75"/>
                </a:cxn>
                <a:cxn ang="0">
                  <a:pos x="271" y="75"/>
                </a:cxn>
                <a:cxn ang="0">
                  <a:pos x="231" y="139"/>
                </a:cxn>
                <a:cxn ang="0">
                  <a:pos x="237" y="149"/>
                </a:cxn>
                <a:cxn ang="0">
                  <a:pos x="283" y="75"/>
                </a:cxn>
                <a:cxn ang="0">
                  <a:pos x="86" y="85"/>
                </a:cxn>
                <a:cxn ang="0">
                  <a:pos x="128" y="149"/>
                </a:cxn>
                <a:cxn ang="0">
                  <a:pos x="142" y="149"/>
                </a:cxn>
                <a:cxn ang="0">
                  <a:pos x="92" y="75"/>
                </a:cxn>
                <a:cxn ang="0">
                  <a:pos x="86" y="85"/>
                </a:cxn>
              </a:cxnLst>
              <a:rect l="0" t="0" r="r" b="b"/>
              <a:pathLst>
                <a:path w="285" h="295">
                  <a:moveTo>
                    <a:pt x="233" y="285"/>
                  </a:moveTo>
                  <a:lnTo>
                    <a:pt x="241" y="295"/>
                  </a:lnTo>
                  <a:lnTo>
                    <a:pt x="285" y="223"/>
                  </a:lnTo>
                  <a:lnTo>
                    <a:pt x="273" y="223"/>
                  </a:lnTo>
                  <a:lnTo>
                    <a:pt x="233" y="285"/>
                  </a:lnTo>
                  <a:close/>
                  <a:moveTo>
                    <a:pt x="231" y="159"/>
                  </a:moveTo>
                  <a:lnTo>
                    <a:pt x="273" y="223"/>
                  </a:lnTo>
                  <a:lnTo>
                    <a:pt x="285" y="223"/>
                  </a:lnTo>
                  <a:lnTo>
                    <a:pt x="237" y="149"/>
                  </a:lnTo>
                  <a:lnTo>
                    <a:pt x="231" y="159"/>
                  </a:lnTo>
                  <a:close/>
                  <a:moveTo>
                    <a:pt x="144" y="295"/>
                  </a:moveTo>
                  <a:lnTo>
                    <a:pt x="241" y="295"/>
                  </a:lnTo>
                  <a:lnTo>
                    <a:pt x="233" y="285"/>
                  </a:lnTo>
                  <a:lnTo>
                    <a:pt x="150" y="285"/>
                  </a:lnTo>
                  <a:lnTo>
                    <a:pt x="144" y="295"/>
                  </a:lnTo>
                  <a:close/>
                  <a:moveTo>
                    <a:pt x="88" y="213"/>
                  </a:moveTo>
                  <a:lnTo>
                    <a:pt x="88" y="211"/>
                  </a:lnTo>
                  <a:lnTo>
                    <a:pt x="6" y="211"/>
                  </a:lnTo>
                  <a:lnTo>
                    <a:pt x="0" y="223"/>
                  </a:lnTo>
                  <a:lnTo>
                    <a:pt x="94" y="223"/>
                  </a:lnTo>
                  <a:lnTo>
                    <a:pt x="94" y="221"/>
                  </a:lnTo>
                  <a:lnTo>
                    <a:pt x="96" y="223"/>
                  </a:lnTo>
                  <a:lnTo>
                    <a:pt x="142" y="149"/>
                  </a:lnTo>
                  <a:lnTo>
                    <a:pt x="128" y="149"/>
                  </a:lnTo>
                  <a:lnTo>
                    <a:pt x="88" y="213"/>
                  </a:lnTo>
                  <a:close/>
                  <a:moveTo>
                    <a:pt x="229" y="10"/>
                  </a:moveTo>
                  <a:lnTo>
                    <a:pt x="271" y="75"/>
                  </a:lnTo>
                  <a:lnTo>
                    <a:pt x="283" y="75"/>
                  </a:lnTo>
                  <a:lnTo>
                    <a:pt x="235" y="0"/>
                  </a:lnTo>
                  <a:lnTo>
                    <a:pt x="229" y="10"/>
                  </a:lnTo>
                  <a:close/>
                  <a:moveTo>
                    <a:pt x="148" y="139"/>
                  </a:moveTo>
                  <a:lnTo>
                    <a:pt x="142" y="149"/>
                  </a:lnTo>
                  <a:lnTo>
                    <a:pt x="237" y="149"/>
                  </a:lnTo>
                  <a:lnTo>
                    <a:pt x="231" y="139"/>
                  </a:lnTo>
                  <a:lnTo>
                    <a:pt x="148" y="139"/>
                  </a:lnTo>
                  <a:close/>
                  <a:moveTo>
                    <a:pt x="283" y="75"/>
                  </a:moveTo>
                  <a:lnTo>
                    <a:pt x="271" y="75"/>
                  </a:lnTo>
                  <a:lnTo>
                    <a:pt x="231" y="139"/>
                  </a:lnTo>
                  <a:lnTo>
                    <a:pt x="237" y="149"/>
                  </a:lnTo>
                  <a:lnTo>
                    <a:pt x="283" y="75"/>
                  </a:lnTo>
                  <a:close/>
                  <a:moveTo>
                    <a:pt x="86" y="85"/>
                  </a:moveTo>
                  <a:lnTo>
                    <a:pt x="128" y="149"/>
                  </a:lnTo>
                  <a:lnTo>
                    <a:pt x="142" y="149"/>
                  </a:lnTo>
                  <a:lnTo>
                    <a:pt x="92" y="75"/>
                  </a:lnTo>
                  <a:lnTo>
                    <a:pt x="86" y="85"/>
                  </a:ln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157"/>
            <p:cNvSpPr>
              <a:spLocks/>
            </p:cNvSpPr>
            <p:nvPr/>
          </p:nvSpPr>
          <p:spPr bwMode="auto">
            <a:xfrm>
              <a:off x="3061644" y="6075363"/>
              <a:ext cx="161925" cy="93663"/>
            </a:xfrm>
            <a:custGeom>
              <a:avLst/>
              <a:gdLst/>
              <a:ahLst/>
              <a:cxnLst>
                <a:cxn ang="0">
                  <a:pos x="1" y="24"/>
                </a:cxn>
                <a:cxn ang="0">
                  <a:pos x="7" y="29"/>
                </a:cxn>
                <a:cxn ang="0">
                  <a:pos x="13" y="23"/>
                </a:cxn>
                <a:cxn ang="0">
                  <a:pos x="20" y="17"/>
                </a:cxn>
                <a:cxn ang="0">
                  <a:pos x="35" y="16"/>
                </a:cxn>
                <a:cxn ang="0">
                  <a:pos x="36" y="18"/>
                </a:cxn>
                <a:cxn ang="0">
                  <a:pos x="36" y="25"/>
                </a:cxn>
                <a:cxn ang="0">
                  <a:pos x="51" y="12"/>
                </a:cxn>
                <a:cxn ang="0">
                  <a:pos x="36" y="0"/>
                </a:cxn>
                <a:cxn ang="0">
                  <a:pos x="36" y="8"/>
                </a:cxn>
                <a:cxn ang="0">
                  <a:pos x="14" y="9"/>
                </a:cxn>
                <a:cxn ang="0">
                  <a:pos x="8" y="14"/>
                </a:cxn>
                <a:cxn ang="0">
                  <a:pos x="0" y="23"/>
                </a:cxn>
                <a:cxn ang="0">
                  <a:pos x="1" y="24"/>
                </a:cxn>
              </a:cxnLst>
              <a:rect l="0" t="0" r="r" b="b"/>
              <a:pathLst>
                <a:path w="51" h="29">
                  <a:moveTo>
                    <a:pt x="1" y="24"/>
                  </a:moveTo>
                  <a:cubicBezTo>
                    <a:pt x="3" y="25"/>
                    <a:pt x="5" y="27"/>
                    <a:pt x="7" y="29"/>
                  </a:cubicBezTo>
                  <a:cubicBezTo>
                    <a:pt x="8" y="27"/>
                    <a:pt x="11" y="25"/>
                    <a:pt x="13" y="23"/>
                  </a:cubicBezTo>
                  <a:cubicBezTo>
                    <a:pt x="14" y="21"/>
                    <a:pt x="18" y="17"/>
                    <a:pt x="20" y="17"/>
                  </a:cubicBezTo>
                  <a:cubicBezTo>
                    <a:pt x="25" y="17"/>
                    <a:pt x="30" y="17"/>
                    <a:pt x="35" y="16"/>
                  </a:cubicBezTo>
                  <a:cubicBezTo>
                    <a:pt x="37" y="16"/>
                    <a:pt x="36" y="16"/>
                    <a:pt x="36" y="18"/>
                  </a:cubicBezTo>
                  <a:cubicBezTo>
                    <a:pt x="36" y="21"/>
                    <a:pt x="36" y="23"/>
                    <a:pt x="36" y="25"/>
                  </a:cubicBezTo>
                  <a:cubicBezTo>
                    <a:pt x="41" y="21"/>
                    <a:pt x="46" y="16"/>
                    <a:pt x="51" y="12"/>
                  </a:cubicBezTo>
                  <a:cubicBezTo>
                    <a:pt x="46" y="8"/>
                    <a:pt x="41" y="4"/>
                    <a:pt x="36" y="0"/>
                  </a:cubicBezTo>
                  <a:cubicBezTo>
                    <a:pt x="36" y="2"/>
                    <a:pt x="36" y="5"/>
                    <a:pt x="36" y="8"/>
                  </a:cubicBezTo>
                  <a:cubicBezTo>
                    <a:pt x="29" y="8"/>
                    <a:pt x="21" y="9"/>
                    <a:pt x="14" y="9"/>
                  </a:cubicBezTo>
                  <a:cubicBezTo>
                    <a:pt x="12" y="9"/>
                    <a:pt x="10" y="12"/>
                    <a:pt x="8" y="14"/>
                  </a:cubicBezTo>
                  <a:cubicBezTo>
                    <a:pt x="6" y="17"/>
                    <a:pt x="3" y="20"/>
                    <a:pt x="0" y="23"/>
                  </a:cubicBezTo>
                  <a:cubicBezTo>
                    <a:pt x="0" y="23"/>
                    <a:pt x="1" y="24"/>
                    <a:pt x="1" y="2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158"/>
            <p:cNvSpPr>
              <a:spLocks/>
            </p:cNvSpPr>
            <p:nvPr/>
          </p:nvSpPr>
          <p:spPr bwMode="auto">
            <a:xfrm>
              <a:off x="2758431" y="6083300"/>
              <a:ext cx="165100" cy="88900"/>
            </a:xfrm>
            <a:custGeom>
              <a:avLst/>
              <a:gdLst/>
              <a:ahLst/>
              <a:cxnLst>
                <a:cxn ang="0">
                  <a:pos x="15" y="17"/>
                </a:cxn>
                <a:cxn ang="0">
                  <a:pos x="26" y="17"/>
                </a:cxn>
                <a:cxn ang="0">
                  <a:pos x="34" y="18"/>
                </a:cxn>
                <a:cxn ang="0">
                  <a:pos x="44" y="28"/>
                </a:cxn>
                <a:cxn ang="0">
                  <a:pos x="52" y="22"/>
                </a:cxn>
                <a:cxn ang="0">
                  <a:pos x="43" y="13"/>
                </a:cxn>
                <a:cxn ang="0">
                  <a:pos x="38" y="9"/>
                </a:cxn>
                <a:cxn ang="0">
                  <a:pos x="35" y="9"/>
                </a:cxn>
                <a:cxn ang="0">
                  <a:pos x="18" y="9"/>
                </a:cxn>
                <a:cxn ang="0">
                  <a:pos x="16" y="8"/>
                </a:cxn>
                <a:cxn ang="0">
                  <a:pos x="15" y="0"/>
                </a:cxn>
                <a:cxn ang="0">
                  <a:pos x="0" y="13"/>
                </a:cxn>
                <a:cxn ang="0">
                  <a:pos x="15" y="26"/>
                </a:cxn>
                <a:cxn ang="0">
                  <a:pos x="15" y="17"/>
                </a:cxn>
              </a:cxnLst>
              <a:rect l="0" t="0" r="r" b="b"/>
              <a:pathLst>
                <a:path w="52" h="28">
                  <a:moveTo>
                    <a:pt x="15" y="17"/>
                  </a:moveTo>
                  <a:cubicBezTo>
                    <a:pt x="19" y="17"/>
                    <a:pt x="23" y="17"/>
                    <a:pt x="26" y="17"/>
                  </a:cubicBezTo>
                  <a:cubicBezTo>
                    <a:pt x="30" y="17"/>
                    <a:pt x="32" y="16"/>
                    <a:pt x="34" y="18"/>
                  </a:cubicBezTo>
                  <a:cubicBezTo>
                    <a:pt x="37" y="21"/>
                    <a:pt x="42" y="24"/>
                    <a:pt x="44" y="28"/>
                  </a:cubicBezTo>
                  <a:cubicBezTo>
                    <a:pt x="47" y="26"/>
                    <a:pt x="49" y="24"/>
                    <a:pt x="52" y="22"/>
                  </a:cubicBezTo>
                  <a:cubicBezTo>
                    <a:pt x="49" y="19"/>
                    <a:pt x="46" y="16"/>
                    <a:pt x="43" y="13"/>
                  </a:cubicBezTo>
                  <a:cubicBezTo>
                    <a:pt x="41" y="12"/>
                    <a:pt x="40" y="10"/>
                    <a:pt x="38" y="9"/>
                  </a:cubicBezTo>
                  <a:cubicBezTo>
                    <a:pt x="38" y="8"/>
                    <a:pt x="36" y="9"/>
                    <a:pt x="35" y="9"/>
                  </a:cubicBezTo>
                  <a:cubicBezTo>
                    <a:pt x="30" y="9"/>
                    <a:pt x="24" y="9"/>
                    <a:pt x="18" y="9"/>
                  </a:cubicBezTo>
                  <a:cubicBezTo>
                    <a:pt x="16" y="9"/>
                    <a:pt x="16" y="9"/>
                    <a:pt x="16" y="8"/>
                  </a:cubicBezTo>
                  <a:cubicBezTo>
                    <a:pt x="15" y="5"/>
                    <a:pt x="15" y="3"/>
                    <a:pt x="15" y="0"/>
                  </a:cubicBezTo>
                  <a:cubicBezTo>
                    <a:pt x="10" y="5"/>
                    <a:pt x="5" y="9"/>
                    <a:pt x="0" y="13"/>
                  </a:cubicBezTo>
                  <a:cubicBezTo>
                    <a:pt x="5" y="17"/>
                    <a:pt x="10" y="22"/>
                    <a:pt x="15" y="26"/>
                  </a:cubicBezTo>
                  <a:cubicBezTo>
                    <a:pt x="15" y="23"/>
                    <a:pt x="15" y="20"/>
                    <a:pt x="15" y="1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159"/>
            <p:cNvSpPr>
              <a:spLocks/>
            </p:cNvSpPr>
            <p:nvPr/>
          </p:nvSpPr>
          <p:spPr bwMode="auto">
            <a:xfrm>
              <a:off x="3053706" y="6305550"/>
              <a:ext cx="163513" cy="88900"/>
            </a:xfrm>
            <a:custGeom>
              <a:avLst/>
              <a:gdLst/>
              <a:ahLst/>
              <a:cxnLst>
                <a:cxn ang="0">
                  <a:pos x="37" y="11"/>
                </a:cxn>
                <a:cxn ang="0">
                  <a:pos x="26" y="11"/>
                </a:cxn>
                <a:cxn ang="0">
                  <a:pos x="18" y="10"/>
                </a:cxn>
                <a:cxn ang="0">
                  <a:pos x="12" y="4"/>
                </a:cxn>
                <a:cxn ang="0">
                  <a:pos x="7" y="0"/>
                </a:cxn>
                <a:cxn ang="0">
                  <a:pos x="0" y="6"/>
                </a:cxn>
                <a:cxn ang="0">
                  <a:pos x="9" y="15"/>
                </a:cxn>
                <a:cxn ang="0">
                  <a:pos x="13" y="20"/>
                </a:cxn>
                <a:cxn ang="0">
                  <a:pos x="16" y="20"/>
                </a:cxn>
                <a:cxn ang="0">
                  <a:pos x="34" y="19"/>
                </a:cxn>
                <a:cxn ang="0">
                  <a:pos x="36" y="21"/>
                </a:cxn>
                <a:cxn ang="0">
                  <a:pos x="36" y="28"/>
                </a:cxn>
                <a:cxn ang="0">
                  <a:pos x="51" y="15"/>
                </a:cxn>
                <a:cxn ang="0">
                  <a:pos x="37" y="2"/>
                </a:cxn>
                <a:cxn ang="0">
                  <a:pos x="37" y="11"/>
                </a:cxn>
              </a:cxnLst>
              <a:rect l="0" t="0" r="r" b="b"/>
              <a:pathLst>
                <a:path w="51" h="28">
                  <a:moveTo>
                    <a:pt x="37" y="11"/>
                  </a:moveTo>
                  <a:cubicBezTo>
                    <a:pt x="33" y="11"/>
                    <a:pt x="29" y="11"/>
                    <a:pt x="26" y="11"/>
                  </a:cubicBezTo>
                  <a:cubicBezTo>
                    <a:pt x="22" y="11"/>
                    <a:pt x="20" y="12"/>
                    <a:pt x="18" y="10"/>
                  </a:cubicBezTo>
                  <a:cubicBezTo>
                    <a:pt x="16" y="8"/>
                    <a:pt x="14" y="6"/>
                    <a:pt x="12" y="4"/>
                  </a:cubicBezTo>
                  <a:cubicBezTo>
                    <a:pt x="10" y="3"/>
                    <a:pt x="8" y="2"/>
                    <a:pt x="7" y="0"/>
                  </a:cubicBezTo>
                  <a:cubicBezTo>
                    <a:pt x="5" y="2"/>
                    <a:pt x="3" y="4"/>
                    <a:pt x="0" y="6"/>
                  </a:cubicBezTo>
                  <a:cubicBezTo>
                    <a:pt x="3" y="9"/>
                    <a:pt x="6" y="12"/>
                    <a:pt x="9" y="15"/>
                  </a:cubicBezTo>
                  <a:cubicBezTo>
                    <a:pt x="11" y="17"/>
                    <a:pt x="12" y="18"/>
                    <a:pt x="13" y="20"/>
                  </a:cubicBezTo>
                  <a:cubicBezTo>
                    <a:pt x="14" y="20"/>
                    <a:pt x="16" y="20"/>
                    <a:pt x="16" y="20"/>
                  </a:cubicBezTo>
                  <a:cubicBezTo>
                    <a:pt x="22" y="20"/>
                    <a:pt x="28" y="20"/>
                    <a:pt x="34" y="19"/>
                  </a:cubicBezTo>
                  <a:cubicBezTo>
                    <a:pt x="35" y="19"/>
                    <a:pt x="36" y="19"/>
                    <a:pt x="36" y="21"/>
                  </a:cubicBezTo>
                  <a:cubicBezTo>
                    <a:pt x="36" y="23"/>
                    <a:pt x="36" y="25"/>
                    <a:pt x="36" y="28"/>
                  </a:cubicBezTo>
                  <a:cubicBezTo>
                    <a:pt x="41" y="24"/>
                    <a:pt x="46" y="19"/>
                    <a:pt x="51" y="15"/>
                  </a:cubicBezTo>
                  <a:cubicBezTo>
                    <a:pt x="46" y="11"/>
                    <a:pt x="41" y="7"/>
                    <a:pt x="37" y="2"/>
                  </a:cubicBezTo>
                  <a:cubicBezTo>
                    <a:pt x="37" y="5"/>
                    <a:pt x="37" y="8"/>
                    <a:pt x="37" y="1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160"/>
            <p:cNvSpPr>
              <a:spLocks/>
            </p:cNvSpPr>
            <p:nvPr/>
          </p:nvSpPr>
          <p:spPr bwMode="auto">
            <a:xfrm>
              <a:off x="2758431" y="6315075"/>
              <a:ext cx="165100" cy="92075"/>
            </a:xfrm>
            <a:custGeom>
              <a:avLst/>
              <a:gdLst/>
              <a:ahLst/>
              <a:cxnLst>
                <a:cxn ang="0">
                  <a:pos x="50" y="5"/>
                </a:cxn>
                <a:cxn ang="0">
                  <a:pos x="44" y="0"/>
                </a:cxn>
                <a:cxn ang="0">
                  <a:pos x="39" y="6"/>
                </a:cxn>
                <a:cxn ang="0">
                  <a:pos x="31" y="12"/>
                </a:cxn>
                <a:cxn ang="0">
                  <a:pos x="16" y="12"/>
                </a:cxn>
                <a:cxn ang="0">
                  <a:pos x="15" y="10"/>
                </a:cxn>
                <a:cxn ang="0">
                  <a:pos x="15" y="3"/>
                </a:cxn>
                <a:cxn ang="0">
                  <a:pos x="0" y="17"/>
                </a:cxn>
                <a:cxn ang="0">
                  <a:pos x="15" y="29"/>
                </a:cxn>
                <a:cxn ang="0">
                  <a:pos x="16" y="20"/>
                </a:cxn>
                <a:cxn ang="0">
                  <a:pos x="38" y="20"/>
                </a:cxn>
                <a:cxn ang="0">
                  <a:pos x="45" y="12"/>
                </a:cxn>
                <a:cxn ang="0">
                  <a:pos x="50" y="7"/>
                </a:cxn>
                <a:cxn ang="0">
                  <a:pos x="50" y="5"/>
                </a:cxn>
              </a:cxnLst>
              <a:rect l="0" t="0" r="r" b="b"/>
              <a:pathLst>
                <a:path w="52" h="29">
                  <a:moveTo>
                    <a:pt x="50" y="5"/>
                  </a:moveTo>
                  <a:cubicBezTo>
                    <a:pt x="48" y="3"/>
                    <a:pt x="46" y="1"/>
                    <a:pt x="44" y="0"/>
                  </a:cubicBezTo>
                  <a:cubicBezTo>
                    <a:pt x="43" y="2"/>
                    <a:pt x="40" y="4"/>
                    <a:pt x="39" y="6"/>
                  </a:cubicBezTo>
                  <a:cubicBezTo>
                    <a:pt x="37" y="8"/>
                    <a:pt x="34" y="12"/>
                    <a:pt x="31" y="12"/>
                  </a:cubicBezTo>
                  <a:cubicBezTo>
                    <a:pt x="26" y="12"/>
                    <a:pt x="21" y="12"/>
                    <a:pt x="16" y="12"/>
                  </a:cubicBezTo>
                  <a:cubicBezTo>
                    <a:pt x="15" y="12"/>
                    <a:pt x="15" y="12"/>
                    <a:pt x="15" y="10"/>
                  </a:cubicBezTo>
                  <a:cubicBezTo>
                    <a:pt x="15" y="8"/>
                    <a:pt x="15" y="6"/>
                    <a:pt x="15" y="3"/>
                  </a:cubicBezTo>
                  <a:cubicBezTo>
                    <a:pt x="10" y="8"/>
                    <a:pt x="5" y="12"/>
                    <a:pt x="0" y="17"/>
                  </a:cubicBezTo>
                  <a:cubicBezTo>
                    <a:pt x="5" y="21"/>
                    <a:pt x="10" y="25"/>
                    <a:pt x="15" y="29"/>
                  </a:cubicBezTo>
                  <a:cubicBezTo>
                    <a:pt x="15" y="26"/>
                    <a:pt x="15" y="23"/>
                    <a:pt x="16" y="20"/>
                  </a:cubicBezTo>
                  <a:cubicBezTo>
                    <a:pt x="23" y="20"/>
                    <a:pt x="31" y="20"/>
                    <a:pt x="38" y="20"/>
                  </a:cubicBezTo>
                  <a:cubicBezTo>
                    <a:pt x="40" y="20"/>
                    <a:pt x="44" y="14"/>
                    <a:pt x="45" y="12"/>
                  </a:cubicBezTo>
                  <a:cubicBezTo>
                    <a:pt x="47" y="11"/>
                    <a:pt x="49" y="9"/>
                    <a:pt x="50" y="7"/>
                  </a:cubicBezTo>
                  <a:cubicBezTo>
                    <a:pt x="52" y="6"/>
                    <a:pt x="52" y="6"/>
                    <a:pt x="50" y="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161"/>
            <p:cNvSpPr>
              <a:spLocks/>
            </p:cNvSpPr>
            <p:nvPr/>
          </p:nvSpPr>
          <p:spPr bwMode="auto">
            <a:xfrm>
              <a:off x="2907656" y="6118225"/>
              <a:ext cx="157163" cy="212725"/>
            </a:xfrm>
            <a:custGeom>
              <a:avLst/>
              <a:gdLst/>
              <a:ahLst/>
              <a:cxnLst>
                <a:cxn ang="0">
                  <a:pos x="49" y="3"/>
                </a:cxn>
                <a:cxn ang="0">
                  <a:pos x="44" y="2"/>
                </a:cxn>
                <a:cxn ang="0">
                  <a:pos x="35" y="18"/>
                </a:cxn>
                <a:cxn ang="0">
                  <a:pos x="37" y="19"/>
                </a:cxn>
                <a:cxn ang="0">
                  <a:pos x="15" y="15"/>
                </a:cxn>
                <a:cxn ang="0">
                  <a:pos x="5" y="42"/>
                </a:cxn>
                <a:cxn ang="0">
                  <a:pos x="1" y="54"/>
                </a:cxn>
                <a:cxn ang="0">
                  <a:pos x="0" y="57"/>
                </a:cxn>
                <a:cxn ang="0">
                  <a:pos x="2" y="61"/>
                </a:cxn>
                <a:cxn ang="0">
                  <a:pos x="20" y="66"/>
                </a:cxn>
                <a:cxn ang="0">
                  <a:pos x="27" y="62"/>
                </a:cxn>
                <a:cxn ang="0">
                  <a:pos x="34" y="44"/>
                </a:cxn>
                <a:cxn ang="0">
                  <a:pos x="44" y="17"/>
                </a:cxn>
                <a:cxn ang="0">
                  <a:pos x="48" y="7"/>
                </a:cxn>
                <a:cxn ang="0">
                  <a:pos x="49" y="3"/>
                </a:cxn>
              </a:cxnLst>
              <a:rect l="0" t="0" r="r" b="b"/>
              <a:pathLst>
                <a:path w="49" h="67">
                  <a:moveTo>
                    <a:pt x="49" y="3"/>
                  </a:moveTo>
                  <a:cubicBezTo>
                    <a:pt x="48" y="2"/>
                    <a:pt x="45" y="0"/>
                    <a:pt x="44" y="2"/>
                  </a:cubicBezTo>
                  <a:cubicBezTo>
                    <a:pt x="41" y="7"/>
                    <a:pt x="38" y="13"/>
                    <a:pt x="35" y="18"/>
                  </a:cubicBezTo>
                  <a:cubicBezTo>
                    <a:pt x="36" y="18"/>
                    <a:pt x="36" y="19"/>
                    <a:pt x="37" y="19"/>
                  </a:cubicBezTo>
                  <a:cubicBezTo>
                    <a:pt x="35" y="18"/>
                    <a:pt x="15" y="15"/>
                    <a:pt x="15" y="15"/>
                  </a:cubicBezTo>
                  <a:cubicBezTo>
                    <a:pt x="12" y="24"/>
                    <a:pt x="9" y="33"/>
                    <a:pt x="5" y="42"/>
                  </a:cubicBezTo>
                  <a:cubicBezTo>
                    <a:pt x="4" y="46"/>
                    <a:pt x="2" y="50"/>
                    <a:pt x="1" y="54"/>
                  </a:cubicBezTo>
                  <a:cubicBezTo>
                    <a:pt x="1" y="55"/>
                    <a:pt x="0" y="56"/>
                    <a:pt x="0" y="57"/>
                  </a:cubicBezTo>
                  <a:cubicBezTo>
                    <a:pt x="0" y="58"/>
                    <a:pt x="1" y="60"/>
                    <a:pt x="2" y="61"/>
                  </a:cubicBezTo>
                  <a:cubicBezTo>
                    <a:pt x="6" y="66"/>
                    <a:pt x="14" y="67"/>
                    <a:pt x="20" y="66"/>
                  </a:cubicBezTo>
                  <a:cubicBezTo>
                    <a:pt x="22" y="65"/>
                    <a:pt x="27" y="64"/>
                    <a:pt x="27" y="62"/>
                  </a:cubicBezTo>
                  <a:cubicBezTo>
                    <a:pt x="30" y="56"/>
                    <a:pt x="32" y="50"/>
                    <a:pt x="34" y="44"/>
                  </a:cubicBezTo>
                  <a:cubicBezTo>
                    <a:pt x="37" y="35"/>
                    <a:pt x="41" y="26"/>
                    <a:pt x="44" y="17"/>
                  </a:cubicBezTo>
                  <a:cubicBezTo>
                    <a:pt x="45" y="13"/>
                    <a:pt x="47" y="10"/>
                    <a:pt x="48" y="7"/>
                  </a:cubicBezTo>
                  <a:cubicBezTo>
                    <a:pt x="48" y="6"/>
                    <a:pt x="49" y="4"/>
                    <a:pt x="49" y="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68" name="组合 67"/>
          <p:cNvGrpSpPr/>
          <p:nvPr/>
        </p:nvGrpSpPr>
        <p:grpSpPr>
          <a:xfrm>
            <a:off x="8149276" y="1186685"/>
            <a:ext cx="761097" cy="705798"/>
            <a:chOff x="4565006" y="6062663"/>
            <a:chExt cx="436563" cy="484187"/>
          </a:xfrm>
        </p:grpSpPr>
        <p:sp>
          <p:nvSpPr>
            <p:cNvPr id="69" name="Freeform 198"/>
            <p:cNvSpPr>
              <a:spLocks/>
            </p:cNvSpPr>
            <p:nvPr/>
          </p:nvSpPr>
          <p:spPr bwMode="auto">
            <a:xfrm>
              <a:off x="4565006" y="6062663"/>
              <a:ext cx="436563" cy="423863"/>
            </a:xfrm>
            <a:custGeom>
              <a:avLst/>
              <a:gdLst/>
              <a:ahLst/>
              <a:cxnLst>
                <a:cxn ang="0">
                  <a:pos x="10" y="133"/>
                </a:cxn>
                <a:cxn ang="0">
                  <a:pos x="127" y="133"/>
                </a:cxn>
                <a:cxn ang="0">
                  <a:pos x="137" y="123"/>
                </a:cxn>
                <a:cxn ang="0">
                  <a:pos x="137" y="10"/>
                </a:cxn>
                <a:cxn ang="0">
                  <a:pos x="127" y="0"/>
                </a:cxn>
                <a:cxn ang="0">
                  <a:pos x="10" y="0"/>
                </a:cxn>
                <a:cxn ang="0">
                  <a:pos x="0" y="10"/>
                </a:cxn>
                <a:cxn ang="0">
                  <a:pos x="0" y="123"/>
                </a:cxn>
                <a:cxn ang="0">
                  <a:pos x="10" y="133"/>
                </a:cxn>
              </a:cxnLst>
              <a:rect l="0" t="0" r="r" b="b"/>
              <a:pathLst>
                <a:path w="137" h="133">
                  <a:moveTo>
                    <a:pt x="10" y="133"/>
                  </a:moveTo>
                  <a:cubicBezTo>
                    <a:pt x="127" y="133"/>
                    <a:pt x="127" y="133"/>
                    <a:pt x="127" y="133"/>
                  </a:cubicBezTo>
                  <a:cubicBezTo>
                    <a:pt x="132" y="133"/>
                    <a:pt x="137" y="129"/>
                    <a:pt x="137" y="123"/>
                  </a:cubicBezTo>
                  <a:cubicBezTo>
                    <a:pt x="137" y="10"/>
                    <a:pt x="137" y="10"/>
                    <a:pt x="137" y="10"/>
                  </a:cubicBezTo>
                  <a:cubicBezTo>
                    <a:pt x="137" y="5"/>
                    <a:pt x="132" y="0"/>
                    <a:pt x="127" y="0"/>
                  </a:cubicBezTo>
                  <a:cubicBezTo>
                    <a:pt x="10" y="0"/>
                    <a:pt x="10" y="0"/>
                    <a:pt x="10" y="0"/>
                  </a:cubicBezTo>
                  <a:cubicBezTo>
                    <a:pt x="5" y="0"/>
                    <a:pt x="0" y="5"/>
                    <a:pt x="0" y="10"/>
                  </a:cubicBezTo>
                  <a:cubicBezTo>
                    <a:pt x="0" y="123"/>
                    <a:pt x="0" y="123"/>
                    <a:pt x="0" y="123"/>
                  </a:cubicBezTo>
                  <a:cubicBezTo>
                    <a:pt x="0" y="129"/>
                    <a:pt x="5" y="133"/>
                    <a:pt x="10" y="133"/>
                  </a:cubicBez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0" name="Rectangle 199"/>
            <p:cNvSpPr>
              <a:spLocks noChangeArrowheads="1"/>
            </p:cNvSpPr>
            <p:nvPr/>
          </p:nvSpPr>
          <p:spPr bwMode="auto">
            <a:xfrm>
              <a:off x="4738044" y="6365875"/>
              <a:ext cx="21600" cy="793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 name="Rectangle 200"/>
            <p:cNvSpPr>
              <a:spLocks noChangeArrowheads="1"/>
            </p:cNvSpPr>
            <p:nvPr/>
          </p:nvSpPr>
          <p:spPr bwMode="auto">
            <a:xfrm>
              <a:off x="4782494" y="6337300"/>
              <a:ext cx="22225" cy="1079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2" name="Rectangle 201"/>
            <p:cNvSpPr>
              <a:spLocks noChangeArrowheads="1"/>
            </p:cNvSpPr>
            <p:nvPr/>
          </p:nvSpPr>
          <p:spPr bwMode="auto">
            <a:xfrm>
              <a:off x="4826944" y="6299200"/>
              <a:ext cx="22225" cy="1460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3" name="Rectangle 202"/>
            <p:cNvSpPr>
              <a:spLocks noChangeArrowheads="1"/>
            </p:cNvSpPr>
            <p:nvPr/>
          </p:nvSpPr>
          <p:spPr bwMode="auto">
            <a:xfrm>
              <a:off x="4868219" y="6270625"/>
              <a:ext cx="21600" cy="1746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4" name="Rectangle 203"/>
            <p:cNvSpPr>
              <a:spLocks noChangeArrowheads="1"/>
            </p:cNvSpPr>
            <p:nvPr/>
          </p:nvSpPr>
          <p:spPr bwMode="auto">
            <a:xfrm>
              <a:off x="4912669" y="6242050"/>
              <a:ext cx="22225" cy="2032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5" name="Rectangle 204"/>
            <p:cNvSpPr>
              <a:spLocks noChangeArrowheads="1"/>
            </p:cNvSpPr>
            <p:nvPr/>
          </p:nvSpPr>
          <p:spPr bwMode="auto">
            <a:xfrm>
              <a:off x="4880919" y="6486525"/>
              <a:ext cx="31750" cy="60325"/>
            </a:xfrm>
            <a:prstGeom prst="rect">
              <a:avLst/>
            </a:prstGeom>
            <a:solidFill>
              <a:srgbClr val="126AAC"/>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6" name="Rectangle 205"/>
            <p:cNvSpPr>
              <a:spLocks noChangeArrowheads="1"/>
            </p:cNvSpPr>
            <p:nvPr/>
          </p:nvSpPr>
          <p:spPr bwMode="auto">
            <a:xfrm>
              <a:off x="4795194" y="6486525"/>
              <a:ext cx="31750" cy="60325"/>
            </a:xfrm>
            <a:prstGeom prst="rect">
              <a:avLst/>
            </a:prstGeom>
            <a:solidFill>
              <a:srgbClr val="126AAC"/>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77" name="组合 76"/>
          <p:cNvGrpSpPr/>
          <p:nvPr/>
        </p:nvGrpSpPr>
        <p:grpSpPr>
          <a:xfrm>
            <a:off x="8947249" y="1189995"/>
            <a:ext cx="763284" cy="700850"/>
            <a:chOff x="3802263" y="1384499"/>
            <a:chExt cx="434975" cy="422275"/>
          </a:xfrm>
        </p:grpSpPr>
        <p:sp>
          <p:nvSpPr>
            <p:cNvPr id="78" name="Freeform 311"/>
            <p:cNvSpPr>
              <a:spLocks/>
            </p:cNvSpPr>
            <p:nvPr/>
          </p:nvSpPr>
          <p:spPr bwMode="auto">
            <a:xfrm>
              <a:off x="3802263" y="1384499"/>
              <a:ext cx="434975" cy="422275"/>
            </a:xfrm>
            <a:custGeom>
              <a:avLst/>
              <a:gdLst/>
              <a:ahLst/>
              <a:cxnLst>
                <a:cxn ang="0">
                  <a:pos x="10" y="133"/>
                </a:cxn>
                <a:cxn ang="0">
                  <a:pos x="127" y="133"/>
                </a:cxn>
                <a:cxn ang="0">
                  <a:pos x="137" y="123"/>
                </a:cxn>
                <a:cxn ang="0">
                  <a:pos x="137" y="10"/>
                </a:cxn>
                <a:cxn ang="0">
                  <a:pos x="127" y="0"/>
                </a:cxn>
                <a:cxn ang="0">
                  <a:pos x="10" y="0"/>
                </a:cxn>
                <a:cxn ang="0">
                  <a:pos x="0" y="10"/>
                </a:cxn>
                <a:cxn ang="0">
                  <a:pos x="0" y="123"/>
                </a:cxn>
                <a:cxn ang="0">
                  <a:pos x="10" y="133"/>
                </a:cxn>
              </a:cxnLst>
              <a:rect l="0" t="0" r="r" b="b"/>
              <a:pathLst>
                <a:path w="137" h="133">
                  <a:moveTo>
                    <a:pt x="10" y="133"/>
                  </a:moveTo>
                  <a:cubicBezTo>
                    <a:pt x="127" y="133"/>
                    <a:pt x="127" y="133"/>
                    <a:pt x="127" y="133"/>
                  </a:cubicBezTo>
                  <a:cubicBezTo>
                    <a:pt x="132" y="133"/>
                    <a:pt x="137" y="128"/>
                    <a:pt x="137" y="123"/>
                  </a:cubicBezTo>
                  <a:cubicBezTo>
                    <a:pt x="137" y="10"/>
                    <a:pt x="137" y="10"/>
                    <a:pt x="137" y="10"/>
                  </a:cubicBezTo>
                  <a:cubicBezTo>
                    <a:pt x="137" y="4"/>
                    <a:pt x="132" y="0"/>
                    <a:pt x="127" y="0"/>
                  </a:cubicBezTo>
                  <a:cubicBezTo>
                    <a:pt x="10" y="0"/>
                    <a:pt x="10" y="0"/>
                    <a:pt x="10" y="0"/>
                  </a:cubicBezTo>
                  <a:cubicBezTo>
                    <a:pt x="5" y="0"/>
                    <a:pt x="0" y="4"/>
                    <a:pt x="0" y="10"/>
                  </a:cubicBezTo>
                  <a:cubicBezTo>
                    <a:pt x="0" y="123"/>
                    <a:pt x="0" y="123"/>
                    <a:pt x="0" y="123"/>
                  </a:cubicBezTo>
                  <a:cubicBezTo>
                    <a:pt x="0" y="128"/>
                    <a:pt x="5" y="133"/>
                    <a:pt x="10" y="133"/>
                  </a:cubicBezTo>
                  <a:close/>
                </a:path>
              </a:pathLst>
            </a:custGeom>
            <a:solidFill>
              <a:srgbClr val="00B0F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312"/>
            <p:cNvSpPr>
              <a:spLocks/>
            </p:cNvSpPr>
            <p:nvPr/>
          </p:nvSpPr>
          <p:spPr bwMode="auto">
            <a:xfrm>
              <a:off x="3913388" y="1679774"/>
              <a:ext cx="215900" cy="79375"/>
            </a:xfrm>
            <a:custGeom>
              <a:avLst/>
              <a:gdLst/>
              <a:ahLst/>
              <a:cxnLst>
                <a:cxn ang="0">
                  <a:pos x="59" y="25"/>
                </a:cxn>
                <a:cxn ang="0">
                  <a:pos x="8" y="25"/>
                </a:cxn>
                <a:cxn ang="0">
                  <a:pos x="0" y="16"/>
                </a:cxn>
                <a:cxn ang="0">
                  <a:pos x="0" y="8"/>
                </a:cxn>
                <a:cxn ang="0">
                  <a:pos x="8" y="0"/>
                </a:cxn>
                <a:cxn ang="0">
                  <a:pos x="59" y="0"/>
                </a:cxn>
                <a:cxn ang="0">
                  <a:pos x="68" y="8"/>
                </a:cxn>
                <a:cxn ang="0">
                  <a:pos x="68" y="16"/>
                </a:cxn>
                <a:cxn ang="0">
                  <a:pos x="59" y="25"/>
                </a:cxn>
              </a:cxnLst>
              <a:rect l="0" t="0" r="r" b="b"/>
              <a:pathLst>
                <a:path w="68" h="25">
                  <a:moveTo>
                    <a:pt x="59" y="25"/>
                  </a:moveTo>
                  <a:cubicBezTo>
                    <a:pt x="8" y="25"/>
                    <a:pt x="8" y="25"/>
                    <a:pt x="8" y="25"/>
                  </a:cubicBezTo>
                  <a:cubicBezTo>
                    <a:pt x="3" y="25"/>
                    <a:pt x="0" y="21"/>
                    <a:pt x="0" y="16"/>
                  </a:cubicBezTo>
                  <a:cubicBezTo>
                    <a:pt x="0" y="8"/>
                    <a:pt x="0" y="8"/>
                    <a:pt x="0" y="8"/>
                  </a:cubicBezTo>
                  <a:cubicBezTo>
                    <a:pt x="0" y="4"/>
                    <a:pt x="3" y="0"/>
                    <a:pt x="8" y="0"/>
                  </a:cubicBezTo>
                  <a:cubicBezTo>
                    <a:pt x="59" y="0"/>
                    <a:pt x="59" y="0"/>
                    <a:pt x="59" y="0"/>
                  </a:cubicBezTo>
                  <a:cubicBezTo>
                    <a:pt x="64" y="0"/>
                    <a:pt x="68" y="4"/>
                    <a:pt x="68" y="8"/>
                  </a:cubicBezTo>
                  <a:cubicBezTo>
                    <a:pt x="68" y="16"/>
                    <a:pt x="68" y="16"/>
                    <a:pt x="68" y="16"/>
                  </a:cubicBezTo>
                  <a:cubicBezTo>
                    <a:pt x="68" y="21"/>
                    <a:pt x="64" y="25"/>
                    <a:pt x="59" y="2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313"/>
            <p:cNvSpPr>
              <a:spLocks/>
            </p:cNvSpPr>
            <p:nvPr/>
          </p:nvSpPr>
          <p:spPr bwMode="auto">
            <a:xfrm>
              <a:off x="3916563" y="1521024"/>
              <a:ext cx="209550" cy="60325"/>
            </a:xfrm>
            <a:custGeom>
              <a:avLst/>
              <a:gdLst/>
              <a:ahLst/>
              <a:cxnLst>
                <a:cxn ang="0">
                  <a:pos x="33" y="8"/>
                </a:cxn>
                <a:cxn ang="0">
                  <a:pos x="61" y="19"/>
                </a:cxn>
                <a:cxn ang="0">
                  <a:pos x="66" y="13"/>
                </a:cxn>
                <a:cxn ang="0">
                  <a:pos x="33" y="0"/>
                </a:cxn>
                <a:cxn ang="0">
                  <a:pos x="0" y="13"/>
                </a:cxn>
                <a:cxn ang="0">
                  <a:pos x="5" y="19"/>
                </a:cxn>
                <a:cxn ang="0">
                  <a:pos x="33" y="8"/>
                </a:cxn>
              </a:cxnLst>
              <a:rect l="0" t="0" r="r" b="b"/>
              <a:pathLst>
                <a:path w="66" h="19">
                  <a:moveTo>
                    <a:pt x="33" y="8"/>
                  </a:moveTo>
                  <a:cubicBezTo>
                    <a:pt x="43" y="8"/>
                    <a:pt x="53" y="12"/>
                    <a:pt x="61" y="19"/>
                  </a:cubicBezTo>
                  <a:cubicBezTo>
                    <a:pt x="66" y="13"/>
                    <a:pt x="66" y="13"/>
                    <a:pt x="66" y="13"/>
                  </a:cubicBezTo>
                  <a:cubicBezTo>
                    <a:pt x="57" y="5"/>
                    <a:pt x="45" y="0"/>
                    <a:pt x="33" y="0"/>
                  </a:cubicBezTo>
                  <a:cubicBezTo>
                    <a:pt x="20" y="0"/>
                    <a:pt x="8" y="5"/>
                    <a:pt x="0" y="13"/>
                  </a:cubicBezTo>
                  <a:cubicBezTo>
                    <a:pt x="5" y="19"/>
                    <a:pt x="5" y="19"/>
                    <a:pt x="5" y="19"/>
                  </a:cubicBezTo>
                  <a:cubicBezTo>
                    <a:pt x="12" y="12"/>
                    <a:pt x="22" y="8"/>
                    <a:pt x="33" y="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14"/>
            <p:cNvSpPr>
              <a:spLocks/>
            </p:cNvSpPr>
            <p:nvPr/>
          </p:nvSpPr>
          <p:spPr bwMode="auto">
            <a:xfrm>
              <a:off x="3948313" y="1571824"/>
              <a:ext cx="142875" cy="47625"/>
            </a:xfrm>
            <a:custGeom>
              <a:avLst/>
              <a:gdLst/>
              <a:ahLst/>
              <a:cxnLst>
                <a:cxn ang="0">
                  <a:pos x="23" y="9"/>
                </a:cxn>
                <a:cxn ang="0">
                  <a:pos x="39" y="15"/>
                </a:cxn>
                <a:cxn ang="0">
                  <a:pos x="45" y="9"/>
                </a:cxn>
                <a:cxn ang="0">
                  <a:pos x="23" y="0"/>
                </a:cxn>
                <a:cxn ang="0">
                  <a:pos x="0" y="9"/>
                </a:cxn>
                <a:cxn ang="0">
                  <a:pos x="6" y="15"/>
                </a:cxn>
                <a:cxn ang="0">
                  <a:pos x="23" y="9"/>
                </a:cxn>
              </a:cxnLst>
              <a:rect l="0" t="0" r="r" b="b"/>
              <a:pathLst>
                <a:path w="45" h="15">
                  <a:moveTo>
                    <a:pt x="23" y="9"/>
                  </a:moveTo>
                  <a:cubicBezTo>
                    <a:pt x="29" y="9"/>
                    <a:pt x="35" y="11"/>
                    <a:pt x="39" y="15"/>
                  </a:cubicBezTo>
                  <a:cubicBezTo>
                    <a:pt x="45" y="9"/>
                    <a:pt x="45" y="9"/>
                    <a:pt x="45" y="9"/>
                  </a:cubicBezTo>
                  <a:cubicBezTo>
                    <a:pt x="39" y="4"/>
                    <a:pt x="31" y="0"/>
                    <a:pt x="23" y="0"/>
                  </a:cubicBezTo>
                  <a:cubicBezTo>
                    <a:pt x="14" y="0"/>
                    <a:pt x="6" y="4"/>
                    <a:pt x="0" y="9"/>
                  </a:cubicBezTo>
                  <a:cubicBezTo>
                    <a:pt x="6" y="15"/>
                    <a:pt x="6" y="15"/>
                    <a:pt x="6" y="15"/>
                  </a:cubicBezTo>
                  <a:cubicBezTo>
                    <a:pt x="10" y="11"/>
                    <a:pt x="16" y="9"/>
                    <a:pt x="23" y="9"/>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15"/>
            <p:cNvSpPr>
              <a:spLocks/>
            </p:cNvSpPr>
            <p:nvPr/>
          </p:nvSpPr>
          <p:spPr bwMode="auto">
            <a:xfrm>
              <a:off x="3983238" y="1625799"/>
              <a:ext cx="73025" cy="53975"/>
            </a:xfrm>
            <a:custGeom>
              <a:avLst/>
              <a:gdLst/>
              <a:ahLst/>
              <a:cxnLst>
                <a:cxn ang="0">
                  <a:pos x="23" y="4"/>
                </a:cxn>
                <a:cxn ang="0">
                  <a:pos x="12" y="0"/>
                </a:cxn>
                <a:cxn ang="0">
                  <a:pos x="0" y="4"/>
                </a:cxn>
                <a:cxn ang="0">
                  <a:pos x="12" y="17"/>
                </a:cxn>
                <a:cxn ang="0">
                  <a:pos x="23" y="4"/>
                </a:cxn>
              </a:cxnLst>
              <a:rect l="0" t="0" r="r" b="b"/>
              <a:pathLst>
                <a:path w="23" h="17">
                  <a:moveTo>
                    <a:pt x="23" y="4"/>
                  </a:moveTo>
                  <a:cubicBezTo>
                    <a:pt x="20" y="2"/>
                    <a:pt x="16" y="0"/>
                    <a:pt x="12" y="0"/>
                  </a:cubicBezTo>
                  <a:cubicBezTo>
                    <a:pt x="7" y="0"/>
                    <a:pt x="3" y="2"/>
                    <a:pt x="0" y="4"/>
                  </a:cubicBezTo>
                  <a:cubicBezTo>
                    <a:pt x="12" y="17"/>
                    <a:pt x="12" y="17"/>
                    <a:pt x="12" y="17"/>
                  </a:cubicBezTo>
                  <a:lnTo>
                    <a:pt x="2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83" name="文本框 124"/>
          <p:cNvSpPr txBox="1"/>
          <p:nvPr/>
        </p:nvSpPr>
        <p:spPr>
          <a:xfrm>
            <a:off x="9003921" y="1996622"/>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微微基站</a:t>
            </a:r>
            <a:endParaRPr lang="zh-CN" altLang="en-US" sz="900" b="1" dirty="0">
              <a:latin typeface="微软雅黑" panose="020B0503020204020204" pitchFamily="34" charset="-122"/>
              <a:ea typeface="微软雅黑" panose="020B0503020204020204" pitchFamily="34" charset="-122"/>
            </a:endParaRPr>
          </a:p>
        </p:txBody>
      </p:sp>
      <p:sp>
        <p:nvSpPr>
          <p:cNvPr id="84" name="文本框 83"/>
          <p:cNvSpPr txBox="1"/>
          <p:nvPr/>
        </p:nvSpPr>
        <p:spPr>
          <a:xfrm>
            <a:off x="4840899" y="1976882"/>
            <a:ext cx="90120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Access node</a:t>
            </a:r>
            <a:endParaRPr lang="zh-CN" altLang="en-US" sz="900" b="1" dirty="0">
              <a:latin typeface="微软雅黑" panose="020B0503020204020204" pitchFamily="34" charset="-122"/>
              <a:ea typeface="微软雅黑" panose="020B0503020204020204" pitchFamily="34" charset="-122"/>
            </a:endParaRPr>
          </a:p>
        </p:txBody>
      </p:sp>
      <p:pic>
        <p:nvPicPr>
          <p:cNvPr id="85" name="图片 84"/>
          <p:cNvPicPr>
            <a:picLocks noChangeAspect="1"/>
          </p:cNvPicPr>
          <p:nvPr/>
        </p:nvPicPr>
        <p:blipFill>
          <a:blip r:embed="rId25" cstate="print"/>
          <a:stretch>
            <a:fillRect/>
          </a:stretch>
        </p:blipFill>
        <p:spPr>
          <a:xfrm>
            <a:off x="9747409" y="1212963"/>
            <a:ext cx="806509" cy="625044"/>
          </a:xfrm>
          <a:prstGeom prst="rect">
            <a:avLst/>
          </a:prstGeom>
        </p:spPr>
      </p:pic>
      <p:pic>
        <p:nvPicPr>
          <p:cNvPr id="86" name="图片 85"/>
          <p:cNvPicPr>
            <a:picLocks noChangeAspect="1"/>
          </p:cNvPicPr>
          <p:nvPr/>
        </p:nvPicPr>
        <p:blipFill>
          <a:blip r:embed="rId26" cstate="print"/>
          <a:stretch>
            <a:fillRect/>
          </a:stretch>
        </p:blipFill>
        <p:spPr>
          <a:xfrm>
            <a:off x="10579389" y="1177338"/>
            <a:ext cx="763546" cy="709775"/>
          </a:xfrm>
          <a:prstGeom prst="rect">
            <a:avLst/>
          </a:prstGeom>
        </p:spPr>
      </p:pic>
      <p:pic>
        <p:nvPicPr>
          <p:cNvPr id="87" name="图片 86"/>
          <p:cNvPicPr>
            <a:picLocks noChangeAspect="1"/>
          </p:cNvPicPr>
          <p:nvPr/>
        </p:nvPicPr>
        <p:blipFill>
          <a:blip r:embed="rId27" cstate="print"/>
          <a:stretch>
            <a:fillRect/>
          </a:stretch>
        </p:blipFill>
        <p:spPr>
          <a:xfrm>
            <a:off x="11372555" y="1297908"/>
            <a:ext cx="816296" cy="546918"/>
          </a:xfrm>
          <a:prstGeom prst="rect">
            <a:avLst/>
          </a:prstGeom>
        </p:spPr>
      </p:pic>
      <p:sp>
        <p:nvSpPr>
          <p:cNvPr id="88" name="文本框 87"/>
          <p:cNvSpPr txBox="1"/>
          <p:nvPr/>
        </p:nvSpPr>
        <p:spPr>
          <a:xfrm>
            <a:off x="9978711" y="2005378"/>
            <a:ext cx="336952"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PC</a:t>
            </a:r>
            <a:endParaRPr lang="zh-CN" altLang="en-US" sz="900" b="1" dirty="0">
              <a:latin typeface="微软雅黑" panose="020B0503020204020204" pitchFamily="34" charset="-122"/>
              <a:ea typeface="微软雅黑" panose="020B0503020204020204" pitchFamily="34" charset="-122"/>
            </a:endParaRPr>
          </a:p>
        </p:txBody>
      </p:sp>
      <p:sp>
        <p:nvSpPr>
          <p:cNvPr id="89" name="文本框 88"/>
          <p:cNvSpPr txBox="1"/>
          <p:nvPr/>
        </p:nvSpPr>
        <p:spPr>
          <a:xfrm>
            <a:off x="10650207" y="1974416"/>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模拟</a:t>
            </a:r>
            <a:r>
              <a:rPr lang="zh-CN" altLang="en-US" sz="900" b="1" dirty="0" smtClean="0">
                <a:latin typeface="微软雅黑" panose="020B0503020204020204" pitchFamily="34" charset="-122"/>
                <a:ea typeface="微软雅黑" panose="020B0503020204020204" pitchFamily="34" charset="-122"/>
              </a:rPr>
              <a:t>话</a:t>
            </a:r>
            <a:r>
              <a:rPr lang="zh-CN" altLang="en-US" sz="900" b="1" dirty="0">
                <a:latin typeface="微软雅黑" panose="020B0503020204020204" pitchFamily="34" charset="-122"/>
                <a:ea typeface="微软雅黑" panose="020B0503020204020204" pitchFamily="34" charset="-122"/>
              </a:rPr>
              <a:t>机</a:t>
            </a:r>
          </a:p>
        </p:txBody>
      </p:sp>
      <p:sp>
        <p:nvSpPr>
          <p:cNvPr id="90" name="文本框 89"/>
          <p:cNvSpPr txBox="1"/>
          <p:nvPr/>
        </p:nvSpPr>
        <p:spPr>
          <a:xfrm>
            <a:off x="11457537" y="199621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数字电视</a:t>
            </a:r>
            <a:endParaRPr lang="zh-CN" altLang="en-US" sz="900" b="1" dirty="0">
              <a:latin typeface="微软雅黑" panose="020B0503020204020204" pitchFamily="34" charset="-122"/>
              <a:ea typeface="微软雅黑" panose="020B0503020204020204" pitchFamily="34" charset="-122"/>
            </a:endParaRPr>
          </a:p>
        </p:txBody>
      </p:sp>
      <p:pic>
        <p:nvPicPr>
          <p:cNvPr id="91" name="图片 90"/>
          <p:cNvPicPr>
            <a:picLocks noChangeAspect="1"/>
          </p:cNvPicPr>
          <p:nvPr/>
        </p:nvPicPr>
        <p:blipFill>
          <a:blip r:embed="rId28" cstate="print"/>
          <a:stretch>
            <a:fillRect/>
          </a:stretch>
        </p:blipFill>
        <p:spPr>
          <a:xfrm>
            <a:off x="23449" y="2420888"/>
            <a:ext cx="814603" cy="523060"/>
          </a:xfrm>
          <a:prstGeom prst="rect">
            <a:avLst/>
          </a:prstGeom>
        </p:spPr>
      </p:pic>
      <p:pic>
        <p:nvPicPr>
          <p:cNvPr id="92" name="图片 91"/>
          <p:cNvPicPr>
            <a:picLocks noChangeAspect="1"/>
          </p:cNvPicPr>
          <p:nvPr/>
        </p:nvPicPr>
        <p:blipFill>
          <a:blip r:embed="rId29" cstate="print"/>
          <a:stretch>
            <a:fillRect/>
          </a:stretch>
        </p:blipFill>
        <p:spPr>
          <a:xfrm>
            <a:off x="857302" y="2603185"/>
            <a:ext cx="756313" cy="158466"/>
          </a:xfrm>
          <a:prstGeom prst="rect">
            <a:avLst/>
          </a:prstGeom>
        </p:spPr>
      </p:pic>
      <p:pic>
        <p:nvPicPr>
          <p:cNvPr id="93" name="图片 92"/>
          <p:cNvPicPr>
            <a:picLocks noChangeAspect="1"/>
          </p:cNvPicPr>
          <p:nvPr/>
        </p:nvPicPr>
        <p:blipFill>
          <a:blip r:embed="rId30" cstate="print"/>
          <a:stretch>
            <a:fillRect/>
          </a:stretch>
        </p:blipFill>
        <p:spPr>
          <a:xfrm>
            <a:off x="1644094" y="2603186"/>
            <a:ext cx="792089" cy="205012"/>
          </a:xfrm>
          <a:prstGeom prst="rect">
            <a:avLst/>
          </a:prstGeom>
        </p:spPr>
      </p:pic>
      <p:pic>
        <p:nvPicPr>
          <p:cNvPr id="94" name="图片 93"/>
          <p:cNvPicPr>
            <a:picLocks noChangeAspect="1"/>
          </p:cNvPicPr>
          <p:nvPr/>
        </p:nvPicPr>
        <p:blipFill>
          <a:blip r:embed="rId31" cstate="print"/>
          <a:stretch>
            <a:fillRect/>
          </a:stretch>
        </p:blipFill>
        <p:spPr>
          <a:xfrm>
            <a:off x="2449252" y="2348881"/>
            <a:ext cx="823302" cy="653798"/>
          </a:xfrm>
          <a:prstGeom prst="rect">
            <a:avLst/>
          </a:prstGeom>
        </p:spPr>
      </p:pic>
      <p:pic>
        <p:nvPicPr>
          <p:cNvPr id="95" name="图片 94"/>
          <p:cNvPicPr>
            <a:picLocks noChangeAspect="1"/>
          </p:cNvPicPr>
          <p:nvPr/>
        </p:nvPicPr>
        <p:blipFill>
          <a:blip r:embed="rId32" cstate="print"/>
          <a:stretch>
            <a:fillRect/>
          </a:stretch>
        </p:blipFill>
        <p:spPr>
          <a:xfrm>
            <a:off x="3270633" y="2420888"/>
            <a:ext cx="801657" cy="542297"/>
          </a:xfrm>
          <a:prstGeom prst="rect">
            <a:avLst/>
          </a:prstGeom>
        </p:spPr>
      </p:pic>
      <p:pic>
        <p:nvPicPr>
          <p:cNvPr id="96" name="图片 95"/>
          <p:cNvPicPr>
            <a:picLocks noChangeAspect="1"/>
          </p:cNvPicPr>
          <p:nvPr/>
        </p:nvPicPr>
        <p:blipFill>
          <a:blip r:embed="rId33" cstate="print"/>
          <a:stretch>
            <a:fillRect/>
          </a:stretch>
        </p:blipFill>
        <p:spPr>
          <a:xfrm>
            <a:off x="4893671" y="2543828"/>
            <a:ext cx="804265" cy="217822"/>
          </a:xfrm>
          <a:prstGeom prst="rect">
            <a:avLst/>
          </a:prstGeom>
        </p:spPr>
      </p:pic>
      <p:sp>
        <p:nvSpPr>
          <p:cNvPr id="97" name="文本框 96"/>
          <p:cNvSpPr txBox="1"/>
          <p:nvPr/>
        </p:nvSpPr>
        <p:spPr>
          <a:xfrm>
            <a:off x="107646" y="3122449"/>
            <a:ext cx="59182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Laptop</a:t>
            </a:r>
            <a:endParaRPr lang="zh-CN" altLang="en-US" sz="900" b="1" dirty="0">
              <a:latin typeface="微软雅黑" panose="020B0503020204020204" pitchFamily="34" charset="-122"/>
              <a:ea typeface="微软雅黑" panose="020B0503020204020204" pitchFamily="34" charset="-122"/>
            </a:endParaRPr>
          </a:p>
        </p:txBody>
      </p:sp>
      <p:sp>
        <p:nvSpPr>
          <p:cNvPr id="98" name="文本框 97"/>
          <p:cNvSpPr txBox="1"/>
          <p:nvPr/>
        </p:nvSpPr>
        <p:spPr>
          <a:xfrm>
            <a:off x="1015497" y="3122449"/>
            <a:ext cx="40427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STB</a:t>
            </a:r>
            <a:endParaRPr lang="zh-CN" altLang="en-US" sz="900" b="1" dirty="0">
              <a:latin typeface="微软雅黑" panose="020B0503020204020204" pitchFamily="34" charset="-122"/>
              <a:ea typeface="微软雅黑" panose="020B0503020204020204" pitchFamily="34" charset="-122"/>
            </a:endParaRPr>
          </a:p>
        </p:txBody>
      </p:sp>
      <p:sp>
        <p:nvSpPr>
          <p:cNvPr id="99" name="文本框 98"/>
          <p:cNvSpPr txBox="1"/>
          <p:nvPr/>
        </p:nvSpPr>
        <p:spPr>
          <a:xfrm>
            <a:off x="1579054" y="3122449"/>
            <a:ext cx="90922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Modem/CPE</a:t>
            </a:r>
            <a:endParaRPr lang="zh-CN" altLang="en-US" sz="900" b="1" dirty="0">
              <a:latin typeface="微软雅黑" panose="020B0503020204020204" pitchFamily="34" charset="-122"/>
              <a:ea typeface="微软雅黑" panose="020B0503020204020204" pitchFamily="34" charset="-122"/>
            </a:endParaRPr>
          </a:p>
        </p:txBody>
      </p:sp>
      <p:sp>
        <p:nvSpPr>
          <p:cNvPr id="100" name="文本框 99"/>
          <p:cNvSpPr txBox="1"/>
          <p:nvPr/>
        </p:nvSpPr>
        <p:spPr>
          <a:xfrm>
            <a:off x="2627449" y="3115350"/>
            <a:ext cx="41870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PBX</a:t>
            </a:r>
            <a:endParaRPr lang="zh-CN" altLang="en-US" sz="900" b="1" dirty="0">
              <a:latin typeface="微软雅黑" panose="020B0503020204020204" pitchFamily="34" charset="-122"/>
              <a:ea typeface="微软雅黑" panose="020B0503020204020204" pitchFamily="34" charset="-122"/>
            </a:endParaRPr>
          </a:p>
        </p:txBody>
      </p:sp>
      <p:pic>
        <p:nvPicPr>
          <p:cNvPr id="103" name="图片 102"/>
          <p:cNvPicPr>
            <a:picLocks noChangeAspect="1"/>
          </p:cNvPicPr>
          <p:nvPr/>
        </p:nvPicPr>
        <p:blipFill>
          <a:blip r:embed="rId34" cstate="print"/>
          <a:stretch>
            <a:fillRect/>
          </a:stretch>
        </p:blipFill>
        <p:spPr>
          <a:xfrm>
            <a:off x="4079453" y="2280290"/>
            <a:ext cx="761445" cy="761445"/>
          </a:xfrm>
          <a:prstGeom prst="rect">
            <a:avLst/>
          </a:prstGeom>
        </p:spPr>
      </p:pic>
      <p:pic>
        <p:nvPicPr>
          <p:cNvPr id="106" name="图片 105"/>
          <p:cNvPicPr>
            <a:picLocks noChangeAspect="1"/>
          </p:cNvPicPr>
          <p:nvPr/>
        </p:nvPicPr>
        <p:blipFill>
          <a:blip r:embed="rId35" cstate="print"/>
          <a:stretch>
            <a:fillRect/>
          </a:stretch>
        </p:blipFill>
        <p:spPr>
          <a:xfrm>
            <a:off x="5670328" y="2358904"/>
            <a:ext cx="836331" cy="646256"/>
          </a:xfrm>
          <a:prstGeom prst="rect">
            <a:avLst/>
          </a:prstGeom>
        </p:spPr>
      </p:pic>
      <p:pic>
        <p:nvPicPr>
          <p:cNvPr id="107" name="图片 106"/>
          <p:cNvPicPr>
            <a:picLocks noChangeAspect="1"/>
          </p:cNvPicPr>
          <p:nvPr/>
        </p:nvPicPr>
        <p:blipFill>
          <a:blip r:embed="rId36" cstate="print"/>
          <a:stretch>
            <a:fillRect/>
          </a:stretch>
        </p:blipFill>
        <p:spPr>
          <a:xfrm>
            <a:off x="6493633" y="2399189"/>
            <a:ext cx="799993" cy="509996"/>
          </a:xfrm>
          <a:prstGeom prst="rect">
            <a:avLst/>
          </a:prstGeom>
        </p:spPr>
      </p:pic>
      <p:sp>
        <p:nvSpPr>
          <p:cNvPr id="109" name="Freeform 78"/>
          <p:cNvSpPr>
            <a:spLocks noChangeAspect="1" noEditPoints="1"/>
          </p:cNvSpPr>
          <p:nvPr/>
        </p:nvSpPr>
        <p:spPr bwMode="auto">
          <a:xfrm>
            <a:off x="8926486" y="2484450"/>
            <a:ext cx="820923" cy="504000"/>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solidFill>
            <a:srgbClr val="00AEE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6"/>
          <p:cNvSpPr>
            <a:spLocks noChangeAspect="1" noEditPoints="1"/>
          </p:cNvSpPr>
          <p:nvPr/>
        </p:nvSpPr>
        <p:spPr bwMode="auto">
          <a:xfrm>
            <a:off x="7323752" y="2311890"/>
            <a:ext cx="738819" cy="715151"/>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rgbClr val="00AEE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35"/>
          <p:cNvSpPr>
            <a:spLocks noChangeAspect="1" noEditPoints="1"/>
          </p:cNvSpPr>
          <p:nvPr/>
        </p:nvSpPr>
        <p:spPr bwMode="auto">
          <a:xfrm>
            <a:off x="9748838" y="2358904"/>
            <a:ext cx="792839" cy="673389"/>
          </a:xfrm>
          <a:custGeom>
            <a:avLst/>
            <a:gdLst/>
            <a:ahLst/>
            <a:cxnLst>
              <a:cxn ang="0">
                <a:pos x="14413" y="6228"/>
              </a:cxn>
              <a:cxn ang="0">
                <a:pos x="9353" y="6994"/>
              </a:cxn>
              <a:cxn ang="0">
                <a:pos x="8638" y="12659"/>
              </a:cxn>
              <a:cxn ang="0">
                <a:pos x="7871" y="1685"/>
              </a:cxn>
              <a:cxn ang="0">
                <a:pos x="7360" y="0"/>
              </a:cxn>
              <a:cxn ang="0">
                <a:pos x="3680" y="1685"/>
              </a:cxn>
              <a:cxn ang="0">
                <a:pos x="1534" y="12659"/>
              </a:cxn>
              <a:cxn ang="0">
                <a:pos x="0" y="13986"/>
              </a:cxn>
              <a:cxn ang="0">
                <a:pos x="15946" y="12659"/>
              </a:cxn>
              <a:cxn ang="0">
                <a:pos x="15334" y="6994"/>
              </a:cxn>
              <a:cxn ang="0">
                <a:pos x="5827" y="6125"/>
              </a:cxn>
              <a:cxn ang="0">
                <a:pos x="7002" y="8371"/>
              </a:cxn>
              <a:cxn ang="0">
                <a:pos x="5827" y="6125"/>
              </a:cxn>
              <a:cxn ang="0">
                <a:pos x="3731" y="9137"/>
              </a:cxn>
              <a:cxn ang="0">
                <a:pos x="2555" y="11382"/>
              </a:cxn>
              <a:cxn ang="0">
                <a:pos x="2555" y="3318"/>
              </a:cxn>
              <a:cxn ang="0">
                <a:pos x="3731" y="5564"/>
              </a:cxn>
              <a:cxn ang="0">
                <a:pos x="2555" y="3318"/>
              </a:cxn>
              <a:cxn ang="0">
                <a:pos x="10393" y="8065"/>
              </a:cxn>
              <a:cxn ang="0">
                <a:pos x="9525" y="9494"/>
              </a:cxn>
              <a:cxn ang="0">
                <a:pos x="13818" y="10464"/>
              </a:cxn>
              <a:cxn ang="0">
                <a:pos x="14687" y="11893"/>
              </a:cxn>
              <a:cxn ang="0">
                <a:pos x="13818" y="10464"/>
              </a:cxn>
              <a:cxn ang="0">
                <a:pos x="13256" y="10464"/>
              </a:cxn>
              <a:cxn ang="0">
                <a:pos x="12387" y="11893"/>
              </a:cxn>
              <a:cxn ang="0">
                <a:pos x="10955" y="10464"/>
              </a:cxn>
              <a:cxn ang="0">
                <a:pos x="11825" y="11893"/>
              </a:cxn>
              <a:cxn ang="0">
                <a:pos x="10955" y="10464"/>
              </a:cxn>
              <a:cxn ang="0">
                <a:pos x="10393" y="10464"/>
              </a:cxn>
              <a:cxn ang="0">
                <a:pos x="9525" y="11893"/>
              </a:cxn>
              <a:cxn ang="0">
                <a:pos x="13818" y="8065"/>
              </a:cxn>
              <a:cxn ang="0">
                <a:pos x="14687" y="9494"/>
              </a:cxn>
              <a:cxn ang="0">
                <a:pos x="13818" y="8065"/>
              </a:cxn>
              <a:cxn ang="0">
                <a:pos x="13256" y="8065"/>
              </a:cxn>
              <a:cxn ang="0">
                <a:pos x="12387" y="9494"/>
              </a:cxn>
              <a:cxn ang="0">
                <a:pos x="10955" y="8065"/>
              </a:cxn>
              <a:cxn ang="0">
                <a:pos x="11825" y="9494"/>
              </a:cxn>
              <a:cxn ang="0">
                <a:pos x="10955" y="8065"/>
              </a:cxn>
            </a:cxnLst>
            <a:rect l="0" t="0" r="r" b="b"/>
            <a:pathLst>
              <a:path w="16560" h="13986">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00AEE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12" name="组合 74"/>
          <p:cNvGrpSpPr>
            <a:grpSpLocks noChangeAspect="1"/>
          </p:cNvGrpSpPr>
          <p:nvPr/>
        </p:nvGrpSpPr>
        <p:grpSpPr>
          <a:xfrm>
            <a:off x="8217364" y="2306376"/>
            <a:ext cx="559056" cy="751312"/>
            <a:chOff x="-1146175" y="2979738"/>
            <a:chExt cx="701675" cy="942975"/>
          </a:xfrm>
          <a:solidFill>
            <a:srgbClr val="00AEEF"/>
          </a:solidFill>
        </p:grpSpPr>
        <p:sp>
          <p:nvSpPr>
            <p:cNvPr id="113" name="Freeform 14"/>
            <p:cNvSpPr>
              <a:spLocks noEditPoints="1"/>
            </p:cNvSpPr>
            <p:nvPr/>
          </p:nvSpPr>
          <p:spPr bwMode="auto">
            <a:xfrm>
              <a:off x="-744538" y="3440113"/>
              <a:ext cx="300038" cy="482600"/>
            </a:xfrm>
            <a:custGeom>
              <a:avLst/>
              <a:gdLst/>
              <a:ahLst/>
              <a:cxnLst>
                <a:cxn ang="0">
                  <a:pos x="310" y="0"/>
                </a:cxn>
                <a:cxn ang="0">
                  <a:pos x="0" y="542"/>
                </a:cxn>
                <a:cxn ang="0">
                  <a:pos x="154" y="8057"/>
                </a:cxn>
                <a:cxn ang="0">
                  <a:pos x="3022" y="8212"/>
                </a:cxn>
                <a:cxn ang="0">
                  <a:pos x="3254" y="6430"/>
                </a:cxn>
                <a:cxn ang="0">
                  <a:pos x="4262" y="6740"/>
                </a:cxn>
                <a:cxn ang="0">
                  <a:pos x="4804" y="8212"/>
                </a:cxn>
                <a:cxn ang="0">
                  <a:pos x="5114" y="7670"/>
                </a:cxn>
                <a:cxn ang="0">
                  <a:pos x="4959" y="154"/>
                </a:cxn>
                <a:cxn ang="0">
                  <a:pos x="2169" y="6972"/>
                </a:cxn>
                <a:cxn ang="0">
                  <a:pos x="1162" y="7205"/>
                </a:cxn>
                <a:cxn ang="0">
                  <a:pos x="929" y="6662"/>
                </a:cxn>
                <a:cxn ang="0">
                  <a:pos x="1937" y="6430"/>
                </a:cxn>
                <a:cxn ang="0">
                  <a:pos x="2169" y="6972"/>
                </a:cxn>
                <a:cxn ang="0">
                  <a:pos x="1937" y="5810"/>
                </a:cxn>
                <a:cxn ang="0">
                  <a:pos x="929" y="5578"/>
                </a:cxn>
                <a:cxn ang="0">
                  <a:pos x="1162" y="5035"/>
                </a:cxn>
                <a:cxn ang="0">
                  <a:pos x="2169" y="5268"/>
                </a:cxn>
                <a:cxn ang="0">
                  <a:pos x="2092" y="4338"/>
                </a:cxn>
                <a:cxn ang="0">
                  <a:pos x="1007" y="4338"/>
                </a:cxn>
                <a:cxn ang="0">
                  <a:pos x="1007" y="3718"/>
                </a:cxn>
                <a:cxn ang="0">
                  <a:pos x="2092" y="3718"/>
                </a:cxn>
                <a:cxn ang="0">
                  <a:pos x="2169" y="2866"/>
                </a:cxn>
                <a:cxn ang="0">
                  <a:pos x="1162" y="3099"/>
                </a:cxn>
                <a:cxn ang="0">
                  <a:pos x="929" y="2556"/>
                </a:cxn>
                <a:cxn ang="0">
                  <a:pos x="1937" y="2324"/>
                </a:cxn>
                <a:cxn ang="0">
                  <a:pos x="2169" y="2866"/>
                </a:cxn>
                <a:cxn ang="0">
                  <a:pos x="1937" y="1704"/>
                </a:cxn>
                <a:cxn ang="0">
                  <a:pos x="929" y="1471"/>
                </a:cxn>
                <a:cxn ang="0">
                  <a:pos x="1162" y="929"/>
                </a:cxn>
                <a:cxn ang="0">
                  <a:pos x="2169" y="1161"/>
                </a:cxn>
                <a:cxn ang="0">
                  <a:pos x="4106" y="5733"/>
                </a:cxn>
                <a:cxn ang="0">
                  <a:pos x="3022" y="5733"/>
                </a:cxn>
                <a:cxn ang="0">
                  <a:pos x="3022" y="5113"/>
                </a:cxn>
                <a:cxn ang="0">
                  <a:pos x="4106" y="5113"/>
                </a:cxn>
                <a:cxn ang="0">
                  <a:pos x="4185" y="4183"/>
                </a:cxn>
                <a:cxn ang="0">
                  <a:pos x="3177" y="4416"/>
                </a:cxn>
                <a:cxn ang="0">
                  <a:pos x="2944" y="3873"/>
                </a:cxn>
                <a:cxn ang="0">
                  <a:pos x="3952" y="3641"/>
                </a:cxn>
                <a:cxn ang="0">
                  <a:pos x="4185" y="4183"/>
                </a:cxn>
                <a:cxn ang="0">
                  <a:pos x="3952" y="3099"/>
                </a:cxn>
                <a:cxn ang="0">
                  <a:pos x="2944" y="2866"/>
                </a:cxn>
                <a:cxn ang="0">
                  <a:pos x="3177" y="2324"/>
                </a:cxn>
                <a:cxn ang="0">
                  <a:pos x="4185" y="2556"/>
                </a:cxn>
                <a:cxn ang="0">
                  <a:pos x="4106" y="1626"/>
                </a:cxn>
                <a:cxn ang="0">
                  <a:pos x="3022" y="1626"/>
                </a:cxn>
                <a:cxn ang="0">
                  <a:pos x="3022" y="1007"/>
                </a:cxn>
                <a:cxn ang="0">
                  <a:pos x="4106" y="1007"/>
                </a:cxn>
              </a:cxnLst>
              <a:rect l="0" t="0" r="r" b="b"/>
              <a:pathLst>
                <a:path w="5114" h="8212">
                  <a:moveTo>
                    <a:pt x="4572" y="0"/>
                  </a:moveTo>
                  <a:lnTo>
                    <a:pt x="542" y="0"/>
                  </a:lnTo>
                  <a:lnTo>
                    <a:pt x="310" y="0"/>
                  </a:lnTo>
                  <a:lnTo>
                    <a:pt x="154" y="154"/>
                  </a:lnTo>
                  <a:lnTo>
                    <a:pt x="0" y="309"/>
                  </a:lnTo>
                  <a:lnTo>
                    <a:pt x="0" y="542"/>
                  </a:lnTo>
                  <a:lnTo>
                    <a:pt x="0" y="7670"/>
                  </a:lnTo>
                  <a:lnTo>
                    <a:pt x="0" y="7902"/>
                  </a:lnTo>
                  <a:lnTo>
                    <a:pt x="154" y="8057"/>
                  </a:lnTo>
                  <a:lnTo>
                    <a:pt x="310" y="8212"/>
                  </a:lnTo>
                  <a:lnTo>
                    <a:pt x="542" y="8212"/>
                  </a:lnTo>
                  <a:lnTo>
                    <a:pt x="3022" y="8212"/>
                  </a:lnTo>
                  <a:lnTo>
                    <a:pt x="3022" y="6740"/>
                  </a:lnTo>
                  <a:lnTo>
                    <a:pt x="3099" y="6508"/>
                  </a:lnTo>
                  <a:lnTo>
                    <a:pt x="3254" y="6430"/>
                  </a:lnTo>
                  <a:lnTo>
                    <a:pt x="4029" y="6430"/>
                  </a:lnTo>
                  <a:lnTo>
                    <a:pt x="4185" y="6508"/>
                  </a:lnTo>
                  <a:lnTo>
                    <a:pt x="4262" y="6740"/>
                  </a:lnTo>
                  <a:lnTo>
                    <a:pt x="4262" y="8212"/>
                  </a:lnTo>
                  <a:lnTo>
                    <a:pt x="4572" y="8212"/>
                  </a:lnTo>
                  <a:lnTo>
                    <a:pt x="4804" y="8212"/>
                  </a:lnTo>
                  <a:lnTo>
                    <a:pt x="4959" y="8057"/>
                  </a:lnTo>
                  <a:lnTo>
                    <a:pt x="5114" y="7902"/>
                  </a:lnTo>
                  <a:lnTo>
                    <a:pt x="5114" y="7670"/>
                  </a:lnTo>
                  <a:lnTo>
                    <a:pt x="5114" y="542"/>
                  </a:lnTo>
                  <a:lnTo>
                    <a:pt x="5114" y="309"/>
                  </a:lnTo>
                  <a:lnTo>
                    <a:pt x="4959" y="154"/>
                  </a:lnTo>
                  <a:lnTo>
                    <a:pt x="4804" y="0"/>
                  </a:lnTo>
                  <a:lnTo>
                    <a:pt x="4572" y="0"/>
                  </a:lnTo>
                  <a:close/>
                  <a:moveTo>
                    <a:pt x="2169" y="6972"/>
                  </a:moveTo>
                  <a:lnTo>
                    <a:pt x="2092" y="7127"/>
                  </a:lnTo>
                  <a:lnTo>
                    <a:pt x="1937" y="7205"/>
                  </a:lnTo>
                  <a:lnTo>
                    <a:pt x="1162" y="7205"/>
                  </a:lnTo>
                  <a:lnTo>
                    <a:pt x="1007" y="7127"/>
                  </a:lnTo>
                  <a:lnTo>
                    <a:pt x="929" y="6972"/>
                  </a:lnTo>
                  <a:lnTo>
                    <a:pt x="929" y="6662"/>
                  </a:lnTo>
                  <a:lnTo>
                    <a:pt x="1007" y="6508"/>
                  </a:lnTo>
                  <a:lnTo>
                    <a:pt x="1162" y="6430"/>
                  </a:lnTo>
                  <a:lnTo>
                    <a:pt x="1937" y="6430"/>
                  </a:lnTo>
                  <a:lnTo>
                    <a:pt x="2092" y="6508"/>
                  </a:lnTo>
                  <a:lnTo>
                    <a:pt x="2169" y="6662"/>
                  </a:lnTo>
                  <a:lnTo>
                    <a:pt x="2169" y="6972"/>
                  </a:lnTo>
                  <a:close/>
                  <a:moveTo>
                    <a:pt x="2169" y="5578"/>
                  </a:moveTo>
                  <a:lnTo>
                    <a:pt x="2092" y="5733"/>
                  </a:lnTo>
                  <a:lnTo>
                    <a:pt x="1937" y="5810"/>
                  </a:lnTo>
                  <a:lnTo>
                    <a:pt x="1162" y="5810"/>
                  </a:lnTo>
                  <a:lnTo>
                    <a:pt x="1007" y="5733"/>
                  </a:lnTo>
                  <a:lnTo>
                    <a:pt x="929" y="5578"/>
                  </a:lnTo>
                  <a:lnTo>
                    <a:pt x="929" y="5268"/>
                  </a:lnTo>
                  <a:lnTo>
                    <a:pt x="1007" y="5113"/>
                  </a:lnTo>
                  <a:lnTo>
                    <a:pt x="1162" y="5035"/>
                  </a:lnTo>
                  <a:lnTo>
                    <a:pt x="1937" y="5035"/>
                  </a:lnTo>
                  <a:lnTo>
                    <a:pt x="2092" y="5113"/>
                  </a:lnTo>
                  <a:lnTo>
                    <a:pt x="2169" y="5268"/>
                  </a:lnTo>
                  <a:lnTo>
                    <a:pt x="2169" y="5578"/>
                  </a:lnTo>
                  <a:close/>
                  <a:moveTo>
                    <a:pt x="2169" y="4183"/>
                  </a:moveTo>
                  <a:lnTo>
                    <a:pt x="2092" y="4338"/>
                  </a:lnTo>
                  <a:lnTo>
                    <a:pt x="1937" y="4416"/>
                  </a:lnTo>
                  <a:lnTo>
                    <a:pt x="1162" y="4416"/>
                  </a:lnTo>
                  <a:lnTo>
                    <a:pt x="1007" y="4338"/>
                  </a:lnTo>
                  <a:lnTo>
                    <a:pt x="929" y="4183"/>
                  </a:lnTo>
                  <a:lnTo>
                    <a:pt x="929" y="3873"/>
                  </a:lnTo>
                  <a:lnTo>
                    <a:pt x="1007" y="3718"/>
                  </a:lnTo>
                  <a:lnTo>
                    <a:pt x="1162" y="3641"/>
                  </a:lnTo>
                  <a:lnTo>
                    <a:pt x="1937" y="3641"/>
                  </a:lnTo>
                  <a:lnTo>
                    <a:pt x="2092" y="3718"/>
                  </a:lnTo>
                  <a:lnTo>
                    <a:pt x="2169" y="3873"/>
                  </a:lnTo>
                  <a:lnTo>
                    <a:pt x="2169" y="4183"/>
                  </a:lnTo>
                  <a:close/>
                  <a:moveTo>
                    <a:pt x="2169" y="2866"/>
                  </a:moveTo>
                  <a:lnTo>
                    <a:pt x="2092" y="3021"/>
                  </a:lnTo>
                  <a:lnTo>
                    <a:pt x="1937" y="3099"/>
                  </a:lnTo>
                  <a:lnTo>
                    <a:pt x="1162" y="3099"/>
                  </a:lnTo>
                  <a:lnTo>
                    <a:pt x="1007" y="3021"/>
                  </a:lnTo>
                  <a:lnTo>
                    <a:pt x="929" y="2866"/>
                  </a:lnTo>
                  <a:lnTo>
                    <a:pt x="929" y="2556"/>
                  </a:lnTo>
                  <a:lnTo>
                    <a:pt x="1007" y="2401"/>
                  </a:lnTo>
                  <a:lnTo>
                    <a:pt x="1162" y="2324"/>
                  </a:lnTo>
                  <a:lnTo>
                    <a:pt x="1937" y="2324"/>
                  </a:lnTo>
                  <a:lnTo>
                    <a:pt x="2092" y="2401"/>
                  </a:lnTo>
                  <a:lnTo>
                    <a:pt x="2169" y="2556"/>
                  </a:lnTo>
                  <a:lnTo>
                    <a:pt x="2169" y="2866"/>
                  </a:lnTo>
                  <a:close/>
                  <a:moveTo>
                    <a:pt x="2169" y="1471"/>
                  </a:moveTo>
                  <a:lnTo>
                    <a:pt x="2092" y="1626"/>
                  </a:lnTo>
                  <a:lnTo>
                    <a:pt x="1937" y="1704"/>
                  </a:lnTo>
                  <a:lnTo>
                    <a:pt x="1162" y="1704"/>
                  </a:lnTo>
                  <a:lnTo>
                    <a:pt x="1007" y="1626"/>
                  </a:lnTo>
                  <a:lnTo>
                    <a:pt x="929" y="1471"/>
                  </a:lnTo>
                  <a:lnTo>
                    <a:pt x="929" y="1161"/>
                  </a:lnTo>
                  <a:lnTo>
                    <a:pt x="1007" y="1007"/>
                  </a:lnTo>
                  <a:lnTo>
                    <a:pt x="1162" y="929"/>
                  </a:lnTo>
                  <a:lnTo>
                    <a:pt x="1937" y="929"/>
                  </a:lnTo>
                  <a:lnTo>
                    <a:pt x="2092" y="1007"/>
                  </a:lnTo>
                  <a:lnTo>
                    <a:pt x="2169" y="1161"/>
                  </a:lnTo>
                  <a:lnTo>
                    <a:pt x="2169" y="1471"/>
                  </a:lnTo>
                  <a:close/>
                  <a:moveTo>
                    <a:pt x="4185" y="5578"/>
                  </a:moveTo>
                  <a:lnTo>
                    <a:pt x="4106" y="5733"/>
                  </a:lnTo>
                  <a:lnTo>
                    <a:pt x="3952" y="5810"/>
                  </a:lnTo>
                  <a:lnTo>
                    <a:pt x="3177" y="5810"/>
                  </a:lnTo>
                  <a:lnTo>
                    <a:pt x="3022" y="5733"/>
                  </a:lnTo>
                  <a:lnTo>
                    <a:pt x="2944" y="5578"/>
                  </a:lnTo>
                  <a:lnTo>
                    <a:pt x="2944" y="5268"/>
                  </a:lnTo>
                  <a:lnTo>
                    <a:pt x="3022" y="5113"/>
                  </a:lnTo>
                  <a:lnTo>
                    <a:pt x="3177" y="5035"/>
                  </a:lnTo>
                  <a:lnTo>
                    <a:pt x="3952" y="5035"/>
                  </a:lnTo>
                  <a:lnTo>
                    <a:pt x="4106" y="5113"/>
                  </a:lnTo>
                  <a:lnTo>
                    <a:pt x="4185" y="5268"/>
                  </a:lnTo>
                  <a:lnTo>
                    <a:pt x="4185" y="5578"/>
                  </a:lnTo>
                  <a:close/>
                  <a:moveTo>
                    <a:pt x="4185" y="4183"/>
                  </a:moveTo>
                  <a:lnTo>
                    <a:pt x="4106" y="4338"/>
                  </a:lnTo>
                  <a:lnTo>
                    <a:pt x="3952" y="4416"/>
                  </a:lnTo>
                  <a:lnTo>
                    <a:pt x="3177" y="4416"/>
                  </a:lnTo>
                  <a:lnTo>
                    <a:pt x="3022" y="4338"/>
                  </a:lnTo>
                  <a:lnTo>
                    <a:pt x="2944" y="4183"/>
                  </a:lnTo>
                  <a:lnTo>
                    <a:pt x="2944" y="3873"/>
                  </a:lnTo>
                  <a:lnTo>
                    <a:pt x="3022" y="3718"/>
                  </a:lnTo>
                  <a:lnTo>
                    <a:pt x="3177" y="3641"/>
                  </a:lnTo>
                  <a:lnTo>
                    <a:pt x="3952" y="3641"/>
                  </a:lnTo>
                  <a:lnTo>
                    <a:pt x="4106" y="3718"/>
                  </a:lnTo>
                  <a:lnTo>
                    <a:pt x="4185" y="3873"/>
                  </a:lnTo>
                  <a:lnTo>
                    <a:pt x="4185" y="4183"/>
                  </a:lnTo>
                  <a:close/>
                  <a:moveTo>
                    <a:pt x="4185" y="2866"/>
                  </a:moveTo>
                  <a:lnTo>
                    <a:pt x="4106" y="3021"/>
                  </a:lnTo>
                  <a:lnTo>
                    <a:pt x="3952" y="3099"/>
                  </a:lnTo>
                  <a:lnTo>
                    <a:pt x="3177" y="3099"/>
                  </a:lnTo>
                  <a:lnTo>
                    <a:pt x="3022" y="3021"/>
                  </a:lnTo>
                  <a:lnTo>
                    <a:pt x="2944" y="2866"/>
                  </a:lnTo>
                  <a:lnTo>
                    <a:pt x="2944" y="2556"/>
                  </a:lnTo>
                  <a:lnTo>
                    <a:pt x="3022" y="2401"/>
                  </a:lnTo>
                  <a:lnTo>
                    <a:pt x="3177" y="2324"/>
                  </a:lnTo>
                  <a:lnTo>
                    <a:pt x="3952" y="2324"/>
                  </a:lnTo>
                  <a:lnTo>
                    <a:pt x="4106" y="2401"/>
                  </a:lnTo>
                  <a:lnTo>
                    <a:pt x="4185" y="2556"/>
                  </a:lnTo>
                  <a:lnTo>
                    <a:pt x="4185" y="2866"/>
                  </a:lnTo>
                  <a:close/>
                  <a:moveTo>
                    <a:pt x="4185" y="1471"/>
                  </a:moveTo>
                  <a:lnTo>
                    <a:pt x="4106" y="1626"/>
                  </a:lnTo>
                  <a:lnTo>
                    <a:pt x="3952" y="1704"/>
                  </a:lnTo>
                  <a:lnTo>
                    <a:pt x="3177" y="1704"/>
                  </a:lnTo>
                  <a:lnTo>
                    <a:pt x="3022" y="1626"/>
                  </a:lnTo>
                  <a:lnTo>
                    <a:pt x="2944" y="1471"/>
                  </a:lnTo>
                  <a:lnTo>
                    <a:pt x="2944" y="1161"/>
                  </a:lnTo>
                  <a:lnTo>
                    <a:pt x="3022" y="1007"/>
                  </a:lnTo>
                  <a:lnTo>
                    <a:pt x="3177" y="929"/>
                  </a:lnTo>
                  <a:lnTo>
                    <a:pt x="3952" y="929"/>
                  </a:lnTo>
                  <a:lnTo>
                    <a:pt x="4106" y="1007"/>
                  </a:lnTo>
                  <a:lnTo>
                    <a:pt x="4185" y="1161"/>
                  </a:lnTo>
                  <a:lnTo>
                    <a:pt x="4185" y="14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15"/>
            <p:cNvSpPr>
              <a:spLocks noEditPoints="1"/>
            </p:cNvSpPr>
            <p:nvPr/>
          </p:nvSpPr>
          <p:spPr bwMode="auto">
            <a:xfrm>
              <a:off x="-1146175" y="2979738"/>
              <a:ext cx="346075" cy="938213"/>
            </a:xfrm>
            <a:custGeom>
              <a:avLst/>
              <a:gdLst/>
              <a:ahLst/>
              <a:cxnLst>
                <a:cxn ang="0">
                  <a:pos x="4804" y="4184"/>
                </a:cxn>
                <a:cxn ang="0">
                  <a:pos x="4339" y="3796"/>
                </a:cxn>
                <a:cxn ang="0">
                  <a:pos x="3797" y="3021"/>
                </a:cxn>
                <a:cxn ang="0">
                  <a:pos x="3100" y="310"/>
                </a:cxn>
                <a:cxn ang="0">
                  <a:pos x="2790" y="77"/>
                </a:cxn>
                <a:cxn ang="0">
                  <a:pos x="2325" y="2944"/>
                </a:cxn>
                <a:cxn ang="0">
                  <a:pos x="1550" y="3486"/>
                </a:cxn>
                <a:cxn ang="0">
                  <a:pos x="1240" y="4029"/>
                </a:cxn>
                <a:cxn ang="0">
                  <a:pos x="852" y="4726"/>
                </a:cxn>
                <a:cxn ang="0">
                  <a:pos x="77" y="5191"/>
                </a:cxn>
                <a:cxn ang="0">
                  <a:pos x="0" y="15651"/>
                </a:cxn>
                <a:cxn ang="0">
                  <a:pos x="542" y="15961"/>
                </a:cxn>
                <a:cxn ang="0">
                  <a:pos x="2170" y="14023"/>
                </a:cxn>
                <a:cxn ang="0">
                  <a:pos x="3564" y="13869"/>
                </a:cxn>
                <a:cxn ang="0">
                  <a:pos x="3642" y="15961"/>
                </a:cxn>
                <a:cxn ang="0">
                  <a:pos x="5270" y="15961"/>
                </a:cxn>
                <a:cxn ang="0">
                  <a:pos x="5812" y="15651"/>
                </a:cxn>
                <a:cxn ang="0">
                  <a:pos x="5812" y="5191"/>
                </a:cxn>
                <a:cxn ang="0">
                  <a:pos x="5037" y="4726"/>
                </a:cxn>
                <a:cxn ang="0">
                  <a:pos x="1473" y="12552"/>
                </a:cxn>
                <a:cxn ang="0">
                  <a:pos x="1240" y="12319"/>
                </a:cxn>
                <a:cxn ang="0">
                  <a:pos x="1473" y="12009"/>
                </a:cxn>
                <a:cxn ang="0">
                  <a:pos x="4339" y="12009"/>
                </a:cxn>
                <a:cxn ang="0">
                  <a:pos x="4572" y="12319"/>
                </a:cxn>
                <a:cxn ang="0">
                  <a:pos x="4339" y="12552"/>
                </a:cxn>
                <a:cxn ang="0">
                  <a:pos x="1627" y="11002"/>
                </a:cxn>
                <a:cxn ang="0">
                  <a:pos x="1317" y="10847"/>
                </a:cxn>
                <a:cxn ang="0">
                  <a:pos x="1395" y="10460"/>
                </a:cxn>
                <a:cxn ang="0">
                  <a:pos x="4185" y="10382"/>
                </a:cxn>
                <a:cxn ang="0">
                  <a:pos x="4572" y="10537"/>
                </a:cxn>
                <a:cxn ang="0">
                  <a:pos x="4495" y="10925"/>
                </a:cxn>
                <a:cxn ang="0">
                  <a:pos x="4185" y="9452"/>
                </a:cxn>
                <a:cxn ang="0">
                  <a:pos x="1395" y="9297"/>
                </a:cxn>
                <a:cxn ang="0">
                  <a:pos x="1317" y="8987"/>
                </a:cxn>
                <a:cxn ang="0">
                  <a:pos x="1627" y="8755"/>
                </a:cxn>
                <a:cxn ang="0">
                  <a:pos x="4495" y="8833"/>
                </a:cxn>
                <a:cxn ang="0">
                  <a:pos x="4572" y="9220"/>
                </a:cxn>
                <a:cxn ang="0">
                  <a:pos x="4185" y="9452"/>
                </a:cxn>
                <a:cxn ang="0">
                  <a:pos x="1473" y="7826"/>
                </a:cxn>
                <a:cxn ang="0">
                  <a:pos x="1240" y="7516"/>
                </a:cxn>
                <a:cxn ang="0">
                  <a:pos x="1473" y="7205"/>
                </a:cxn>
                <a:cxn ang="0">
                  <a:pos x="4339" y="7205"/>
                </a:cxn>
                <a:cxn ang="0">
                  <a:pos x="4572" y="7516"/>
                </a:cxn>
                <a:cxn ang="0">
                  <a:pos x="4339" y="7826"/>
                </a:cxn>
                <a:cxn ang="0">
                  <a:pos x="1627" y="6276"/>
                </a:cxn>
                <a:cxn ang="0">
                  <a:pos x="1317" y="6043"/>
                </a:cxn>
                <a:cxn ang="0">
                  <a:pos x="1395" y="5656"/>
                </a:cxn>
                <a:cxn ang="0">
                  <a:pos x="4185" y="5578"/>
                </a:cxn>
                <a:cxn ang="0">
                  <a:pos x="4572" y="5811"/>
                </a:cxn>
                <a:cxn ang="0">
                  <a:pos x="4495" y="6121"/>
                </a:cxn>
              </a:cxnLst>
              <a:rect l="0" t="0" r="r" b="b"/>
              <a:pathLst>
                <a:path w="5889" h="15961">
                  <a:moveTo>
                    <a:pt x="5037" y="4726"/>
                  </a:moveTo>
                  <a:lnTo>
                    <a:pt x="4960" y="4416"/>
                  </a:lnTo>
                  <a:lnTo>
                    <a:pt x="4804" y="4184"/>
                  </a:lnTo>
                  <a:lnTo>
                    <a:pt x="4572" y="4029"/>
                  </a:lnTo>
                  <a:lnTo>
                    <a:pt x="4339" y="3951"/>
                  </a:lnTo>
                  <a:lnTo>
                    <a:pt x="4339" y="3796"/>
                  </a:lnTo>
                  <a:lnTo>
                    <a:pt x="4262" y="3486"/>
                  </a:lnTo>
                  <a:lnTo>
                    <a:pt x="4107" y="3177"/>
                  </a:lnTo>
                  <a:lnTo>
                    <a:pt x="3797" y="3021"/>
                  </a:lnTo>
                  <a:lnTo>
                    <a:pt x="3487" y="2944"/>
                  </a:lnTo>
                  <a:lnTo>
                    <a:pt x="3254" y="2944"/>
                  </a:lnTo>
                  <a:lnTo>
                    <a:pt x="3100" y="310"/>
                  </a:lnTo>
                  <a:lnTo>
                    <a:pt x="3022" y="77"/>
                  </a:lnTo>
                  <a:lnTo>
                    <a:pt x="2945" y="0"/>
                  </a:lnTo>
                  <a:lnTo>
                    <a:pt x="2790" y="77"/>
                  </a:lnTo>
                  <a:lnTo>
                    <a:pt x="2790" y="310"/>
                  </a:lnTo>
                  <a:lnTo>
                    <a:pt x="2635" y="2944"/>
                  </a:lnTo>
                  <a:lnTo>
                    <a:pt x="2325" y="2944"/>
                  </a:lnTo>
                  <a:lnTo>
                    <a:pt x="2015" y="3021"/>
                  </a:lnTo>
                  <a:lnTo>
                    <a:pt x="1783" y="3177"/>
                  </a:lnTo>
                  <a:lnTo>
                    <a:pt x="1550" y="3486"/>
                  </a:lnTo>
                  <a:lnTo>
                    <a:pt x="1550" y="3796"/>
                  </a:lnTo>
                  <a:lnTo>
                    <a:pt x="1550" y="3951"/>
                  </a:lnTo>
                  <a:lnTo>
                    <a:pt x="1240" y="4029"/>
                  </a:lnTo>
                  <a:lnTo>
                    <a:pt x="1008" y="4184"/>
                  </a:lnTo>
                  <a:lnTo>
                    <a:pt x="852" y="4416"/>
                  </a:lnTo>
                  <a:lnTo>
                    <a:pt x="852" y="4726"/>
                  </a:lnTo>
                  <a:lnTo>
                    <a:pt x="465" y="4803"/>
                  </a:lnTo>
                  <a:lnTo>
                    <a:pt x="233" y="4959"/>
                  </a:lnTo>
                  <a:lnTo>
                    <a:pt x="77" y="5191"/>
                  </a:lnTo>
                  <a:lnTo>
                    <a:pt x="0" y="5578"/>
                  </a:lnTo>
                  <a:lnTo>
                    <a:pt x="0" y="15419"/>
                  </a:lnTo>
                  <a:lnTo>
                    <a:pt x="0" y="15651"/>
                  </a:lnTo>
                  <a:lnTo>
                    <a:pt x="155" y="15805"/>
                  </a:lnTo>
                  <a:lnTo>
                    <a:pt x="310" y="15961"/>
                  </a:lnTo>
                  <a:lnTo>
                    <a:pt x="542" y="15961"/>
                  </a:lnTo>
                  <a:lnTo>
                    <a:pt x="1627" y="15961"/>
                  </a:lnTo>
                  <a:lnTo>
                    <a:pt x="2170" y="15961"/>
                  </a:lnTo>
                  <a:lnTo>
                    <a:pt x="2170" y="14023"/>
                  </a:lnTo>
                  <a:lnTo>
                    <a:pt x="2247" y="13946"/>
                  </a:lnTo>
                  <a:lnTo>
                    <a:pt x="2325" y="13869"/>
                  </a:lnTo>
                  <a:lnTo>
                    <a:pt x="3564" y="13869"/>
                  </a:lnTo>
                  <a:lnTo>
                    <a:pt x="3642" y="13946"/>
                  </a:lnTo>
                  <a:lnTo>
                    <a:pt x="3642" y="14023"/>
                  </a:lnTo>
                  <a:lnTo>
                    <a:pt x="3642" y="15961"/>
                  </a:lnTo>
                  <a:lnTo>
                    <a:pt x="4185" y="15961"/>
                  </a:lnTo>
                  <a:lnTo>
                    <a:pt x="4262" y="15961"/>
                  </a:lnTo>
                  <a:lnTo>
                    <a:pt x="5270" y="15961"/>
                  </a:lnTo>
                  <a:lnTo>
                    <a:pt x="5502" y="15961"/>
                  </a:lnTo>
                  <a:lnTo>
                    <a:pt x="5735" y="15805"/>
                  </a:lnTo>
                  <a:lnTo>
                    <a:pt x="5812" y="15651"/>
                  </a:lnTo>
                  <a:lnTo>
                    <a:pt x="5889" y="15419"/>
                  </a:lnTo>
                  <a:lnTo>
                    <a:pt x="5889" y="5578"/>
                  </a:lnTo>
                  <a:lnTo>
                    <a:pt x="5812" y="5191"/>
                  </a:lnTo>
                  <a:lnTo>
                    <a:pt x="5657" y="4959"/>
                  </a:lnTo>
                  <a:lnTo>
                    <a:pt x="5347" y="4803"/>
                  </a:lnTo>
                  <a:lnTo>
                    <a:pt x="5037" y="4726"/>
                  </a:lnTo>
                  <a:close/>
                  <a:moveTo>
                    <a:pt x="4185" y="12629"/>
                  </a:moveTo>
                  <a:lnTo>
                    <a:pt x="1627" y="12629"/>
                  </a:lnTo>
                  <a:lnTo>
                    <a:pt x="1473" y="12552"/>
                  </a:lnTo>
                  <a:lnTo>
                    <a:pt x="1395" y="12552"/>
                  </a:lnTo>
                  <a:lnTo>
                    <a:pt x="1317" y="12396"/>
                  </a:lnTo>
                  <a:lnTo>
                    <a:pt x="1240" y="12319"/>
                  </a:lnTo>
                  <a:lnTo>
                    <a:pt x="1317" y="12164"/>
                  </a:lnTo>
                  <a:lnTo>
                    <a:pt x="1395" y="12087"/>
                  </a:lnTo>
                  <a:lnTo>
                    <a:pt x="1473" y="12009"/>
                  </a:lnTo>
                  <a:lnTo>
                    <a:pt x="1627" y="11931"/>
                  </a:lnTo>
                  <a:lnTo>
                    <a:pt x="4185" y="11931"/>
                  </a:lnTo>
                  <a:lnTo>
                    <a:pt x="4339" y="12009"/>
                  </a:lnTo>
                  <a:lnTo>
                    <a:pt x="4495" y="12087"/>
                  </a:lnTo>
                  <a:lnTo>
                    <a:pt x="4572" y="12164"/>
                  </a:lnTo>
                  <a:lnTo>
                    <a:pt x="4572" y="12319"/>
                  </a:lnTo>
                  <a:lnTo>
                    <a:pt x="4572" y="12396"/>
                  </a:lnTo>
                  <a:lnTo>
                    <a:pt x="4495" y="12552"/>
                  </a:lnTo>
                  <a:lnTo>
                    <a:pt x="4339" y="12552"/>
                  </a:lnTo>
                  <a:lnTo>
                    <a:pt x="4185" y="12629"/>
                  </a:lnTo>
                  <a:close/>
                  <a:moveTo>
                    <a:pt x="4185" y="11002"/>
                  </a:moveTo>
                  <a:lnTo>
                    <a:pt x="1627" y="11002"/>
                  </a:lnTo>
                  <a:lnTo>
                    <a:pt x="1473" y="11002"/>
                  </a:lnTo>
                  <a:lnTo>
                    <a:pt x="1395" y="10925"/>
                  </a:lnTo>
                  <a:lnTo>
                    <a:pt x="1317" y="10847"/>
                  </a:lnTo>
                  <a:lnTo>
                    <a:pt x="1240" y="10692"/>
                  </a:lnTo>
                  <a:lnTo>
                    <a:pt x="1317" y="10537"/>
                  </a:lnTo>
                  <a:lnTo>
                    <a:pt x="1395" y="10460"/>
                  </a:lnTo>
                  <a:lnTo>
                    <a:pt x="1473" y="10382"/>
                  </a:lnTo>
                  <a:lnTo>
                    <a:pt x="1627" y="10382"/>
                  </a:lnTo>
                  <a:lnTo>
                    <a:pt x="4185" y="10382"/>
                  </a:lnTo>
                  <a:lnTo>
                    <a:pt x="4339" y="10382"/>
                  </a:lnTo>
                  <a:lnTo>
                    <a:pt x="4495" y="10460"/>
                  </a:lnTo>
                  <a:lnTo>
                    <a:pt x="4572" y="10537"/>
                  </a:lnTo>
                  <a:lnTo>
                    <a:pt x="4572" y="10692"/>
                  </a:lnTo>
                  <a:lnTo>
                    <a:pt x="4572" y="10847"/>
                  </a:lnTo>
                  <a:lnTo>
                    <a:pt x="4495" y="10925"/>
                  </a:lnTo>
                  <a:lnTo>
                    <a:pt x="4339" y="11002"/>
                  </a:lnTo>
                  <a:lnTo>
                    <a:pt x="4185" y="11002"/>
                  </a:lnTo>
                  <a:close/>
                  <a:moveTo>
                    <a:pt x="4185" y="9452"/>
                  </a:moveTo>
                  <a:lnTo>
                    <a:pt x="1627" y="9452"/>
                  </a:lnTo>
                  <a:lnTo>
                    <a:pt x="1473" y="9375"/>
                  </a:lnTo>
                  <a:lnTo>
                    <a:pt x="1395" y="9297"/>
                  </a:lnTo>
                  <a:lnTo>
                    <a:pt x="1317" y="9220"/>
                  </a:lnTo>
                  <a:lnTo>
                    <a:pt x="1240" y="9064"/>
                  </a:lnTo>
                  <a:lnTo>
                    <a:pt x="1317" y="8987"/>
                  </a:lnTo>
                  <a:lnTo>
                    <a:pt x="1395" y="8833"/>
                  </a:lnTo>
                  <a:lnTo>
                    <a:pt x="1473" y="8833"/>
                  </a:lnTo>
                  <a:lnTo>
                    <a:pt x="1627" y="8755"/>
                  </a:lnTo>
                  <a:lnTo>
                    <a:pt x="4185" y="8755"/>
                  </a:lnTo>
                  <a:lnTo>
                    <a:pt x="4339" y="8833"/>
                  </a:lnTo>
                  <a:lnTo>
                    <a:pt x="4495" y="8833"/>
                  </a:lnTo>
                  <a:lnTo>
                    <a:pt x="4572" y="8987"/>
                  </a:lnTo>
                  <a:lnTo>
                    <a:pt x="4572" y="9064"/>
                  </a:lnTo>
                  <a:lnTo>
                    <a:pt x="4572" y="9220"/>
                  </a:lnTo>
                  <a:lnTo>
                    <a:pt x="4495" y="9297"/>
                  </a:lnTo>
                  <a:lnTo>
                    <a:pt x="4339" y="9375"/>
                  </a:lnTo>
                  <a:lnTo>
                    <a:pt x="4185" y="9452"/>
                  </a:lnTo>
                  <a:close/>
                  <a:moveTo>
                    <a:pt x="4185" y="7826"/>
                  </a:moveTo>
                  <a:lnTo>
                    <a:pt x="1627" y="7826"/>
                  </a:lnTo>
                  <a:lnTo>
                    <a:pt x="1473" y="7826"/>
                  </a:lnTo>
                  <a:lnTo>
                    <a:pt x="1395" y="7747"/>
                  </a:lnTo>
                  <a:lnTo>
                    <a:pt x="1317" y="7670"/>
                  </a:lnTo>
                  <a:lnTo>
                    <a:pt x="1240" y="7516"/>
                  </a:lnTo>
                  <a:lnTo>
                    <a:pt x="1317" y="7360"/>
                  </a:lnTo>
                  <a:lnTo>
                    <a:pt x="1395" y="7283"/>
                  </a:lnTo>
                  <a:lnTo>
                    <a:pt x="1473" y="7205"/>
                  </a:lnTo>
                  <a:lnTo>
                    <a:pt x="1627" y="7205"/>
                  </a:lnTo>
                  <a:lnTo>
                    <a:pt x="4185" y="7205"/>
                  </a:lnTo>
                  <a:lnTo>
                    <a:pt x="4339" y="7205"/>
                  </a:lnTo>
                  <a:lnTo>
                    <a:pt x="4495" y="7283"/>
                  </a:lnTo>
                  <a:lnTo>
                    <a:pt x="4572" y="7360"/>
                  </a:lnTo>
                  <a:lnTo>
                    <a:pt x="4572" y="7516"/>
                  </a:lnTo>
                  <a:lnTo>
                    <a:pt x="4572" y="7670"/>
                  </a:lnTo>
                  <a:lnTo>
                    <a:pt x="4495" y="7747"/>
                  </a:lnTo>
                  <a:lnTo>
                    <a:pt x="4339" y="7826"/>
                  </a:lnTo>
                  <a:lnTo>
                    <a:pt x="4185" y="7826"/>
                  </a:lnTo>
                  <a:close/>
                  <a:moveTo>
                    <a:pt x="4185" y="6276"/>
                  </a:moveTo>
                  <a:lnTo>
                    <a:pt x="1627" y="6276"/>
                  </a:lnTo>
                  <a:lnTo>
                    <a:pt x="1473" y="6199"/>
                  </a:lnTo>
                  <a:lnTo>
                    <a:pt x="1395" y="6121"/>
                  </a:lnTo>
                  <a:lnTo>
                    <a:pt x="1317" y="6043"/>
                  </a:lnTo>
                  <a:lnTo>
                    <a:pt x="1240" y="5888"/>
                  </a:lnTo>
                  <a:lnTo>
                    <a:pt x="1317" y="5811"/>
                  </a:lnTo>
                  <a:lnTo>
                    <a:pt x="1395" y="5656"/>
                  </a:lnTo>
                  <a:lnTo>
                    <a:pt x="1473" y="5578"/>
                  </a:lnTo>
                  <a:lnTo>
                    <a:pt x="1627" y="5578"/>
                  </a:lnTo>
                  <a:lnTo>
                    <a:pt x="4185" y="5578"/>
                  </a:lnTo>
                  <a:lnTo>
                    <a:pt x="4339" y="5578"/>
                  </a:lnTo>
                  <a:lnTo>
                    <a:pt x="4495" y="5656"/>
                  </a:lnTo>
                  <a:lnTo>
                    <a:pt x="4572" y="5811"/>
                  </a:lnTo>
                  <a:lnTo>
                    <a:pt x="4572" y="5888"/>
                  </a:lnTo>
                  <a:lnTo>
                    <a:pt x="4572" y="6043"/>
                  </a:lnTo>
                  <a:lnTo>
                    <a:pt x="4495" y="6121"/>
                  </a:lnTo>
                  <a:lnTo>
                    <a:pt x="4339" y="6199"/>
                  </a:lnTo>
                  <a:lnTo>
                    <a:pt x="4185" y="627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17" name="文本框 116"/>
          <p:cNvSpPr txBox="1"/>
          <p:nvPr/>
        </p:nvSpPr>
        <p:spPr>
          <a:xfrm>
            <a:off x="3269916" y="3117262"/>
            <a:ext cx="81144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低端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pic>
        <p:nvPicPr>
          <p:cNvPr id="118" name="图片 117"/>
          <p:cNvPicPr>
            <a:picLocks noChangeAspect="1"/>
          </p:cNvPicPr>
          <p:nvPr/>
        </p:nvPicPr>
        <p:blipFill>
          <a:blip r:embed="rId37" cstate="print"/>
          <a:stretch>
            <a:fillRect/>
          </a:stretch>
        </p:blipFill>
        <p:spPr>
          <a:xfrm>
            <a:off x="6508986" y="3496465"/>
            <a:ext cx="789372" cy="626854"/>
          </a:xfrm>
          <a:prstGeom prst="rect">
            <a:avLst/>
          </a:prstGeom>
        </p:spPr>
      </p:pic>
      <p:pic>
        <p:nvPicPr>
          <p:cNvPr id="119" name="图片 118"/>
          <p:cNvPicPr>
            <a:picLocks noChangeAspect="1"/>
          </p:cNvPicPr>
          <p:nvPr/>
        </p:nvPicPr>
        <p:blipFill>
          <a:blip r:embed="rId38" cstate="print"/>
          <a:stretch>
            <a:fillRect/>
          </a:stretch>
        </p:blipFill>
        <p:spPr>
          <a:xfrm>
            <a:off x="35882" y="3472423"/>
            <a:ext cx="787065" cy="700812"/>
          </a:xfrm>
          <a:prstGeom prst="rect">
            <a:avLst/>
          </a:prstGeom>
        </p:spPr>
      </p:pic>
      <p:pic>
        <p:nvPicPr>
          <p:cNvPr id="120" name="图片 119"/>
          <p:cNvPicPr>
            <a:picLocks noChangeAspect="1"/>
          </p:cNvPicPr>
          <p:nvPr/>
        </p:nvPicPr>
        <p:blipFill>
          <a:blip r:embed="rId39" cstate="print"/>
          <a:stretch>
            <a:fillRect/>
          </a:stretch>
        </p:blipFill>
        <p:spPr>
          <a:xfrm>
            <a:off x="979154" y="3429606"/>
            <a:ext cx="507212" cy="768062"/>
          </a:xfrm>
          <a:prstGeom prst="rect">
            <a:avLst/>
          </a:prstGeom>
        </p:spPr>
      </p:pic>
      <p:pic>
        <p:nvPicPr>
          <p:cNvPr id="121" name="图片 120"/>
          <p:cNvPicPr>
            <a:picLocks noChangeAspect="1"/>
          </p:cNvPicPr>
          <p:nvPr/>
        </p:nvPicPr>
        <p:blipFill>
          <a:blip r:embed="rId40" cstate="print"/>
          <a:stretch>
            <a:fillRect/>
          </a:stretch>
        </p:blipFill>
        <p:spPr>
          <a:xfrm>
            <a:off x="1665562" y="3468983"/>
            <a:ext cx="766332" cy="665830"/>
          </a:xfrm>
          <a:prstGeom prst="rect">
            <a:avLst/>
          </a:prstGeom>
        </p:spPr>
      </p:pic>
      <p:pic>
        <p:nvPicPr>
          <p:cNvPr id="122" name="图片 121"/>
          <p:cNvPicPr>
            <a:picLocks noChangeAspect="1"/>
          </p:cNvPicPr>
          <p:nvPr/>
        </p:nvPicPr>
        <p:blipFill>
          <a:blip r:embed="rId41" cstate="print"/>
          <a:stretch>
            <a:fillRect/>
          </a:stretch>
        </p:blipFill>
        <p:spPr>
          <a:xfrm>
            <a:off x="2483387" y="3573868"/>
            <a:ext cx="773558" cy="497922"/>
          </a:xfrm>
          <a:prstGeom prst="rect">
            <a:avLst/>
          </a:prstGeom>
        </p:spPr>
      </p:pic>
      <p:pic>
        <p:nvPicPr>
          <p:cNvPr id="123" name="图片 122"/>
          <p:cNvPicPr>
            <a:picLocks noChangeAspect="1"/>
          </p:cNvPicPr>
          <p:nvPr/>
        </p:nvPicPr>
        <p:blipFill>
          <a:blip r:embed="rId42" cstate="print"/>
          <a:stretch>
            <a:fillRect/>
          </a:stretch>
        </p:blipFill>
        <p:spPr>
          <a:xfrm>
            <a:off x="3282737" y="3417628"/>
            <a:ext cx="747819" cy="787177"/>
          </a:xfrm>
          <a:prstGeom prst="rect">
            <a:avLst/>
          </a:prstGeom>
        </p:spPr>
      </p:pic>
      <p:pic>
        <p:nvPicPr>
          <p:cNvPr id="124" name="图片 123"/>
          <p:cNvPicPr>
            <a:picLocks noChangeAspect="1"/>
          </p:cNvPicPr>
          <p:nvPr/>
        </p:nvPicPr>
        <p:blipFill>
          <a:blip r:embed="rId43" cstate="print"/>
          <a:stretch>
            <a:fillRect/>
          </a:stretch>
        </p:blipFill>
        <p:spPr>
          <a:xfrm>
            <a:off x="4093033" y="3538408"/>
            <a:ext cx="742557" cy="612282"/>
          </a:xfrm>
          <a:prstGeom prst="rect">
            <a:avLst/>
          </a:prstGeom>
        </p:spPr>
      </p:pic>
      <p:pic>
        <p:nvPicPr>
          <p:cNvPr id="130" name="图片 129"/>
          <p:cNvPicPr>
            <a:picLocks noChangeAspect="1"/>
          </p:cNvPicPr>
          <p:nvPr/>
        </p:nvPicPr>
        <p:blipFill>
          <a:blip r:embed="rId44" cstate="print"/>
          <a:stretch>
            <a:fillRect/>
          </a:stretch>
        </p:blipFill>
        <p:spPr>
          <a:xfrm>
            <a:off x="4897559" y="3496465"/>
            <a:ext cx="777732" cy="662706"/>
          </a:xfrm>
          <a:prstGeom prst="rect">
            <a:avLst/>
          </a:prstGeom>
        </p:spPr>
      </p:pic>
      <p:pic>
        <p:nvPicPr>
          <p:cNvPr id="132" name="图片 131"/>
          <p:cNvPicPr>
            <a:picLocks noChangeAspect="1"/>
          </p:cNvPicPr>
          <p:nvPr/>
        </p:nvPicPr>
        <p:blipFill>
          <a:blip r:embed="rId45" cstate="print"/>
          <a:stretch>
            <a:fillRect/>
          </a:stretch>
        </p:blipFill>
        <p:spPr>
          <a:xfrm>
            <a:off x="5674628" y="3476196"/>
            <a:ext cx="844855" cy="762026"/>
          </a:xfrm>
          <a:prstGeom prst="rect">
            <a:avLst/>
          </a:prstGeom>
        </p:spPr>
      </p:pic>
      <p:pic>
        <p:nvPicPr>
          <p:cNvPr id="134" name="图片 133"/>
          <p:cNvPicPr>
            <a:picLocks noChangeAspect="1"/>
          </p:cNvPicPr>
          <p:nvPr/>
        </p:nvPicPr>
        <p:blipFill>
          <a:blip r:embed="rId46" cstate="print"/>
          <a:stretch>
            <a:fillRect/>
          </a:stretch>
        </p:blipFill>
        <p:spPr>
          <a:xfrm>
            <a:off x="10734046" y="2313980"/>
            <a:ext cx="438872" cy="719749"/>
          </a:xfrm>
          <a:prstGeom prst="rect">
            <a:avLst/>
          </a:prstGeom>
        </p:spPr>
      </p:pic>
      <p:pic>
        <p:nvPicPr>
          <p:cNvPr id="136" name="图片 135"/>
          <p:cNvPicPr>
            <a:picLocks noChangeAspect="1"/>
          </p:cNvPicPr>
          <p:nvPr/>
        </p:nvPicPr>
        <p:blipFill>
          <a:blip r:embed="rId47" cstate="print"/>
          <a:stretch>
            <a:fillRect/>
          </a:stretch>
        </p:blipFill>
        <p:spPr>
          <a:xfrm>
            <a:off x="8137719" y="3497165"/>
            <a:ext cx="782928" cy="575212"/>
          </a:xfrm>
          <a:prstGeom prst="rect">
            <a:avLst/>
          </a:prstGeom>
        </p:spPr>
      </p:pic>
      <p:grpSp>
        <p:nvGrpSpPr>
          <p:cNvPr id="138" name="组合 137"/>
          <p:cNvGrpSpPr/>
          <p:nvPr/>
        </p:nvGrpSpPr>
        <p:grpSpPr>
          <a:xfrm>
            <a:off x="7317957" y="3456543"/>
            <a:ext cx="790078" cy="637951"/>
            <a:chOff x="2354263" y="4300538"/>
            <a:chExt cx="1098550" cy="1039812"/>
          </a:xfrm>
        </p:grpSpPr>
        <p:sp>
          <p:nvSpPr>
            <p:cNvPr id="139" name="Freeform 43"/>
            <p:cNvSpPr>
              <a:spLocks noEditPoints="1"/>
            </p:cNvSpPr>
            <p:nvPr/>
          </p:nvSpPr>
          <p:spPr bwMode="auto">
            <a:xfrm>
              <a:off x="2354263" y="4300538"/>
              <a:ext cx="1098550" cy="1039812"/>
            </a:xfrm>
            <a:custGeom>
              <a:avLst/>
              <a:gdLst/>
              <a:ahLst/>
              <a:cxnLst>
                <a:cxn ang="0">
                  <a:pos x="692" y="655"/>
                </a:cxn>
                <a:cxn ang="0">
                  <a:pos x="0" y="655"/>
                </a:cxn>
                <a:cxn ang="0">
                  <a:pos x="0" y="126"/>
                </a:cxn>
                <a:cxn ang="0">
                  <a:pos x="345" y="0"/>
                </a:cxn>
                <a:cxn ang="0">
                  <a:pos x="692" y="126"/>
                </a:cxn>
                <a:cxn ang="0">
                  <a:pos x="692" y="655"/>
                </a:cxn>
                <a:cxn ang="0">
                  <a:pos x="47" y="607"/>
                </a:cxn>
                <a:cxn ang="0">
                  <a:pos x="645" y="607"/>
                </a:cxn>
                <a:cxn ang="0">
                  <a:pos x="645" y="159"/>
                </a:cxn>
                <a:cxn ang="0">
                  <a:pos x="345" y="50"/>
                </a:cxn>
                <a:cxn ang="0">
                  <a:pos x="47" y="159"/>
                </a:cxn>
                <a:cxn ang="0">
                  <a:pos x="47" y="607"/>
                </a:cxn>
              </a:cxnLst>
              <a:rect l="0" t="0" r="r" b="b"/>
              <a:pathLst>
                <a:path w="692" h="655">
                  <a:moveTo>
                    <a:pt x="692" y="655"/>
                  </a:moveTo>
                  <a:lnTo>
                    <a:pt x="0" y="655"/>
                  </a:lnTo>
                  <a:lnTo>
                    <a:pt x="0" y="126"/>
                  </a:lnTo>
                  <a:lnTo>
                    <a:pt x="345" y="0"/>
                  </a:lnTo>
                  <a:lnTo>
                    <a:pt x="692" y="126"/>
                  </a:lnTo>
                  <a:lnTo>
                    <a:pt x="692" y="655"/>
                  </a:lnTo>
                  <a:close/>
                  <a:moveTo>
                    <a:pt x="47" y="607"/>
                  </a:moveTo>
                  <a:lnTo>
                    <a:pt x="645" y="607"/>
                  </a:lnTo>
                  <a:lnTo>
                    <a:pt x="645" y="159"/>
                  </a:lnTo>
                  <a:lnTo>
                    <a:pt x="345" y="50"/>
                  </a:lnTo>
                  <a:lnTo>
                    <a:pt x="47" y="159"/>
                  </a:lnTo>
                  <a:lnTo>
                    <a:pt x="47" y="607"/>
                  </a:ln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0" name="Freeform 44"/>
            <p:cNvSpPr>
              <a:spLocks/>
            </p:cNvSpPr>
            <p:nvPr/>
          </p:nvSpPr>
          <p:spPr bwMode="auto">
            <a:xfrm>
              <a:off x="2684463" y="4586288"/>
              <a:ext cx="431800" cy="688975"/>
            </a:xfrm>
            <a:custGeom>
              <a:avLst/>
              <a:gdLst/>
              <a:ahLst/>
              <a:cxnLst>
                <a:cxn ang="0">
                  <a:pos x="7" y="184"/>
                </a:cxn>
                <a:cxn ang="0">
                  <a:pos x="108" y="184"/>
                </a:cxn>
                <a:cxn ang="0">
                  <a:pos x="115" y="177"/>
                </a:cxn>
                <a:cxn ang="0">
                  <a:pos x="115" y="177"/>
                </a:cxn>
                <a:cxn ang="0">
                  <a:pos x="115" y="6"/>
                </a:cxn>
                <a:cxn ang="0">
                  <a:pos x="108" y="0"/>
                </a:cxn>
                <a:cxn ang="0">
                  <a:pos x="108" y="0"/>
                </a:cxn>
                <a:cxn ang="0">
                  <a:pos x="7" y="0"/>
                </a:cxn>
                <a:cxn ang="0">
                  <a:pos x="0" y="6"/>
                </a:cxn>
                <a:cxn ang="0">
                  <a:pos x="0" y="6"/>
                </a:cxn>
                <a:cxn ang="0">
                  <a:pos x="0" y="177"/>
                </a:cxn>
                <a:cxn ang="0">
                  <a:pos x="7" y="184"/>
                </a:cxn>
              </a:cxnLst>
              <a:rect l="0" t="0" r="r" b="b"/>
              <a:pathLst>
                <a:path w="115" h="184">
                  <a:moveTo>
                    <a:pt x="7" y="184"/>
                  </a:moveTo>
                  <a:cubicBezTo>
                    <a:pt x="108" y="184"/>
                    <a:pt x="108" y="184"/>
                    <a:pt x="108" y="184"/>
                  </a:cubicBezTo>
                  <a:cubicBezTo>
                    <a:pt x="112" y="184"/>
                    <a:pt x="115" y="181"/>
                    <a:pt x="115" y="177"/>
                  </a:cubicBezTo>
                  <a:cubicBezTo>
                    <a:pt x="115" y="177"/>
                    <a:pt x="115" y="177"/>
                    <a:pt x="115" y="177"/>
                  </a:cubicBezTo>
                  <a:cubicBezTo>
                    <a:pt x="115" y="6"/>
                    <a:pt x="115" y="6"/>
                    <a:pt x="115" y="6"/>
                  </a:cubicBezTo>
                  <a:cubicBezTo>
                    <a:pt x="115" y="3"/>
                    <a:pt x="112" y="0"/>
                    <a:pt x="108" y="0"/>
                  </a:cubicBezTo>
                  <a:cubicBezTo>
                    <a:pt x="108" y="0"/>
                    <a:pt x="108" y="0"/>
                    <a:pt x="108" y="0"/>
                  </a:cubicBezTo>
                  <a:cubicBezTo>
                    <a:pt x="7" y="0"/>
                    <a:pt x="7" y="0"/>
                    <a:pt x="7" y="0"/>
                  </a:cubicBezTo>
                  <a:cubicBezTo>
                    <a:pt x="3" y="0"/>
                    <a:pt x="0" y="3"/>
                    <a:pt x="0" y="6"/>
                  </a:cubicBezTo>
                  <a:cubicBezTo>
                    <a:pt x="0" y="6"/>
                    <a:pt x="0" y="6"/>
                    <a:pt x="0" y="6"/>
                  </a:cubicBezTo>
                  <a:cubicBezTo>
                    <a:pt x="0" y="177"/>
                    <a:pt x="0" y="177"/>
                    <a:pt x="0" y="177"/>
                  </a:cubicBezTo>
                  <a:cubicBezTo>
                    <a:pt x="0" y="181"/>
                    <a:pt x="3" y="184"/>
                    <a:pt x="7" y="184"/>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1" name="Oval 45"/>
            <p:cNvSpPr>
              <a:spLocks noChangeArrowheads="1"/>
            </p:cNvSpPr>
            <p:nvPr/>
          </p:nvSpPr>
          <p:spPr bwMode="auto">
            <a:xfrm>
              <a:off x="2871788" y="4718050"/>
              <a:ext cx="74613" cy="77787"/>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2" name="Freeform 46"/>
            <p:cNvSpPr>
              <a:spLocks/>
            </p:cNvSpPr>
            <p:nvPr/>
          </p:nvSpPr>
          <p:spPr bwMode="auto">
            <a:xfrm>
              <a:off x="2811463" y="4713288"/>
              <a:ext cx="57150" cy="90487"/>
            </a:xfrm>
            <a:custGeom>
              <a:avLst/>
              <a:gdLst/>
              <a:ahLst/>
              <a:cxnLst>
                <a:cxn ang="0">
                  <a:pos x="0" y="29"/>
                </a:cxn>
                <a:cxn ang="0">
                  <a:pos x="0" y="57"/>
                </a:cxn>
                <a:cxn ang="0">
                  <a:pos x="17" y="43"/>
                </a:cxn>
                <a:cxn ang="0">
                  <a:pos x="36" y="29"/>
                </a:cxn>
                <a:cxn ang="0">
                  <a:pos x="17" y="14"/>
                </a:cxn>
                <a:cxn ang="0">
                  <a:pos x="0" y="0"/>
                </a:cxn>
                <a:cxn ang="0">
                  <a:pos x="0" y="29"/>
                </a:cxn>
                <a:cxn ang="0">
                  <a:pos x="0" y="29"/>
                </a:cxn>
                <a:cxn ang="0">
                  <a:pos x="0" y="29"/>
                </a:cxn>
              </a:cxnLst>
              <a:rect l="0" t="0" r="r" b="b"/>
              <a:pathLst>
                <a:path w="36" h="57">
                  <a:moveTo>
                    <a:pt x="0" y="29"/>
                  </a:moveTo>
                  <a:lnTo>
                    <a:pt x="0" y="57"/>
                  </a:lnTo>
                  <a:lnTo>
                    <a:pt x="17" y="43"/>
                  </a:lnTo>
                  <a:lnTo>
                    <a:pt x="36" y="29"/>
                  </a:lnTo>
                  <a:lnTo>
                    <a:pt x="17" y="14"/>
                  </a:lnTo>
                  <a:lnTo>
                    <a:pt x="0" y="0"/>
                  </a:lnTo>
                  <a:lnTo>
                    <a:pt x="0" y="29"/>
                  </a:lnTo>
                  <a:lnTo>
                    <a:pt x="0" y="29"/>
                  </a:lnTo>
                  <a:lnTo>
                    <a:pt x="0" y="2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3" name="Freeform 47"/>
            <p:cNvSpPr>
              <a:spLocks/>
            </p:cNvSpPr>
            <p:nvPr/>
          </p:nvSpPr>
          <p:spPr bwMode="auto">
            <a:xfrm>
              <a:off x="2711450" y="4740275"/>
              <a:ext cx="104775" cy="33337"/>
            </a:xfrm>
            <a:custGeom>
              <a:avLst/>
              <a:gdLst/>
              <a:ahLst/>
              <a:cxnLst>
                <a:cxn ang="0">
                  <a:pos x="0" y="0"/>
                </a:cxn>
                <a:cxn ang="0">
                  <a:pos x="66" y="0"/>
                </a:cxn>
                <a:cxn ang="0">
                  <a:pos x="66" y="21"/>
                </a:cxn>
                <a:cxn ang="0">
                  <a:pos x="0" y="21"/>
                </a:cxn>
                <a:cxn ang="0">
                  <a:pos x="0" y="0"/>
                </a:cxn>
                <a:cxn ang="0">
                  <a:pos x="0" y="0"/>
                </a:cxn>
              </a:cxnLst>
              <a:rect l="0" t="0" r="r" b="b"/>
              <a:pathLst>
                <a:path w="66" h="21">
                  <a:moveTo>
                    <a:pt x="0" y="0"/>
                  </a:moveTo>
                  <a:lnTo>
                    <a:pt x="66" y="0"/>
                  </a:lnTo>
                  <a:lnTo>
                    <a:pt x="66" y="21"/>
                  </a:lnTo>
                  <a:lnTo>
                    <a:pt x="0" y="21"/>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4" name="Freeform 48"/>
            <p:cNvSpPr>
              <a:spLocks/>
            </p:cNvSpPr>
            <p:nvPr/>
          </p:nvSpPr>
          <p:spPr bwMode="auto">
            <a:xfrm>
              <a:off x="2987675" y="4641850"/>
              <a:ext cx="65088" cy="76200"/>
            </a:xfrm>
            <a:custGeom>
              <a:avLst/>
              <a:gdLst/>
              <a:ahLst/>
              <a:cxnLst>
                <a:cxn ang="0">
                  <a:pos x="15" y="24"/>
                </a:cxn>
                <a:cxn ang="0">
                  <a:pos x="29" y="48"/>
                </a:cxn>
                <a:cxn ang="0">
                  <a:pos x="33" y="29"/>
                </a:cxn>
                <a:cxn ang="0">
                  <a:pos x="41" y="10"/>
                </a:cxn>
                <a:cxn ang="0">
                  <a:pos x="19" y="5"/>
                </a:cxn>
                <a:cxn ang="0">
                  <a:pos x="0" y="0"/>
                </a:cxn>
                <a:cxn ang="0">
                  <a:pos x="15" y="24"/>
                </a:cxn>
                <a:cxn ang="0">
                  <a:pos x="15" y="24"/>
                </a:cxn>
                <a:cxn ang="0">
                  <a:pos x="15" y="24"/>
                </a:cxn>
              </a:cxnLst>
              <a:rect l="0" t="0" r="r" b="b"/>
              <a:pathLst>
                <a:path w="41" h="48">
                  <a:moveTo>
                    <a:pt x="15" y="24"/>
                  </a:moveTo>
                  <a:lnTo>
                    <a:pt x="29" y="48"/>
                  </a:lnTo>
                  <a:lnTo>
                    <a:pt x="33" y="29"/>
                  </a:lnTo>
                  <a:lnTo>
                    <a:pt x="41" y="10"/>
                  </a:lnTo>
                  <a:lnTo>
                    <a:pt x="19" y="5"/>
                  </a:lnTo>
                  <a:lnTo>
                    <a:pt x="0" y="0"/>
                  </a:lnTo>
                  <a:lnTo>
                    <a:pt x="15" y="24"/>
                  </a:lnTo>
                  <a:lnTo>
                    <a:pt x="15" y="24"/>
                  </a:lnTo>
                  <a:lnTo>
                    <a:pt x="15" y="2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5" name="Freeform 49"/>
            <p:cNvSpPr>
              <a:spLocks/>
            </p:cNvSpPr>
            <p:nvPr/>
          </p:nvSpPr>
          <p:spPr bwMode="auto">
            <a:xfrm>
              <a:off x="2932113" y="4660900"/>
              <a:ext cx="90488" cy="71437"/>
            </a:xfrm>
            <a:custGeom>
              <a:avLst/>
              <a:gdLst/>
              <a:ahLst/>
              <a:cxnLst>
                <a:cxn ang="0">
                  <a:pos x="12" y="45"/>
                </a:cxn>
                <a:cxn ang="0">
                  <a:pos x="57" y="19"/>
                </a:cxn>
                <a:cxn ang="0">
                  <a:pos x="45" y="0"/>
                </a:cxn>
                <a:cxn ang="0">
                  <a:pos x="0" y="26"/>
                </a:cxn>
                <a:cxn ang="0">
                  <a:pos x="12" y="45"/>
                </a:cxn>
                <a:cxn ang="0">
                  <a:pos x="12" y="45"/>
                </a:cxn>
                <a:cxn ang="0">
                  <a:pos x="12" y="45"/>
                </a:cxn>
              </a:cxnLst>
              <a:rect l="0" t="0" r="r" b="b"/>
              <a:pathLst>
                <a:path w="57" h="45">
                  <a:moveTo>
                    <a:pt x="12" y="45"/>
                  </a:moveTo>
                  <a:lnTo>
                    <a:pt x="57" y="19"/>
                  </a:lnTo>
                  <a:lnTo>
                    <a:pt x="45" y="0"/>
                  </a:lnTo>
                  <a:lnTo>
                    <a:pt x="0" y="26"/>
                  </a:lnTo>
                  <a:lnTo>
                    <a:pt x="12" y="45"/>
                  </a:lnTo>
                  <a:lnTo>
                    <a:pt x="12" y="45"/>
                  </a:lnTo>
                  <a:lnTo>
                    <a:pt x="12" y="4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6" name="Freeform 50"/>
            <p:cNvSpPr>
              <a:spLocks/>
            </p:cNvSpPr>
            <p:nvPr/>
          </p:nvSpPr>
          <p:spPr bwMode="auto">
            <a:xfrm>
              <a:off x="3025775" y="4713288"/>
              <a:ext cx="44450" cy="90487"/>
            </a:xfrm>
            <a:custGeom>
              <a:avLst/>
              <a:gdLst/>
              <a:ahLst/>
              <a:cxnLst>
                <a:cxn ang="0">
                  <a:pos x="0" y="29"/>
                </a:cxn>
                <a:cxn ang="0">
                  <a:pos x="0" y="57"/>
                </a:cxn>
                <a:cxn ang="0">
                  <a:pos x="14" y="43"/>
                </a:cxn>
                <a:cxn ang="0">
                  <a:pos x="28" y="29"/>
                </a:cxn>
                <a:cxn ang="0">
                  <a:pos x="14" y="14"/>
                </a:cxn>
                <a:cxn ang="0">
                  <a:pos x="0" y="0"/>
                </a:cxn>
                <a:cxn ang="0">
                  <a:pos x="0" y="29"/>
                </a:cxn>
                <a:cxn ang="0">
                  <a:pos x="0" y="29"/>
                </a:cxn>
                <a:cxn ang="0">
                  <a:pos x="0" y="29"/>
                </a:cxn>
              </a:cxnLst>
              <a:rect l="0" t="0" r="r" b="b"/>
              <a:pathLst>
                <a:path w="28" h="57">
                  <a:moveTo>
                    <a:pt x="0" y="29"/>
                  </a:moveTo>
                  <a:lnTo>
                    <a:pt x="0" y="57"/>
                  </a:lnTo>
                  <a:lnTo>
                    <a:pt x="14" y="43"/>
                  </a:lnTo>
                  <a:lnTo>
                    <a:pt x="28" y="29"/>
                  </a:lnTo>
                  <a:lnTo>
                    <a:pt x="14" y="14"/>
                  </a:lnTo>
                  <a:lnTo>
                    <a:pt x="0" y="0"/>
                  </a:lnTo>
                  <a:lnTo>
                    <a:pt x="0" y="29"/>
                  </a:lnTo>
                  <a:lnTo>
                    <a:pt x="0" y="29"/>
                  </a:lnTo>
                  <a:lnTo>
                    <a:pt x="0" y="2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7" name="Freeform 51"/>
            <p:cNvSpPr>
              <a:spLocks/>
            </p:cNvSpPr>
            <p:nvPr/>
          </p:nvSpPr>
          <p:spPr bwMode="auto">
            <a:xfrm>
              <a:off x="2946400" y="4740275"/>
              <a:ext cx="82550" cy="33337"/>
            </a:xfrm>
            <a:custGeom>
              <a:avLst/>
              <a:gdLst/>
              <a:ahLst/>
              <a:cxnLst>
                <a:cxn ang="0">
                  <a:pos x="0" y="0"/>
                </a:cxn>
                <a:cxn ang="0">
                  <a:pos x="52" y="0"/>
                </a:cxn>
                <a:cxn ang="0">
                  <a:pos x="52" y="21"/>
                </a:cxn>
                <a:cxn ang="0">
                  <a:pos x="0" y="21"/>
                </a:cxn>
                <a:cxn ang="0">
                  <a:pos x="0" y="0"/>
                </a:cxn>
                <a:cxn ang="0">
                  <a:pos x="0" y="0"/>
                </a:cxn>
              </a:cxnLst>
              <a:rect l="0" t="0" r="r" b="b"/>
              <a:pathLst>
                <a:path w="52" h="21">
                  <a:moveTo>
                    <a:pt x="0" y="0"/>
                  </a:moveTo>
                  <a:lnTo>
                    <a:pt x="52" y="0"/>
                  </a:lnTo>
                  <a:lnTo>
                    <a:pt x="52" y="21"/>
                  </a:lnTo>
                  <a:lnTo>
                    <a:pt x="0" y="21"/>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8" name="Freeform 52"/>
            <p:cNvSpPr>
              <a:spLocks/>
            </p:cNvSpPr>
            <p:nvPr/>
          </p:nvSpPr>
          <p:spPr bwMode="auto">
            <a:xfrm>
              <a:off x="2987675" y="4795838"/>
              <a:ext cx="60325" cy="79375"/>
            </a:xfrm>
            <a:custGeom>
              <a:avLst/>
              <a:gdLst/>
              <a:ahLst/>
              <a:cxnLst>
                <a:cxn ang="0">
                  <a:pos x="15" y="26"/>
                </a:cxn>
                <a:cxn ang="0">
                  <a:pos x="0" y="50"/>
                </a:cxn>
                <a:cxn ang="0">
                  <a:pos x="19" y="45"/>
                </a:cxn>
                <a:cxn ang="0">
                  <a:pos x="38" y="40"/>
                </a:cxn>
                <a:cxn ang="0">
                  <a:pos x="33" y="21"/>
                </a:cxn>
                <a:cxn ang="0">
                  <a:pos x="29" y="0"/>
                </a:cxn>
                <a:cxn ang="0">
                  <a:pos x="15" y="26"/>
                </a:cxn>
                <a:cxn ang="0">
                  <a:pos x="15" y="26"/>
                </a:cxn>
                <a:cxn ang="0">
                  <a:pos x="15" y="26"/>
                </a:cxn>
              </a:cxnLst>
              <a:rect l="0" t="0" r="r" b="b"/>
              <a:pathLst>
                <a:path w="38" h="50">
                  <a:moveTo>
                    <a:pt x="15" y="26"/>
                  </a:moveTo>
                  <a:lnTo>
                    <a:pt x="0" y="50"/>
                  </a:lnTo>
                  <a:lnTo>
                    <a:pt x="19" y="45"/>
                  </a:lnTo>
                  <a:lnTo>
                    <a:pt x="38" y="40"/>
                  </a:lnTo>
                  <a:lnTo>
                    <a:pt x="33" y="21"/>
                  </a:lnTo>
                  <a:lnTo>
                    <a:pt x="29" y="0"/>
                  </a:lnTo>
                  <a:lnTo>
                    <a:pt x="15" y="26"/>
                  </a:lnTo>
                  <a:lnTo>
                    <a:pt x="15" y="26"/>
                  </a:lnTo>
                  <a:lnTo>
                    <a:pt x="15" y="2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9" name="Freeform 53"/>
            <p:cNvSpPr>
              <a:spLocks/>
            </p:cNvSpPr>
            <p:nvPr/>
          </p:nvSpPr>
          <p:spPr bwMode="auto">
            <a:xfrm>
              <a:off x="2932113" y="4781550"/>
              <a:ext cx="90488" cy="71437"/>
            </a:xfrm>
            <a:custGeom>
              <a:avLst/>
              <a:gdLst/>
              <a:ahLst/>
              <a:cxnLst>
                <a:cxn ang="0">
                  <a:pos x="0" y="16"/>
                </a:cxn>
                <a:cxn ang="0">
                  <a:pos x="45" y="45"/>
                </a:cxn>
                <a:cxn ang="0">
                  <a:pos x="57" y="26"/>
                </a:cxn>
                <a:cxn ang="0">
                  <a:pos x="12" y="0"/>
                </a:cxn>
                <a:cxn ang="0">
                  <a:pos x="0" y="16"/>
                </a:cxn>
                <a:cxn ang="0">
                  <a:pos x="0" y="16"/>
                </a:cxn>
                <a:cxn ang="0">
                  <a:pos x="0" y="16"/>
                </a:cxn>
              </a:cxnLst>
              <a:rect l="0" t="0" r="r" b="b"/>
              <a:pathLst>
                <a:path w="57" h="45">
                  <a:moveTo>
                    <a:pt x="0" y="16"/>
                  </a:moveTo>
                  <a:lnTo>
                    <a:pt x="45" y="45"/>
                  </a:lnTo>
                  <a:lnTo>
                    <a:pt x="57" y="26"/>
                  </a:lnTo>
                  <a:lnTo>
                    <a:pt x="12" y="0"/>
                  </a:lnTo>
                  <a:lnTo>
                    <a:pt x="0" y="16"/>
                  </a:lnTo>
                  <a:lnTo>
                    <a:pt x="0" y="16"/>
                  </a:lnTo>
                  <a:lnTo>
                    <a:pt x="0" y="1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0" name="Line 54"/>
            <p:cNvSpPr>
              <a:spLocks noChangeShapeType="1"/>
            </p:cNvSpPr>
            <p:nvPr/>
          </p:nvSpPr>
          <p:spPr bwMode="auto">
            <a:xfrm>
              <a:off x="2684463" y="4930775"/>
              <a:ext cx="431800" cy="1587"/>
            </a:xfrm>
            <a:prstGeom prst="line">
              <a:avLst/>
            </a:prstGeom>
            <a:noFill/>
            <a:ln w="30163"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1" name="Freeform 55"/>
            <p:cNvSpPr>
              <a:spLocks/>
            </p:cNvSpPr>
            <p:nvPr/>
          </p:nvSpPr>
          <p:spPr bwMode="auto">
            <a:xfrm>
              <a:off x="2755900" y="4999038"/>
              <a:ext cx="74613" cy="198437"/>
            </a:xfrm>
            <a:custGeom>
              <a:avLst/>
              <a:gdLst/>
              <a:ahLst/>
              <a:cxnLst>
                <a:cxn ang="0">
                  <a:pos x="20" y="0"/>
                </a:cxn>
                <a:cxn ang="0">
                  <a:pos x="8" y="0"/>
                </a:cxn>
                <a:cxn ang="0">
                  <a:pos x="0" y="9"/>
                </a:cxn>
                <a:cxn ang="0">
                  <a:pos x="0" y="9"/>
                </a:cxn>
                <a:cxn ang="0">
                  <a:pos x="0" y="44"/>
                </a:cxn>
                <a:cxn ang="0">
                  <a:pos x="10" y="53"/>
                </a:cxn>
                <a:cxn ang="0">
                  <a:pos x="10" y="53"/>
                </a:cxn>
                <a:cxn ang="0">
                  <a:pos x="20" y="53"/>
                </a:cxn>
                <a:cxn ang="0">
                  <a:pos x="20" y="45"/>
                </a:cxn>
                <a:cxn ang="0">
                  <a:pos x="9" y="45"/>
                </a:cxn>
                <a:cxn ang="0">
                  <a:pos x="9" y="9"/>
                </a:cxn>
                <a:cxn ang="0">
                  <a:pos x="20" y="9"/>
                </a:cxn>
                <a:cxn ang="0">
                  <a:pos x="20" y="0"/>
                </a:cxn>
                <a:cxn ang="0">
                  <a:pos x="20" y="0"/>
                </a:cxn>
              </a:cxnLst>
              <a:rect l="0" t="0" r="r" b="b"/>
              <a:pathLst>
                <a:path w="20" h="53">
                  <a:moveTo>
                    <a:pt x="20" y="0"/>
                  </a:moveTo>
                  <a:cubicBezTo>
                    <a:pt x="8" y="0"/>
                    <a:pt x="8" y="0"/>
                    <a:pt x="8" y="0"/>
                  </a:cubicBezTo>
                  <a:cubicBezTo>
                    <a:pt x="4" y="0"/>
                    <a:pt x="0" y="4"/>
                    <a:pt x="0" y="9"/>
                  </a:cubicBezTo>
                  <a:cubicBezTo>
                    <a:pt x="0" y="9"/>
                    <a:pt x="0" y="9"/>
                    <a:pt x="0" y="9"/>
                  </a:cubicBezTo>
                  <a:cubicBezTo>
                    <a:pt x="0" y="44"/>
                    <a:pt x="0" y="44"/>
                    <a:pt x="0" y="44"/>
                  </a:cubicBezTo>
                  <a:cubicBezTo>
                    <a:pt x="0" y="49"/>
                    <a:pt x="4" y="53"/>
                    <a:pt x="10" y="53"/>
                  </a:cubicBezTo>
                  <a:cubicBezTo>
                    <a:pt x="10" y="53"/>
                    <a:pt x="10" y="53"/>
                    <a:pt x="10" y="53"/>
                  </a:cubicBezTo>
                  <a:cubicBezTo>
                    <a:pt x="20" y="53"/>
                    <a:pt x="20" y="53"/>
                    <a:pt x="20" y="53"/>
                  </a:cubicBezTo>
                  <a:cubicBezTo>
                    <a:pt x="20" y="45"/>
                    <a:pt x="20" y="45"/>
                    <a:pt x="20" y="45"/>
                  </a:cubicBezTo>
                  <a:cubicBezTo>
                    <a:pt x="9" y="45"/>
                    <a:pt x="9" y="45"/>
                    <a:pt x="9" y="45"/>
                  </a:cubicBezTo>
                  <a:cubicBezTo>
                    <a:pt x="9" y="9"/>
                    <a:pt x="9" y="9"/>
                    <a:pt x="9" y="9"/>
                  </a:cubicBezTo>
                  <a:cubicBezTo>
                    <a:pt x="20" y="9"/>
                    <a:pt x="20" y="9"/>
                    <a:pt x="20" y="9"/>
                  </a:cubicBezTo>
                  <a:cubicBezTo>
                    <a:pt x="20" y="0"/>
                    <a:pt x="20" y="0"/>
                    <a:pt x="20" y="0"/>
                  </a:cubicBezTo>
                  <a:cubicBezTo>
                    <a:pt x="20" y="0"/>
                    <a:pt x="20" y="0"/>
                    <a:pt x="20" y="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2" name="Freeform 56"/>
            <p:cNvSpPr>
              <a:spLocks/>
            </p:cNvSpPr>
            <p:nvPr/>
          </p:nvSpPr>
          <p:spPr bwMode="auto">
            <a:xfrm>
              <a:off x="2857500" y="4999038"/>
              <a:ext cx="187325" cy="146050"/>
            </a:xfrm>
            <a:custGeom>
              <a:avLst/>
              <a:gdLst/>
              <a:ahLst/>
              <a:cxnLst>
                <a:cxn ang="0">
                  <a:pos x="0" y="0"/>
                </a:cxn>
                <a:cxn ang="0">
                  <a:pos x="118" y="0"/>
                </a:cxn>
                <a:cxn ang="0">
                  <a:pos x="118" y="92"/>
                </a:cxn>
                <a:cxn ang="0">
                  <a:pos x="0" y="92"/>
                </a:cxn>
                <a:cxn ang="0">
                  <a:pos x="0" y="0"/>
                </a:cxn>
                <a:cxn ang="0">
                  <a:pos x="0" y="0"/>
                </a:cxn>
              </a:cxnLst>
              <a:rect l="0" t="0" r="r" b="b"/>
              <a:pathLst>
                <a:path w="118" h="92">
                  <a:moveTo>
                    <a:pt x="0" y="0"/>
                  </a:moveTo>
                  <a:lnTo>
                    <a:pt x="118" y="0"/>
                  </a:lnTo>
                  <a:lnTo>
                    <a:pt x="118" y="92"/>
                  </a:lnTo>
                  <a:lnTo>
                    <a:pt x="0" y="9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3" name="Freeform 57"/>
            <p:cNvSpPr>
              <a:spLocks/>
            </p:cNvSpPr>
            <p:nvPr/>
          </p:nvSpPr>
          <p:spPr bwMode="auto">
            <a:xfrm>
              <a:off x="2857500" y="4999038"/>
              <a:ext cx="187325" cy="146050"/>
            </a:xfrm>
            <a:custGeom>
              <a:avLst/>
              <a:gdLst/>
              <a:ahLst/>
              <a:cxnLst>
                <a:cxn ang="0">
                  <a:pos x="0" y="92"/>
                </a:cxn>
                <a:cxn ang="0">
                  <a:pos x="118" y="92"/>
                </a:cxn>
                <a:cxn ang="0">
                  <a:pos x="118" y="0"/>
                </a:cxn>
                <a:cxn ang="0">
                  <a:pos x="0" y="0"/>
                </a:cxn>
                <a:cxn ang="0">
                  <a:pos x="0" y="92"/>
                </a:cxn>
                <a:cxn ang="0">
                  <a:pos x="0" y="92"/>
                </a:cxn>
                <a:cxn ang="0">
                  <a:pos x="0" y="92"/>
                </a:cxn>
              </a:cxnLst>
              <a:rect l="0" t="0" r="r" b="b"/>
              <a:pathLst>
                <a:path w="118" h="92">
                  <a:moveTo>
                    <a:pt x="0" y="92"/>
                  </a:moveTo>
                  <a:lnTo>
                    <a:pt x="118" y="92"/>
                  </a:lnTo>
                  <a:lnTo>
                    <a:pt x="118" y="0"/>
                  </a:lnTo>
                  <a:lnTo>
                    <a:pt x="0" y="0"/>
                  </a:lnTo>
                  <a:lnTo>
                    <a:pt x="0" y="92"/>
                  </a:lnTo>
                  <a:lnTo>
                    <a:pt x="0" y="92"/>
                  </a:lnTo>
                  <a:lnTo>
                    <a:pt x="0" y="92"/>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4" name="Freeform 58"/>
            <p:cNvSpPr>
              <a:spLocks/>
            </p:cNvSpPr>
            <p:nvPr/>
          </p:nvSpPr>
          <p:spPr bwMode="auto">
            <a:xfrm>
              <a:off x="2879725" y="5016500"/>
              <a:ext cx="142875" cy="109537"/>
            </a:xfrm>
            <a:custGeom>
              <a:avLst/>
              <a:gdLst/>
              <a:ahLst/>
              <a:cxnLst>
                <a:cxn ang="0">
                  <a:pos x="0" y="0"/>
                </a:cxn>
                <a:cxn ang="0">
                  <a:pos x="90" y="0"/>
                </a:cxn>
                <a:cxn ang="0">
                  <a:pos x="90" y="69"/>
                </a:cxn>
                <a:cxn ang="0">
                  <a:pos x="0" y="69"/>
                </a:cxn>
                <a:cxn ang="0">
                  <a:pos x="0" y="0"/>
                </a:cxn>
                <a:cxn ang="0">
                  <a:pos x="0" y="0"/>
                </a:cxn>
              </a:cxnLst>
              <a:rect l="0" t="0" r="r" b="b"/>
              <a:pathLst>
                <a:path w="90" h="69">
                  <a:moveTo>
                    <a:pt x="0" y="0"/>
                  </a:moveTo>
                  <a:lnTo>
                    <a:pt x="90" y="0"/>
                  </a:lnTo>
                  <a:lnTo>
                    <a:pt x="90" y="69"/>
                  </a:lnTo>
                  <a:lnTo>
                    <a:pt x="0" y="69"/>
                  </a:lnTo>
                  <a:lnTo>
                    <a:pt x="0" y="0"/>
                  </a:lnTo>
                  <a:lnTo>
                    <a:pt x="0" y="0"/>
                  </a:ln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5" name="Freeform 59"/>
            <p:cNvSpPr>
              <a:spLocks/>
            </p:cNvSpPr>
            <p:nvPr/>
          </p:nvSpPr>
          <p:spPr bwMode="auto">
            <a:xfrm>
              <a:off x="2879725" y="5016500"/>
              <a:ext cx="142875" cy="109537"/>
            </a:xfrm>
            <a:custGeom>
              <a:avLst/>
              <a:gdLst/>
              <a:ahLst/>
              <a:cxnLst>
                <a:cxn ang="0">
                  <a:pos x="0" y="69"/>
                </a:cxn>
                <a:cxn ang="0">
                  <a:pos x="90" y="69"/>
                </a:cxn>
                <a:cxn ang="0">
                  <a:pos x="90" y="0"/>
                </a:cxn>
                <a:cxn ang="0">
                  <a:pos x="0" y="0"/>
                </a:cxn>
                <a:cxn ang="0">
                  <a:pos x="0" y="69"/>
                </a:cxn>
                <a:cxn ang="0">
                  <a:pos x="0" y="69"/>
                </a:cxn>
                <a:cxn ang="0">
                  <a:pos x="0" y="69"/>
                </a:cxn>
              </a:cxnLst>
              <a:rect l="0" t="0" r="r" b="b"/>
              <a:pathLst>
                <a:path w="90" h="69">
                  <a:moveTo>
                    <a:pt x="0" y="69"/>
                  </a:moveTo>
                  <a:lnTo>
                    <a:pt x="90" y="69"/>
                  </a:lnTo>
                  <a:lnTo>
                    <a:pt x="90" y="0"/>
                  </a:lnTo>
                  <a:lnTo>
                    <a:pt x="0" y="0"/>
                  </a:lnTo>
                  <a:lnTo>
                    <a:pt x="0" y="69"/>
                  </a:lnTo>
                  <a:lnTo>
                    <a:pt x="0" y="69"/>
                  </a:lnTo>
                  <a:lnTo>
                    <a:pt x="0" y="69"/>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6" name="Freeform 60"/>
            <p:cNvSpPr>
              <a:spLocks/>
            </p:cNvSpPr>
            <p:nvPr/>
          </p:nvSpPr>
          <p:spPr bwMode="auto">
            <a:xfrm>
              <a:off x="2863850" y="5145088"/>
              <a:ext cx="176213" cy="49212"/>
            </a:xfrm>
            <a:custGeom>
              <a:avLst/>
              <a:gdLst/>
              <a:ahLst/>
              <a:cxnLst>
                <a:cxn ang="0">
                  <a:pos x="100" y="9"/>
                </a:cxn>
                <a:cxn ang="0">
                  <a:pos x="100" y="0"/>
                </a:cxn>
                <a:cxn ang="0">
                  <a:pos x="12" y="0"/>
                </a:cxn>
                <a:cxn ang="0">
                  <a:pos x="12" y="9"/>
                </a:cxn>
                <a:cxn ang="0">
                  <a:pos x="0" y="21"/>
                </a:cxn>
                <a:cxn ang="0">
                  <a:pos x="0" y="31"/>
                </a:cxn>
                <a:cxn ang="0">
                  <a:pos x="111" y="31"/>
                </a:cxn>
                <a:cxn ang="0">
                  <a:pos x="111" y="21"/>
                </a:cxn>
                <a:cxn ang="0">
                  <a:pos x="100" y="9"/>
                </a:cxn>
                <a:cxn ang="0">
                  <a:pos x="100" y="9"/>
                </a:cxn>
                <a:cxn ang="0">
                  <a:pos x="100" y="9"/>
                </a:cxn>
              </a:cxnLst>
              <a:rect l="0" t="0" r="r" b="b"/>
              <a:pathLst>
                <a:path w="111" h="31">
                  <a:moveTo>
                    <a:pt x="100" y="9"/>
                  </a:moveTo>
                  <a:lnTo>
                    <a:pt x="100" y="0"/>
                  </a:lnTo>
                  <a:lnTo>
                    <a:pt x="12" y="0"/>
                  </a:lnTo>
                  <a:lnTo>
                    <a:pt x="12" y="9"/>
                  </a:lnTo>
                  <a:lnTo>
                    <a:pt x="0" y="21"/>
                  </a:lnTo>
                  <a:lnTo>
                    <a:pt x="0" y="31"/>
                  </a:lnTo>
                  <a:lnTo>
                    <a:pt x="111" y="31"/>
                  </a:lnTo>
                  <a:lnTo>
                    <a:pt x="111" y="21"/>
                  </a:lnTo>
                  <a:lnTo>
                    <a:pt x="100" y="9"/>
                  </a:lnTo>
                  <a:lnTo>
                    <a:pt x="100" y="9"/>
                  </a:lnTo>
                  <a:lnTo>
                    <a:pt x="100"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pic>
        <p:nvPicPr>
          <p:cNvPr id="158" name="图片 157"/>
          <p:cNvPicPr>
            <a:picLocks noChangeAspect="1"/>
          </p:cNvPicPr>
          <p:nvPr/>
        </p:nvPicPr>
        <p:blipFill>
          <a:blip r:embed="rId48"/>
          <a:stretch>
            <a:fillRect/>
          </a:stretch>
        </p:blipFill>
        <p:spPr>
          <a:xfrm>
            <a:off x="11508526" y="2306376"/>
            <a:ext cx="514751" cy="735359"/>
          </a:xfrm>
          <a:prstGeom prst="rect">
            <a:avLst/>
          </a:prstGeom>
        </p:spPr>
      </p:pic>
      <p:sp>
        <p:nvSpPr>
          <p:cNvPr id="160" name="文本框 159"/>
          <p:cNvSpPr txBox="1"/>
          <p:nvPr/>
        </p:nvSpPr>
        <p:spPr>
          <a:xfrm>
            <a:off x="4996945" y="3143372"/>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交换机</a:t>
            </a:r>
          </a:p>
        </p:txBody>
      </p:sp>
      <p:sp>
        <p:nvSpPr>
          <p:cNvPr id="161" name="文本框 160"/>
          <p:cNvSpPr txBox="1"/>
          <p:nvPr/>
        </p:nvSpPr>
        <p:spPr>
          <a:xfrm>
            <a:off x="4100978" y="3143372"/>
            <a:ext cx="81144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高端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sp>
        <p:nvSpPr>
          <p:cNvPr id="162" name="文本框 161"/>
          <p:cNvSpPr txBox="1"/>
          <p:nvPr/>
        </p:nvSpPr>
        <p:spPr>
          <a:xfrm>
            <a:off x="5791084" y="3127314"/>
            <a:ext cx="652743" cy="230832"/>
          </a:xfrm>
          <a:prstGeom prst="rect">
            <a:avLst/>
          </a:prstGeom>
          <a:noFill/>
        </p:spPr>
        <p:txBody>
          <a:bodyPr wrap="none" rtlCol="0">
            <a:spAutoFit/>
          </a:bodyPr>
          <a:lstStyle/>
          <a:p>
            <a:r>
              <a:rPr lang="en-US" altLang="zh-CN" sz="900" b="1" dirty="0" err="1" smtClean="0">
                <a:latin typeface="微软雅黑" panose="020B0503020204020204" pitchFamily="34" charset="-122"/>
                <a:ea typeface="微软雅黑" panose="020B0503020204020204" pitchFamily="34" charset="-122"/>
              </a:rPr>
              <a:t>Wifi</a:t>
            </a:r>
            <a:r>
              <a:rPr lang="zh-CN" altLang="en-US" sz="900" b="1" dirty="0" smtClean="0">
                <a:latin typeface="微软雅黑" panose="020B0503020204020204" pitchFamily="34" charset="-122"/>
                <a:ea typeface="微软雅黑" panose="020B0503020204020204" pitchFamily="34" charset="-122"/>
              </a:rPr>
              <a:t>信号</a:t>
            </a:r>
            <a:endParaRPr lang="zh-CN" altLang="en-US" sz="900" b="1" dirty="0">
              <a:latin typeface="微软雅黑" panose="020B0503020204020204" pitchFamily="34" charset="-122"/>
              <a:ea typeface="微软雅黑" panose="020B0503020204020204" pitchFamily="34" charset="-122"/>
            </a:endParaRPr>
          </a:p>
        </p:txBody>
      </p:sp>
      <p:sp>
        <p:nvSpPr>
          <p:cNvPr id="163" name="文本框 162"/>
          <p:cNvSpPr txBox="1"/>
          <p:nvPr/>
        </p:nvSpPr>
        <p:spPr>
          <a:xfrm>
            <a:off x="6688677" y="3120023"/>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小区</a:t>
            </a:r>
            <a:endParaRPr lang="zh-CN" altLang="en-US" sz="900" b="1" dirty="0">
              <a:latin typeface="微软雅黑" panose="020B0503020204020204" pitchFamily="34" charset="-122"/>
              <a:ea typeface="微软雅黑" panose="020B0503020204020204" pitchFamily="34" charset="-122"/>
            </a:endParaRPr>
          </a:p>
        </p:txBody>
      </p:sp>
      <p:sp>
        <p:nvSpPr>
          <p:cNvPr id="164" name="文本框 163"/>
          <p:cNvSpPr txBox="1"/>
          <p:nvPr/>
        </p:nvSpPr>
        <p:spPr>
          <a:xfrm>
            <a:off x="7437887" y="3127314"/>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165" name="文本框 164"/>
          <p:cNvSpPr txBox="1"/>
          <p:nvPr/>
        </p:nvSpPr>
        <p:spPr>
          <a:xfrm>
            <a:off x="8998699" y="3143372"/>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sp>
        <p:nvSpPr>
          <p:cNvPr id="166" name="文本框 165"/>
          <p:cNvSpPr txBox="1"/>
          <p:nvPr/>
        </p:nvSpPr>
        <p:spPr>
          <a:xfrm>
            <a:off x="10755631" y="3168875"/>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基站</a:t>
            </a:r>
            <a:endParaRPr lang="zh-CN" altLang="en-US" sz="900" b="1" dirty="0">
              <a:latin typeface="微软雅黑" panose="020B0503020204020204" pitchFamily="34" charset="-122"/>
              <a:ea typeface="微软雅黑" panose="020B0503020204020204" pitchFamily="34" charset="-122"/>
            </a:endParaRPr>
          </a:p>
        </p:txBody>
      </p:sp>
      <p:sp>
        <p:nvSpPr>
          <p:cNvPr id="167" name="文本框 197"/>
          <p:cNvSpPr txBox="1"/>
          <p:nvPr/>
        </p:nvSpPr>
        <p:spPr>
          <a:xfrm>
            <a:off x="11386815" y="3115870"/>
            <a:ext cx="72968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Small cell</a:t>
            </a:r>
          </a:p>
        </p:txBody>
      </p:sp>
      <p:pic>
        <p:nvPicPr>
          <p:cNvPr id="168" name="图片 167"/>
          <p:cNvPicPr>
            <a:picLocks noChangeAspect="1"/>
          </p:cNvPicPr>
          <p:nvPr/>
        </p:nvPicPr>
        <p:blipFill>
          <a:blip r:embed="rId49" cstate="print"/>
          <a:stretch>
            <a:fillRect/>
          </a:stretch>
        </p:blipFill>
        <p:spPr>
          <a:xfrm>
            <a:off x="8947249" y="3553190"/>
            <a:ext cx="815509" cy="535906"/>
          </a:xfrm>
          <a:prstGeom prst="rect">
            <a:avLst/>
          </a:prstGeom>
        </p:spPr>
      </p:pic>
      <p:pic>
        <p:nvPicPr>
          <p:cNvPr id="169" name="图片 168"/>
          <p:cNvPicPr>
            <a:picLocks noChangeAspect="1"/>
          </p:cNvPicPr>
          <p:nvPr/>
        </p:nvPicPr>
        <p:blipFill>
          <a:blip r:embed="rId50" cstate="print"/>
          <a:stretch>
            <a:fillRect/>
          </a:stretch>
        </p:blipFill>
        <p:spPr>
          <a:xfrm>
            <a:off x="9763124" y="3496465"/>
            <a:ext cx="781955" cy="655463"/>
          </a:xfrm>
          <a:prstGeom prst="rect">
            <a:avLst/>
          </a:prstGeom>
        </p:spPr>
      </p:pic>
      <p:pic>
        <p:nvPicPr>
          <p:cNvPr id="172" name="图片 171"/>
          <p:cNvPicPr>
            <a:picLocks noChangeAspect="1"/>
          </p:cNvPicPr>
          <p:nvPr/>
        </p:nvPicPr>
        <p:blipFill>
          <a:blip r:embed="rId51" cstate="print"/>
          <a:stretch>
            <a:fillRect/>
          </a:stretch>
        </p:blipFill>
        <p:spPr>
          <a:xfrm>
            <a:off x="10571544" y="3583793"/>
            <a:ext cx="778248" cy="518832"/>
          </a:xfrm>
          <a:prstGeom prst="rect">
            <a:avLst/>
          </a:prstGeom>
        </p:spPr>
      </p:pic>
      <p:pic>
        <p:nvPicPr>
          <p:cNvPr id="174" name="图片 173"/>
          <p:cNvPicPr>
            <a:picLocks noChangeAspect="1"/>
          </p:cNvPicPr>
          <p:nvPr/>
        </p:nvPicPr>
        <p:blipFill>
          <a:blip r:embed="rId52" cstate="print"/>
          <a:stretch>
            <a:fillRect/>
          </a:stretch>
        </p:blipFill>
        <p:spPr>
          <a:xfrm>
            <a:off x="35881" y="4581128"/>
            <a:ext cx="787065" cy="762080"/>
          </a:xfrm>
          <a:prstGeom prst="rect">
            <a:avLst/>
          </a:prstGeom>
        </p:spPr>
      </p:pic>
      <p:pic>
        <p:nvPicPr>
          <p:cNvPr id="175" name="图片 174"/>
          <p:cNvPicPr>
            <a:picLocks noChangeAspect="1"/>
          </p:cNvPicPr>
          <p:nvPr/>
        </p:nvPicPr>
        <p:blipFill>
          <a:blip r:embed="rId53" cstate="print"/>
          <a:stretch>
            <a:fillRect/>
          </a:stretch>
        </p:blipFill>
        <p:spPr>
          <a:xfrm>
            <a:off x="11524450" y="3426980"/>
            <a:ext cx="497766" cy="756604"/>
          </a:xfrm>
          <a:prstGeom prst="rect">
            <a:avLst/>
          </a:prstGeom>
        </p:spPr>
      </p:pic>
      <p:sp>
        <p:nvSpPr>
          <p:cNvPr id="178" name="文本框 177"/>
          <p:cNvSpPr txBox="1"/>
          <p:nvPr/>
        </p:nvSpPr>
        <p:spPr>
          <a:xfrm>
            <a:off x="-54599" y="4256495"/>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179" name="文本框 178"/>
          <p:cNvSpPr txBox="1"/>
          <p:nvPr/>
        </p:nvSpPr>
        <p:spPr>
          <a:xfrm>
            <a:off x="1780798" y="4275061"/>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180" name="文本框 179"/>
          <p:cNvSpPr txBox="1"/>
          <p:nvPr/>
        </p:nvSpPr>
        <p:spPr>
          <a:xfrm>
            <a:off x="3489166" y="4253803"/>
            <a:ext cx="34657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AP</a:t>
            </a:r>
            <a:endParaRPr lang="zh-CN" altLang="en-US" sz="900" b="1" dirty="0">
              <a:latin typeface="微软雅黑" panose="020B0503020204020204" pitchFamily="34" charset="-122"/>
              <a:ea typeface="微软雅黑" panose="020B0503020204020204" pitchFamily="34" charset="-122"/>
            </a:endParaRPr>
          </a:p>
        </p:txBody>
      </p:sp>
      <p:sp>
        <p:nvSpPr>
          <p:cNvPr id="181" name="文本框 180"/>
          <p:cNvSpPr txBox="1"/>
          <p:nvPr/>
        </p:nvSpPr>
        <p:spPr>
          <a:xfrm>
            <a:off x="4147974" y="4264248"/>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家庭网关</a:t>
            </a:r>
          </a:p>
        </p:txBody>
      </p:sp>
      <p:sp>
        <p:nvSpPr>
          <p:cNvPr id="182" name="文本框 181"/>
          <p:cNvSpPr txBox="1"/>
          <p:nvPr/>
        </p:nvSpPr>
        <p:spPr>
          <a:xfrm>
            <a:off x="5008782" y="427092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传真机</a:t>
            </a:r>
            <a:endParaRPr lang="zh-CN" altLang="en-US" sz="900" b="1" dirty="0">
              <a:latin typeface="微软雅黑" panose="020B0503020204020204" pitchFamily="34" charset="-122"/>
              <a:ea typeface="微软雅黑" panose="020B0503020204020204" pitchFamily="34" charset="-122"/>
            </a:endParaRPr>
          </a:p>
        </p:txBody>
      </p:sp>
      <p:sp>
        <p:nvSpPr>
          <p:cNvPr id="183" name="文本框 182"/>
          <p:cNvSpPr txBox="1"/>
          <p:nvPr/>
        </p:nvSpPr>
        <p:spPr>
          <a:xfrm>
            <a:off x="5700266" y="4247822"/>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核心路由器</a:t>
            </a:r>
          </a:p>
        </p:txBody>
      </p:sp>
      <p:sp>
        <p:nvSpPr>
          <p:cNvPr id="184" name="文本框 183"/>
          <p:cNvSpPr txBox="1"/>
          <p:nvPr/>
        </p:nvSpPr>
        <p:spPr>
          <a:xfrm>
            <a:off x="6648261" y="424907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分离器</a:t>
            </a:r>
            <a:endParaRPr lang="zh-CN" altLang="en-US" sz="900" b="1" dirty="0">
              <a:latin typeface="微软雅黑" panose="020B0503020204020204" pitchFamily="34" charset="-122"/>
              <a:ea typeface="微软雅黑" panose="020B0503020204020204" pitchFamily="34" charset="-122"/>
            </a:endParaRPr>
          </a:p>
        </p:txBody>
      </p:sp>
      <p:sp>
        <p:nvSpPr>
          <p:cNvPr id="185" name="文本框 184"/>
          <p:cNvSpPr txBox="1"/>
          <p:nvPr/>
        </p:nvSpPr>
        <p:spPr>
          <a:xfrm>
            <a:off x="8211968" y="426424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独户住宅</a:t>
            </a:r>
            <a:endParaRPr lang="zh-CN" altLang="en-US" sz="900" b="1" dirty="0">
              <a:latin typeface="微软雅黑" panose="020B0503020204020204" pitchFamily="34" charset="-122"/>
              <a:ea typeface="微软雅黑" panose="020B0503020204020204" pitchFamily="34" charset="-122"/>
            </a:endParaRPr>
          </a:p>
        </p:txBody>
      </p:sp>
      <p:sp>
        <p:nvSpPr>
          <p:cNvPr id="186" name="文本框 197"/>
          <p:cNvSpPr txBox="1"/>
          <p:nvPr/>
        </p:nvSpPr>
        <p:spPr>
          <a:xfrm>
            <a:off x="7491374" y="4264248"/>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机房</a:t>
            </a:r>
            <a:endParaRPr lang="en-US" altLang="zh-CN" sz="900" b="1" dirty="0" smtClean="0">
              <a:latin typeface="微软雅黑" panose="020B0503020204020204" pitchFamily="34" charset="-122"/>
              <a:ea typeface="微软雅黑" panose="020B0503020204020204" pitchFamily="34" charset="-122"/>
            </a:endParaRPr>
          </a:p>
        </p:txBody>
      </p:sp>
      <p:sp>
        <p:nvSpPr>
          <p:cNvPr id="187" name="文本框 186"/>
          <p:cNvSpPr txBox="1"/>
          <p:nvPr/>
        </p:nvSpPr>
        <p:spPr>
          <a:xfrm>
            <a:off x="9168802" y="4278288"/>
            <a:ext cx="3337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SR</a:t>
            </a:r>
            <a:endParaRPr lang="zh-CN" altLang="en-US" sz="900" b="1" dirty="0">
              <a:latin typeface="微软雅黑" panose="020B0503020204020204" pitchFamily="34" charset="-122"/>
              <a:ea typeface="微软雅黑" panose="020B0503020204020204" pitchFamily="34" charset="-122"/>
            </a:endParaRPr>
          </a:p>
        </p:txBody>
      </p:sp>
      <p:sp>
        <p:nvSpPr>
          <p:cNvPr id="188" name="文本框 187"/>
          <p:cNvSpPr txBox="1"/>
          <p:nvPr/>
        </p:nvSpPr>
        <p:spPr>
          <a:xfrm>
            <a:off x="9813051" y="4256495"/>
            <a:ext cx="73609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AGG LSW</a:t>
            </a:r>
            <a:endParaRPr lang="zh-CN" altLang="en-US" sz="900" b="1" dirty="0">
              <a:latin typeface="微软雅黑" panose="020B0503020204020204" pitchFamily="34" charset="-122"/>
              <a:ea typeface="微软雅黑" panose="020B0503020204020204" pitchFamily="34" charset="-122"/>
            </a:endParaRPr>
          </a:p>
        </p:txBody>
      </p:sp>
      <p:sp>
        <p:nvSpPr>
          <p:cNvPr id="189" name="文本框 188"/>
          <p:cNvSpPr txBox="1"/>
          <p:nvPr/>
        </p:nvSpPr>
        <p:spPr>
          <a:xfrm>
            <a:off x="10704810" y="4270927"/>
            <a:ext cx="52129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CMTS</a:t>
            </a:r>
            <a:endParaRPr lang="zh-CN" altLang="en-US" sz="900" b="1" dirty="0">
              <a:latin typeface="微软雅黑" panose="020B0503020204020204" pitchFamily="34" charset="-122"/>
              <a:ea typeface="微软雅黑" panose="020B0503020204020204" pitchFamily="34" charset="-122"/>
            </a:endParaRPr>
          </a:p>
        </p:txBody>
      </p:sp>
      <p:sp>
        <p:nvSpPr>
          <p:cNvPr id="190" name="文本框 189"/>
          <p:cNvSpPr txBox="1"/>
          <p:nvPr/>
        </p:nvSpPr>
        <p:spPr>
          <a:xfrm>
            <a:off x="11255122" y="4268044"/>
            <a:ext cx="992579"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电视信号发射塔</a:t>
            </a:r>
            <a:endParaRPr lang="zh-CN" altLang="en-US" sz="900" b="1" dirty="0">
              <a:latin typeface="微软雅黑" panose="020B0503020204020204" pitchFamily="34" charset="-122"/>
              <a:ea typeface="微软雅黑" panose="020B0503020204020204" pitchFamily="34" charset="-122"/>
            </a:endParaRPr>
          </a:p>
        </p:txBody>
      </p:sp>
      <p:pic>
        <p:nvPicPr>
          <p:cNvPr id="191" name="图片 190"/>
          <p:cNvPicPr>
            <a:picLocks noChangeAspect="1"/>
          </p:cNvPicPr>
          <p:nvPr/>
        </p:nvPicPr>
        <p:blipFill>
          <a:blip r:embed="rId54" cstate="print"/>
          <a:stretch>
            <a:fillRect/>
          </a:stretch>
        </p:blipFill>
        <p:spPr>
          <a:xfrm>
            <a:off x="4223455" y="4577709"/>
            <a:ext cx="457491" cy="747820"/>
          </a:xfrm>
          <a:prstGeom prst="rect">
            <a:avLst/>
          </a:prstGeom>
        </p:spPr>
      </p:pic>
      <p:pic>
        <p:nvPicPr>
          <p:cNvPr id="192" name="图片 191"/>
          <p:cNvPicPr>
            <a:picLocks noChangeAspect="1"/>
          </p:cNvPicPr>
          <p:nvPr/>
        </p:nvPicPr>
        <p:blipFill>
          <a:blip r:embed="rId55" cstate="print"/>
          <a:stretch>
            <a:fillRect/>
          </a:stretch>
        </p:blipFill>
        <p:spPr>
          <a:xfrm>
            <a:off x="6524803" y="4665857"/>
            <a:ext cx="773104" cy="646882"/>
          </a:xfrm>
          <a:prstGeom prst="rect">
            <a:avLst/>
          </a:prstGeom>
        </p:spPr>
      </p:pic>
      <p:pic>
        <p:nvPicPr>
          <p:cNvPr id="193" name="图片 192"/>
          <p:cNvPicPr>
            <a:picLocks noChangeAspect="1"/>
          </p:cNvPicPr>
          <p:nvPr/>
        </p:nvPicPr>
        <p:blipFill>
          <a:blip r:embed="rId56" cstate="print"/>
          <a:stretch>
            <a:fillRect/>
          </a:stretch>
        </p:blipFill>
        <p:spPr>
          <a:xfrm>
            <a:off x="7325814" y="4672408"/>
            <a:ext cx="772961" cy="637355"/>
          </a:xfrm>
          <a:prstGeom prst="rect">
            <a:avLst/>
          </a:prstGeom>
        </p:spPr>
      </p:pic>
      <p:pic>
        <p:nvPicPr>
          <p:cNvPr id="194" name="图片 193"/>
          <p:cNvPicPr>
            <a:picLocks noChangeAspect="1"/>
          </p:cNvPicPr>
          <p:nvPr/>
        </p:nvPicPr>
        <p:blipFill>
          <a:blip r:embed="rId57" cstate="print"/>
          <a:stretch>
            <a:fillRect/>
          </a:stretch>
        </p:blipFill>
        <p:spPr>
          <a:xfrm>
            <a:off x="8126681" y="4657681"/>
            <a:ext cx="783691" cy="646202"/>
          </a:xfrm>
          <a:prstGeom prst="rect">
            <a:avLst/>
          </a:prstGeom>
        </p:spPr>
      </p:pic>
      <p:pic>
        <p:nvPicPr>
          <p:cNvPr id="195" name="图片 194"/>
          <p:cNvPicPr>
            <a:picLocks noChangeAspect="1"/>
          </p:cNvPicPr>
          <p:nvPr/>
        </p:nvPicPr>
        <p:blipFill>
          <a:blip r:embed="rId58" cstate="print"/>
          <a:stretch>
            <a:fillRect/>
          </a:stretch>
        </p:blipFill>
        <p:spPr>
          <a:xfrm>
            <a:off x="820417" y="4704771"/>
            <a:ext cx="829808" cy="471680"/>
          </a:xfrm>
          <a:prstGeom prst="rect">
            <a:avLst/>
          </a:prstGeom>
        </p:spPr>
      </p:pic>
      <p:pic>
        <p:nvPicPr>
          <p:cNvPr id="196" name="图片 195"/>
          <p:cNvPicPr>
            <a:picLocks noChangeAspect="1"/>
          </p:cNvPicPr>
          <p:nvPr/>
        </p:nvPicPr>
        <p:blipFill>
          <a:blip r:embed="rId59" cstate="print"/>
          <a:stretch>
            <a:fillRect/>
          </a:stretch>
        </p:blipFill>
        <p:spPr>
          <a:xfrm>
            <a:off x="1656732" y="4625925"/>
            <a:ext cx="775162" cy="692946"/>
          </a:xfrm>
          <a:prstGeom prst="rect">
            <a:avLst/>
          </a:prstGeom>
        </p:spPr>
      </p:pic>
      <p:pic>
        <p:nvPicPr>
          <p:cNvPr id="197" name="图片 196"/>
          <p:cNvPicPr>
            <a:picLocks noChangeAspect="1"/>
          </p:cNvPicPr>
          <p:nvPr/>
        </p:nvPicPr>
        <p:blipFill>
          <a:blip r:embed="rId60" cstate="print"/>
          <a:stretch>
            <a:fillRect/>
          </a:stretch>
        </p:blipFill>
        <p:spPr>
          <a:xfrm>
            <a:off x="3414282" y="4585307"/>
            <a:ext cx="503426" cy="733564"/>
          </a:xfrm>
          <a:prstGeom prst="rect">
            <a:avLst/>
          </a:prstGeom>
        </p:spPr>
      </p:pic>
      <p:pic>
        <p:nvPicPr>
          <p:cNvPr id="198" name="图片 197"/>
          <p:cNvPicPr>
            <a:picLocks noChangeAspect="1"/>
          </p:cNvPicPr>
          <p:nvPr/>
        </p:nvPicPr>
        <p:blipFill>
          <a:blip r:embed="rId61" cstate="print"/>
          <a:stretch>
            <a:fillRect/>
          </a:stretch>
        </p:blipFill>
        <p:spPr>
          <a:xfrm>
            <a:off x="4909303" y="4585307"/>
            <a:ext cx="691060" cy="727432"/>
          </a:xfrm>
          <a:prstGeom prst="rect">
            <a:avLst/>
          </a:prstGeom>
        </p:spPr>
      </p:pic>
      <p:pic>
        <p:nvPicPr>
          <p:cNvPr id="199" name="图片 198"/>
          <p:cNvPicPr>
            <a:picLocks noChangeAspect="1"/>
          </p:cNvPicPr>
          <p:nvPr/>
        </p:nvPicPr>
        <p:blipFill>
          <a:blip r:embed="rId62" cstate="print"/>
          <a:stretch>
            <a:fillRect/>
          </a:stretch>
        </p:blipFill>
        <p:spPr>
          <a:xfrm>
            <a:off x="5716866" y="4561089"/>
            <a:ext cx="737074" cy="775867"/>
          </a:xfrm>
          <a:prstGeom prst="rect">
            <a:avLst/>
          </a:prstGeom>
        </p:spPr>
      </p:pic>
      <p:pic>
        <p:nvPicPr>
          <p:cNvPr id="200" name="图片 199"/>
          <p:cNvPicPr>
            <a:picLocks noChangeAspect="1"/>
          </p:cNvPicPr>
          <p:nvPr/>
        </p:nvPicPr>
        <p:blipFill>
          <a:blip r:embed="rId63" cstate="print"/>
          <a:stretch>
            <a:fillRect/>
          </a:stretch>
        </p:blipFill>
        <p:spPr>
          <a:xfrm>
            <a:off x="8998699" y="4585307"/>
            <a:ext cx="632968" cy="751649"/>
          </a:xfrm>
          <a:prstGeom prst="rect">
            <a:avLst/>
          </a:prstGeom>
        </p:spPr>
      </p:pic>
      <p:pic>
        <p:nvPicPr>
          <p:cNvPr id="201" name="图片 200"/>
          <p:cNvPicPr>
            <a:picLocks noChangeAspect="1"/>
          </p:cNvPicPr>
          <p:nvPr/>
        </p:nvPicPr>
        <p:blipFill>
          <a:blip r:embed="rId64" cstate="print"/>
          <a:stretch>
            <a:fillRect/>
          </a:stretch>
        </p:blipFill>
        <p:spPr>
          <a:xfrm>
            <a:off x="2449252" y="4704771"/>
            <a:ext cx="800172" cy="550938"/>
          </a:xfrm>
          <a:prstGeom prst="rect">
            <a:avLst/>
          </a:prstGeom>
        </p:spPr>
      </p:pic>
      <p:pic>
        <p:nvPicPr>
          <p:cNvPr id="213" name="图片 212"/>
          <p:cNvPicPr>
            <a:picLocks noChangeAspect="1"/>
          </p:cNvPicPr>
          <p:nvPr/>
        </p:nvPicPr>
        <p:blipFill>
          <a:blip r:embed="rId65" cstate="print"/>
          <a:stretch>
            <a:fillRect/>
          </a:stretch>
        </p:blipFill>
        <p:spPr>
          <a:xfrm>
            <a:off x="9771515" y="4654698"/>
            <a:ext cx="753971" cy="632005"/>
          </a:xfrm>
          <a:prstGeom prst="rect">
            <a:avLst/>
          </a:prstGeom>
        </p:spPr>
      </p:pic>
      <p:pic>
        <p:nvPicPr>
          <p:cNvPr id="214" name="图片 213"/>
          <p:cNvPicPr>
            <a:picLocks noChangeAspect="1"/>
          </p:cNvPicPr>
          <p:nvPr/>
        </p:nvPicPr>
        <p:blipFill>
          <a:blip r:embed="rId66" cstate="print"/>
          <a:stretch>
            <a:fillRect/>
          </a:stretch>
        </p:blipFill>
        <p:spPr>
          <a:xfrm>
            <a:off x="10611164" y="4561089"/>
            <a:ext cx="657150" cy="764440"/>
          </a:xfrm>
          <a:prstGeom prst="rect">
            <a:avLst/>
          </a:prstGeom>
        </p:spPr>
      </p:pic>
      <p:pic>
        <p:nvPicPr>
          <p:cNvPr id="215" name="图片 214"/>
          <p:cNvPicPr>
            <a:picLocks noChangeAspect="1"/>
          </p:cNvPicPr>
          <p:nvPr/>
        </p:nvPicPr>
        <p:blipFill>
          <a:blip r:embed="rId67" cstate="print"/>
          <a:stretch>
            <a:fillRect/>
          </a:stretch>
        </p:blipFill>
        <p:spPr>
          <a:xfrm>
            <a:off x="11455131" y="4577709"/>
            <a:ext cx="652686" cy="759247"/>
          </a:xfrm>
          <a:prstGeom prst="rect">
            <a:avLst/>
          </a:prstGeom>
        </p:spPr>
      </p:pic>
      <p:pic>
        <p:nvPicPr>
          <p:cNvPr id="216" name="图片 215"/>
          <p:cNvPicPr>
            <a:picLocks noChangeAspect="1"/>
          </p:cNvPicPr>
          <p:nvPr/>
        </p:nvPicPr>
        <p:blipFill>
          <a:blip r:embed="rId68" cstate="print"/>
          <a:stretch>
            <a:fillRect/>
          </a:stretch>
        </p:blipFill>
        <p:spPr>
          <a:xfrm>
            <a:off x="11107" y="5866982"/>
            <a:ext cx="809309" cy="562998"/>
          </a:xfrm>
          <a:prstGeom prst="rect">
            <a:avLst/>
          </a:prstGeom>
        </p:spPr>
      </p:pic>
      <p:pic>
        <p:nvPicPr>
          <p:cNvPr id="217" name="图片 216"/>
          <p:cNvPicPr>
            <a:picLocks noChangeAspect="1"/>
          </p:cNvPicPr>
          <p:nvPr/>
        </p:nvPicPr>
        <p:blipFill>
          <a:blip r:embed="rId69" cstate="print"/>
          <a:stretch>
            <a:fillRect/>
          </a:stretch>
        </p:blipFill>
        <p:spPr>
          <a:xfrm>
            <a:off x="792043" y="5797047"/>
            <a:ext cx="863074" cy="676921"/>
          </a:xfrm>
          <a:prstGeom prst="rect">
            <a:avLst/>
          </a:prstGeom>
        </p:spPr>
      </p:pic>
      <p:sp>
        <p:nvSpPr>
          <p:cNvPr id="218" name="文本框 217"/>
          <p:cNvSpPr txBox="1"/>
          <p:nvPr/>
        </p:nvSpPr>
        <p:spPr>
          <a:xfrm>
            <a:off x="57741" y="5436635"/>
            <a:ext cx="69442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Cable TV</a:t>
            </a:r>
            <a:endParaRPr lang="zh-CN" altLang="en-US" sz="900" b="1" dirty="0">
              <a:latin typeface="微软雅黑" panose="020B0503020204020204" pitchFamily="34" charset="-122"/>
              <a:ea typeface="微软雅黑" panose="020B0503020204020204" pitchFamily="34" charset="-122"/>
            </a:endParaRPr>
          </a:p>
        </p:txBody>
      </p:sp>
      <p:sp>
        <p:nvSpPr>
          <p:cNvPr id="219" name="文本框 218"/>
          <p:cNvSpPr txBox="1"/>
          <p:nvPr/>
        </p:nvSpPr>
        <p:spPr>
          <a:xfrm>
            <a:off x="861409" y="5406284"/>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220" name="文本框 219"/>
          <p:cNvSpPr txBox="1"/>
          <p:nvPr/>
        </p:nvSpPr>
        <p:spPr>
          <a:xfrm>
            <a:off x="1655117" y="5406284"/>
            <a:ext cx="82747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Soft switch</a:t>
            </a:r>
            <a:endParaRPr lang="zh-CN" altLang="en-US" sz="900" b="1" dirty="0">
              <a:latin typeface="微软雅黑" panose="020B0503020204020204" pitchFamily="34" charset="-122"/>
              <a:ea typeface="微软雅黑" panose="020B0503020204020204" pitchFamily="34" charset="-122"/>
            </a:endParaRPr>
          </a:p>
        </p:txBody>
      </p:sp>
      <p:sp>
        <p:nvSpPr>
          <p:cNvPr id="221" name="文本框 220"/>
          <p:cNvSpPr txBox="1"/>
          <p:nvPr/>
        </p:nvSpPr>
        <p:spPr>
          <a:xfrm>
            <a:off x="2471457" y="5399415"/>
            <a:ext cx="769763" cy="230832"/>
          </a:xfrm>
          <a:prstGeom prst="rect">
            <a:avLst/>
          </a:prstGeom>
          <a:noFill/>
        </p:spPr>
        <p:txBody>
          <a:bodyPr wrap="none" rtlCol="0">
            <a:spAutoFit/>
          </a:bodyPr>
          <a:lstStyle/>
          <a:p>
            <a:r>
              <a:rPr lang="en-US" altLang="zh-CN" sz="900" b="1" dirty="0">
                <a:latin typeface="微软雅黑" panose="020B0503020204020204" pitchFamily="34" charset="-122"/>
                <a:ea typeface="微软雅黑" panose="020B0503020204020204" pitchFamily="34" charset="-122"/>
              </a:rPr>
              <a:t>Controller</a:t>
            </a:r>
            <a:endParaRPr lang="zh-CN" altLang="en-US" sz="900" b="1" dirty="0">
              <a:latin typeface="微软雅黑" panose="020B0503020204020204" pitchFamily="34" charset="-122"/>
              <a:ea typeface="微软雅黑" panose="020B0503020204020204" pitchFamily="34" charset="-122"/>
            </a:endParaRPr>
          </a:p>
        </p:txBody>
      </p:sp>
      <p:sp>
        <p:nvSpPr>
          <p:cNvPr id="222" name="文本框 221"/>
          <p:cNvSpPr txBox="1"/>
          <p:nvPr/>
        </p:nvSpPr>
        <p:spPr>
          <a:xfrm>
            <a:off x="3149690" y="5409629"/>
            <a:ext cx="10518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OSS </a:t>
            </a:r>
            <a:r>
              <a:rPr lang="en-US" altLang="zh-CN" sz="900" b="1" dirty="0" err="1" smtClean="0">
                <a:latin typeface="微软雅黑" panose="020B0503020204020204" pitchFamily="34" charset="-122"/>
                <a:ea typeface="微软雅黑" panose="020B0503020204020204" pitchFamily="34" charset="-122"/>
              </a:rPr>
              <a:t>backoffice</a:t>
            </a:r>
            <a:endParaRPr lang="zh-CN" altLang="en-US" sz="900" b="1" dirty="0">
              <a:latin typeface="微软雅黑" panose="020B0503020204020204" pitchFamily="34" charset="-122"/>
              <a:ea typeface="微软雅黑" panose="020B0503020204020204" pitchFamily="34" charset="-122"/>
            </a:endParaRPr>
          </a:p>
        </p:txBody>
      </p:sp>
      <p:sp>
        <p:nvSpPr>
          <p:cNvPr id="223" name="文本框 222"/>
          <p:cNvSpPr txBox="1"/>
          <p:nvPr/>
        </p:nvSpPr>
        <p:spPr>
          <a:xfrm>
            <a:off x="4079152" y="5416807"/>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224" name="文本框 223"/>
          <p:cNvSpPr txBox="1"/>
          <p:nvPr/>
        </p:nvSpPr>
        <p:spPr>
          <a:xfrm>
            <a:off x="5040842" y="5399415"/>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BRAS</a:t>
            </a:r>
            <a:endParaRPr lang="zh-CN" altLang="en-US" sz="900" b="1" dirty="0">
              <a:latin typeface="微软雅黑" panose="020B0503020204020204" pitchFamily="34" charset="-122"/>
              <a:ea typeface="微软雅黑" panose="020B0503020204020204" pitchFamily="34" charset="-122"/>
            </a:endParaRPr>
          </a:p>
        </p:txBody>
      </p:sp>
      <p:sp>
        <p:nvSpPr>
          <p:cNvPr id="225" name="文本框 224"/>
          <p:cNvSpPr txBox="1"/>
          <p:nvPr/>
        </p:nvSpPr>
        <p:spPr>
          <a:xfrm>
            <a:off x="5900843" y="5406284"/>
            <a:ext cx="39145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MG</a:t>
            </a:r>
            <a:endParaRPr lang="zh-CN" altLang="en-US" sz="900" b="1" dirty="0">
              <a:latin typeface="微软雅黑" panose="020B0503020204020204" pitchFamily="34" charset="-122"/>
              <a:ea typeface="微软雅黑" panose="020B0503020204020204" pitchFamily="34" charset="-122"/>
            </a:endParaRPr>
          </a:p>
        </p:txBody>
      </p:sp>
      <p:sp>
        <p:nvSpPr>
          <p:cNvPr id="226" name="文本框 225"/>
          <p:cNvSpPr txBox="1"/>
          <p:nvPr/>
        </p:nvSpPr>
        <p:spPr>
          <a:xfrm>
            <a:off x="6684934" y="5416807"/>
            <a:ext cx="439544" cy="230832"/>
          </a:xfrm>
          <a:prstGeom prst="rect">
            <a:avLst/>
          </a:prstGeom>
          <a:noFill/>
        </p:spPr>
        <p:txBody>
          <a:bodyPr wrap="squar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227" name="文本框 226"/>
          <p:cNvSpPr txBox="1"/>
          <p:nvPr/>
        </p:nvSpPr>
        <p:spPr>
          <a:xfrm>
            <a:off x="7377584" y="5402357"/>
            <a:ext cx="67678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SW/PTN</a:t>
            </a:r>
            <a:endParaRPr lang="zh-CN" altLang="en-US" sz="900" b="1" dirty="0">
              <a:latin typeface="微软雅黑" panose="020B0503020204020204" pitchFamily="34" charset="-122"/>
              <a:ea typeface="微软雅黑" panose="020B0503020204020204" pitchFamily="34" charset="-122"/>
            </a:endParaRPr>
          </a:p>
        </p:txBody>
      </p:sp>
      <p:sp>
        <p:nvSpPr>
          <p:cNvPr id="228" name="文本框 227"/>
          <p:cNvSpPr txBox="1"/>
          <p:nvPr/>
        </p:nvSpPr>
        <p:spPr>
          <a:xfrm>
            <a:off x="8110606" y="5367385"/>
            <a:ext cx="806631" cy="3693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BTS/Clock </a:t>
            </a:r>
          </a:p>
          <a:p>
            <a:r>
              <a:rPr lang="en-US" altLang="zh-CN" sz="900" b="1" dirty="0" smtClean="0">
                <a:latin typeface="微软雅黑" panose="020B0503020204020204" pitchFamily="34" charset="-122"/>
                <a:ea typeface="微软雅黑" panose="020B0503020204020204" pitchFamily="34" charset="-122"/>
              </a:rPr>
              <a:t>Server</a:t>
            </a:r>
            <a:endParaRPr lang="zh-CN" altLang="en-US" sz="900" b="1" dirty="0">
              <a:latin typeface="微软雅黑" panose="020B0503020204020204" pitchFamily="34" charset="-122"/>
              <a:ea typeface="微软雅黑" panose="020B0503020204020204" pitchFamily="34" charset="-122"/>
            </a:endParaRPr>
          </a:p>
        </p:txBody>
      </p:sp>
      <p:sp>
        <p:nvSpPr>
          <p:cNvPr id="229" name="文本框 228"/>
          <p:cNvSpPr txBox="1"/>
          <p:nvPr/>
        </p:nvSpPr>
        <p:spPr>
          <a:xfrm>
            <a:off x="9144183" y="5416807"/>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RKS</a:t>
            </a:r>
            <a:endParaRPr lang="zh-CN" altLang="en-US" sz="900" b="1" dirty="0">
              <a:latin typeface="微软雅黑" panose="020B0503020204020204" pitchFamily="34" charset="-122"/>
              <a:ea typeface="微软雅黑" panose="020B0503020204020204" pitchFamily="34" charset="-122"/>
            </a:endParaRPr>
          </a:p>
        </p:txBody>
      </p:sp>
      <p:pic>
        <p:nvPicPr>
          <p:cNvPr id="230" name="图片 229"/>
          <p:cNvPicPr>
            <a:picLocks noChangeAspect="1"/>
          </p:cNvPicPr>
          <p:nvPr/>
        </p:nvPicPr>
        <p:blipFill>
          <a:blip r:embed="rId70" cstate="print"/>
          <a:stretch>
            <a:fillRect/>
          </a:stretch>
        </p:blipFill>
        <p:spPr>
          <a:xfrm>
            <a:off x="11357844" y="5826783"/>
            <a:ext cx="790783" cy="610033"/>
          </a:xfrm>
          <a:prstGeom prst="rect">
            <a:avLst/>
          </a:prstGeom>
        </p:spPr>
      </p:pic>
      <p:pic>
        <p:nvPicPr>
          <p:cNvPr id="231" name="图片 230"/>
          <p:cNvPicPr>
            <a:picLocks noChangeAspect="1"/>
          </p:cNvPicPr>
          <p:nvPr/>
        </p:nvPicPr>
        <p:blipFill>
          <a:blip r:embed="rId71" cstate="print"/>
          <a:stretch>
            <a:fillRect/>
          </a:stretch>
        </p:blipFill>
        <p:spPr>
          <a:xfrm>
            <a:off x="1623157" y="5866949"/>
            <a:ext cx="828000" cy="504000"/>
          </a:xfrm>
          <a:prstGeom prst="rect">
            <a:avLst/>
          </a:prstGeom>
        </p:spPr>
      </p:pic>
      <p:pic>
        <p:nvPicPr>
          <p:cNvPr id="232" name="图片 231"/>
          <p:cNvPicPr>
            <a:picLocks noChangeAspect="1"/>
          </p:cNvPicPr>
          <p:nvPr/>
        </p:nvPicPr>
        <p:blipFill>
          <a:blip r:embed="rId72" cstate="print"/>
          <a:stretch>
            <a:fillRect/>
          </a:stretch>
        </p:blipFill>
        <p:spPr>
          <a:xfrm>
            <a:off x="2447597" y="5883600"/>
            <a:ext cx="811407" cy="495096"/>
          </a:xfrm>
          <a:prstGeom prst="rect">
            <a:avLst/>
          </a:prstGeom>
        </p:spPr>
      </p:pic>
      <p:pic>
        <p:nvPicPr>
          <p:cNvPr id="233" name="图片 232"/>
          <p:cNvPicPr>
            <a:picLocks noChangeAspect="1"/>
          </p:cNvPicPr>
          <p:nvPr/>
        </p:nvPicPr>
        <p:blipFill>
          <a:blip r:embed="rId73" cstate="print"/>
          <a:stretch>
            <a:fillRect/>
          </a:stretch>
        </p:blipFill>
        <p:spPr>
          <a:xfrm>
            <a:off x="3243963" y="5860323"/>
            <a:ext cx="811222" cy="529548"/>
          </a:xfrm>
          <a:prstGeom prst="rect">
            <a:avLst/>
          </a:prstGeom>
        </p:spPr>
      </p:pic>
      <p:pic>
        <p:nvPicPr>
          <p:cNvPr id="234" name="图片 233"/>
          <p:cNvPicPr>
            <a:picLocks noChangeAspect="1"/>
          </p:cNvPicPr>
          <p:nvPr/>
        </p:nvPicPr>
        <p:blipFill>
          <a:blip r:embed="rId74" cstate="print"/>
          <a:stretch>
            <a:fillRect/>
          </a:stretch>
        </p:blipFill>
        <p:spPr>
          <a:xfrm>
            <a:off x="4083663" y="5826783"/>
            <a:ext cx="788095" cy="558831"/>
          </a:xfrm>
          <a:prstGeom prst="rect">
            <a:avLst/>
          </a:prstGeom>
        </p:spPr>
      </p:pic>
      <p:pic>
        <p:nvPicPr>
          <p:cNvPr id="235" name="图片 234"/>
          <p:cNvPicPr>
            <a:picLocks noChangeAspect="1"/>
          </p:cNvPicPr>
          <p:nvPr/>
        </p:nvPicPr>
        <p:blipFill>
          <a:blip r:embed="rId75" cstate="print"/>
          <a:stretch>
            <a:fillRect/>
          </a:stretch>
        </p:blipFill>
        <p:spPr>
          <a:xfrm>
            <a:off x="4902815" y="5797047"/>
            <a:ext cx="775603" cy="615920"/>
          </a:xfrm>
          <a:prstGeom prst="rect">
            <a:avLst/>
          </a:prstGeom>
        </p:spPr>
      </p:pic>
      <p:pic>
        <p:nvPicPr>
          <p:cNvPr id="236" name="图片 235"/>
          <p:cNvPicPr>
            <a:picLocks noChangeAspect="1"/>
          </p:cNvPicPr>
          <p:nvPr/>
        </p:nvPicPr>
        <p:blipFill>
          <a:blip r:embed="rId76" cstate="print"/>
          <a:stretch>
            <a:fillRect/>
          </a:stretch>
        </p:blipFill>
        <p:spPr>
          <a:xfrm>
            <a:off x="6530078" y="5869424"/>
            <a:ext cx="763548" cy="543543"/>
          </a:xfrm>
          <a:prstGeom prst="rect">
            <a:avLst/>
          </a:prstGeom>
        </p:spPr>
      </p:pic>
      <p:pic>
        <p:nvPicPr>
          <p:cNvPr id="237" name="图片 236"/>
          <p:cNvPicPr>
            <a:picLocks noChangeAspect="1"/>
          </p:cNvPicPr>
          <p:nvPr/>
        </p:nvPicPr>
        <p:blipFill>
          <a:blip r:embed="rId77" cstate="print"/>
          <a:stretch>
            <a:fillRect/>
          </a:stretch>
        </p:blipFill>
        <p:spPr>
          <a:xfrm>
            <a:off x="7300303" y="5890653"/>
            <a:ext cx="832105" cy="539327"/>
          </a:xfrm>
          <a:prstGeom prst="rect">
            <a:avLst/>
          </a:prstGeom>
        </p:spPr>
      </p:pic>
      <p:pic>
        <p:nvPicPr>
          <p:cNvPr id="238" name="图片 237"/>
          <p:cNvPicPr>
            <a:picLocks noChangeAspect="1"/>
          </p:cNvPicPr>
          <p:nvPr/>
        </p:nvPicPr>
        <p:blipFill>
          <a:blip r:embed="rId78" cstate="print"/>
          <a:stretch>
            <a:fillRect/>
          </a:stretch>
        </p:blipFill>
        <p:spPr>
          <a:xfrm>
            <a:off x="8108943" y="5916028"/>
            <a:ext cx="817501" cy="498814"/>
          </a:xfrm>
          <a:prstGeom prst="rect">
            <a:avLst/>
          </a:prstGeom>
        </p:spPr>
      </p:pic>
      <p:sp>
        <p:nvSpPr>
          <p:cNvPr id="239" name="文本框 238"/>
          <p:cNvSpPr txBox="1"/>
          <p:nvPr/>
        </p:nvSpPr>
        <p:spPr>
          <a:xfrm>
            <a:off x="3290049" y="6555010"/>
            <a:ext cx="732894"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MSO OSS</a:t>
            </a:r>
            <a:endParaRPr lang="zh-CN" altLang="en-US" sz="900" b="1" dirty="0">
              <a:latin typeface="微软雅黑" panose="020B0503020204020204" pitchFamily="34" charset="-122"/>
              <a:ea typeface="微软雅黑" panose="020B0503020204020204" pitchFamily="34" charset="-122"/>
            </a:endParaRPr>
          </a:p>
        </p:txBody>
      </p:sp>
      <p:sp>
        <p:nvSpPr>
          <p:cNvPr id="240" name="文本框 239"/>
          <p:cNvSpPr txBox="1"/>
          <p:nvPr/>
        </p:nvSpPr>
        <p:spPr>
          <a:xfrm>
            <a:off x="4207962" y="6532524"/>
            <a:ext cx="556563"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U2000</a:t>
            </a:r>
            <a:endParaRPr lang="zh-CN" altLang="en-US" sz="900" b="1" dirty="0">
              <a:latin typeface="微软雅黑" panose="020B0503020204020204" pitchFamily="34" charset="-122"/>
              <a:ea typeface="微软雅黑" panose="020B0503020204020204" pitchFamily="34" charset="-122"/>
            </a:endParaRPr>
          </a:p>
        </p:txBody>
      </p:sp>
      <p:sp>
        <p:nvSpPr>
          <p:cNvPr id="241" name="文本框 240"/>
          <p:cNvSpPr txBox="1"/>
          <p:nvPr/>
        </p:nvSpPr>
        <p:spPr>
          <a:xfrm>
            <a:off x="5076833" y="6532524"/>
            <a:ext cx="437940"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EMS</a:t>
            </a:r>
            <a:endParaRPr lang="zh-CN" altLang="en-US" sz="900" b="1" dirty="0">
              <a:latin typeface="微软雅黑" panose="020B0503020204020204" pitchFamily="34" charset="-122"/>
              <a:ea typeface="微软雅黑" panose="020B0503020204020204" pitchFamily="34" charset="-122"/>
            </a:endParaRPr>
          </a:p>
        </p:txBody>
      </p:sp>
      <p:pic>
        <p:nvPicPr>
          <p:cNvPr id="242" name="图片 241"/>
          <p:cNvPicPr>
            <a:picLocks noChangeAspect="1"/>
          </p:cNvPicPr>
          <p:nvPr/>
        </p:nvPicPr>
        <p:blipFill>
          <a:blip r:embed="rId79" cstate="print"/>
          <a:stretch>
            <a:fillRect/>
          </a:stretch>
        </p:blipFill>
        <p:spPr>
          <a:xfrm>
            <a:off x="8953157" y="5866949"/>
            <a:ext cx="793885" cy="582182"/>
          </a:xfrm>
          <a:prstGeom prst="rect">
            <a:avLst/>
          </a:prstGeom>
        </p:spPr>
      </p:pic>
      <p:pic>
        <p:nvPicPr>
          <p:cNvPr id="243" name="图片 242"/>
          <p:cNvPicPr>
            <a:picLocks noChangeAspect="1"/>
          </p:cNvPicPr>
          <p:nvPr/>
        </p:nvPicPr>
        <p:blipFill>
          <a:blip r:embed="rId80" cstate="print"/>
          <a:stretch>
            <a:fillRect/>
          </a:stretch>
        </p:blipFill>
        <p:spPr>
          <a:xfrm>
            <a:off x="9721887" y="5848688"/>
            <a:ext cx="832104" cy="549783"/>
          </a:xfrm>
          <a:prstGeom prst="rect">
            <a:avLst/>
          </a:prstGeom>
        </p:spPr>
      </p:pic>
      <p:pic>
        <p:nvPicPr>
          <p:cNvPr id="244" name="图片 243"/>
          <p:cNvPicPr>
            <a:picLocks noChangeAspect="1"/>
          </p:cNvPicPr>
          <p:nvPr/>
        </p:nvPicPr>
        <p:blipFill>
          <a:blip r:embed="rId81" cstate="print"/>
          <a:stretch>
            <a:fillRect/>
          </a:stretch>
        </p:blipFill>
        <p:spPr>
          <a:xfrm>
            <a:off x="10549150" y="5889921"/>
            <a:ext cx="816505" cy="517120"/>
          </a:xfrm>
          <a:prstGeom prst="rect">
            <a:avLst/>
          </a:prstGeom>
        </p:spPr>
      </p:pic>
      <p:pic>
        <p:nvPicPr>
          <p:cNvPr id="245" name="图片 244"/>
          <p:cNvPicPr>
            <a:picLocks noChangeAspect="1"/>
          </p:cNvPicPr>
          <p:nvPr/>
        </p:nvPicPr>
        <p:blipFill>
          <a:blip r:embed="rId82"/>
          <a:stretch>
            <a:fillRect/>
          </a:stretch>
        </p:blipFill>
        <p:spPr>
          <a:xfrm>
            <a:off x="5709475" y="5848688"/>
            <a:ext cx="775335" cy="549783"/>
          </a:xfrm>
          <a:prstGeom prst="rect">
            <a:avLst/>
          </a:prstGeom>
        </p:spPr>
      </p:pic>
      <p:sp>
        <p:nvSpPr>
          <p:cNvPr id="246" name="文本框 245"/>
          <p:cNvSpPr txBox="1"/>
          <p:nvPr/>
        </p:nvSpPr>
        <p:spPr>
          <a:xfrm>
            <a:off x="5847208" y="6532524"/>
            <a:ext cx="545342"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SNMP</a:t>
            </a:r>
            <a:endParaRPr lang="zh-CN" altLang="en-US" sz="900" b="1" dirty="0">
              <a:latin typeface="微软雅黑" panose="020B0503020204020204" pitchFamily="34" charset="-122"/>
              <a:ea typeface="微软雅黑" panose="020B0503020204020204" pitchFamily="34" charset="-122"/>
            </a:endParaRPr>
          </a:p>
        </p:txBody>
      </p:sp>
      <p:sp>
        <p:nvSpPr>
          <p:cNvPr id="247" name="文本框 246"/>
          <p:cNvSpPr txBox="1"/>
          <p:nvPr/>
        </p:nvSpPr>
        <p:spPr>
          <a:xfrm>
            <a:off x="8207530" y="3109687"/>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248" name="文本框 247"/>
          <p:cNvSpPr txBox="1"/>
          <p:nvPr/>
        </p:nvSpPr>
        <p:spPr>
          <a:xfrm>
            <a:off x="9763821" y="3115870"/>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sp>
        <p:nvSpPr>
          <p:cNvPr id="249" name="文本框 248"/>
          <p:cNvSpPr txBox="1"/>
          <p:nvPr/>
        </p:nvSpPr>
        <p:spPr>
          <a:xfrm>
            <a:off x="749680" y="4270927"/>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250" name="文本框 249"/>
          <p:cNvSpPr txBox="1"/>
          <p:nvPr/>
        </p:nvSpPr>
        <p:spPr>
          <a:xfrm>
            <a:off x="2568966" y="427092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251" name="文本框 250"/>
          <p:cNvSpPr txBox="1"/>
          <p:nvPr/>
        </p:nvSpPr>
        <p:spPr>
          <a:xfrm>
            <a:off x="9785025" y="539941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Master.64</a:t>
            </a:r>
            <a:endParaRPr lang="zh-CN" altLang="en-US" sz="900" b="1" dirty="0">
              <a:latin typeface="微软雅黑" panose="020B0503020204020204" pitchFamily="34" charset="-122"/>
              <a:ea typeface="微软雅黑" panose="020B0503020204020204" pitchFamily="34" charset="-122"/>
            </a:endParaRPr>
          </a:p>
        </p:txBody>
      </p:sp>
      <p:sp>
        <p:nvSpPr>
          <p:cNvPr id="252" name="文本框 251"/>
          <p:cNvSpPr txBox="1"/>
          <p:nvPr/>
        </p:nvSpPr>
        <p:spPr>
          <a:xfrm>
            <a:off x="10581277" y="5388959"/>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Master.66</a:t>
            </a:r>
            <a:endParaRPr lang="zh-CN" altLang="en-US" sz="900" b="1" dirty="0">
              <a:latin typeface="微软雅黑" panose="020B0503020204020204" pitchFamily="34" charset="-122"/>
              <a:ea typeface="微软雅黑" panose="020B0503020204020204" pitchFamily="34" charset="-122"/>
            </a:endParaRPr>
          </a:p>
        </p:txBody>
      </p:sp>
      <p:sp>
        <p:nvSpPr>
          <p:cNvPr id="253" name="文本框 252"/>
          <p:cNvSpPr txBox="1"/>
          <p:nvPr/>
        </p:nvSpPr>
        <p:spPr>
          <a:xfrm>
            <a:off x="11386815" y="5405677"/>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Master.65</a:t>
            </a:r>
            <a:endParaRPr lang="zh-CN" altLang="en-US" sz="900" b="1" dirty="0">
              <a:latin typeface="微软雅黑" panose="020B0503020204020204" pitchFamily="34" charset="-122"/>
              <a:ea typeface="微软雅黑" panose="020B0503020204020204" pitchFamily="34" charset="-122"/>
            </a:endParaRPr>
          </a:p>
        </p:txBody>
      </p:sp>
      <p:sp>
        <p:nvSpPr>
          <p:cNvPr id="254" name="文本框 253"/>
          <p:cNvSpPr txBox="1"/>
          <p:nvPr/>
        </p:nvSpPr>
        <p:spPr>
          <a:xfrm>
            <a:off x="41817" y="655177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Master.74</a:t>
            </a:r>
            <a:endParaRPr lang="zh-CN" altLang="en-US" sz="900" b="1" dirty="0">
              <a:latin typeface="微软雅黑" panose="020B0503020204020204" pitchFamily="34" charset="-122"/>
              <a:ea typeface="微软雅黑" panose="020B0503020204020204" pitchFamily="34" charset="-122"/>
            </a:endParaRPr>
          </a:p>
        </p:txBody>
      </p:sp>
      <p:sp>
        <p:nvSpPr>
          <p:cNvPr id="255" name="文本框 254"/>
          <p:cNvSpPr txBox="1"/>
          <p:nvPr/>
        </p:nvSpPr>
        <p:spPr>
          <a:xfrm>
            <a:off x="813600" y="6532970"/>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Master.51</a:t>
            </a:r>
            <a:endParaRPr lang="zh-CN" altLang="en-US" sz="900" b="1" dirty="0">
              <a:latin typeface="微软雅黑" panose="020B0503020204020204" pitchFamily="34" charset="-122"/>
              <a:ea typeface="微软雅黑" panose="020B0503020204020204" pitchFamily="34" charset="-122"/>
            </a:endParaRPr>
          </a:p>
        </p:txBody>
      </p:sp>
      <p:sp>
        <p:nvSpPr>
          <p:cNvPr id="256" name="文本框 255"/>
          <p:cNvSpPr txBox="1"/>
          <p:nvPr/>
        </p:nvSpPr>
        <p:spPr>
          <a:xfrm>
            <a:off x="1720435" y="6527370"/>
            <a:ext cx="6543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Internet</a:t>
            </a:r>
            <a:endParaRPr lang="zh-CN" altLang="en-US" sz="900" b="1" dirty="0">
              <a:latin typeface="微软雅黑" panose="020B0503020204020204" pitchFamily="34" charset="-122"/>
              <a:ea typeface="微软雅黑" panose="020B0503020204020204" pitchFamily="34" charset="-122"/>
            </a:endParaRPr>
          </a:p>
        </p:txBody>
      </p:sp>
      <p:sp>
        <p:nvSpPr>
          <p:cNvPr id="257" name="文本框 256"/>
          <p:cNvSpPr txBox="1"/>
          <p:nvPr/>
        </p:nvSpPr>
        <p:spPr>
          <a:xfrm>
            <a:off x="2606910" y="6532448"/>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PSTN</a:t>
            </a:r>
            <a:endParaRPr lang="zh-CN" altLang="en-US" sz="900" b="1" dirty="0">
              <a:latin typeface="微软雅黑" panose="020B0503020204020204" pitchFamily="34" charset="-122"/>
              <a:ea typeface="微软雅黑" panose="020B0503020204020204" pitchFamily="34" charset="-122"/>
            </a:endParaRPr>
          </a:p>
        </p:txBody>
      </p:sp>
      <p:sp>
        <p:nvSpPr>
          <p:cNvPr id="258" name="文本框 257"/>
          <p:cNvSpPr txBox="1"/>
          <p:nvPr/>
        </p:nvSpPr>
        <p:spPr>
          <a:xfrm>
            <a:off x="6608711" y="6535125"/>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a:t>
            </a:r>
            <a:endParaRPr lang="zh-CN" altLang="en-US" sz="900" b="1" dirty="0">
              <a:latin typeface="微软雅黑" panose="020B0503020204020204" pitchFamily="34" charset="-122"/>
              <a:ea typeface="微软雅黑" panose="020B0503020204020204" pitchFamily="34" charset="-122"/>
            </a:endParaRPr>
          </a:p>
        </p:txBody>
      </p:sp>
      <p:sp>
        <p:nvSpPr>
          <p:cNvPr id="259" name="文本框 258"/>
          <p:cNvSpPr txBox="1"/>
          <p:nvPr/>
        </p:nvSpPr>
        <p:spPr>
          <a:xfrm>
            <a:off x="7367059" y="6524252"/>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a:t>
            </a:r>
            <a:endParaRPr lang="zh-CN" altLang="en-US" sz="900" b="1" dirty="0">
              <a:latin typeface="微软雅黑" panose="020B0503020204020204" pitchFamily="34" charset="-122"/>
              <a:ea typeface="微软雅黑" panose="020B0503020204020204" pitchFamily="34" charset="-122"/>
            </a:endParaRPr>
          </a:p>
        </p:txBody>
      </p:sp>
      <p:sp>
        <p:nvSpPr>
          <p:cNvPr id="260" name="文本框 259"/>
          <p:cNvSpPr txBox="1"/>
          <p:nvPr/>
        </p:nvSpPr>
        <p:spPr>
          <a:xfrm>
            <a:off x="8207530" y="6541728"/>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a:t>
            </a:r>
            <a:endParaRPr lang="zh-CN" altLang="en-US" sz="900" b="1" dirty="0">
              <a:latin typeface="微软雅黑" panose="020B0503020204020204" pitchFamily="34" charset="-122"/>
              <a:ea typeface="微软雅黑" panose="020B0503020204020204" pitchFamily="34" charset="-122"/>
            </a:endParaRPr>
          </a:p>
        </p:txBody>
      </p:sp>
      <p:sp>
        <p:nvSpPr>
          <p:cNvPr id="261" name="文本框 260"/>
          <p:cNvSpPr txBox="1"/>
          <p:nvPr/>
        </p:nvSpPr>
        <p:spPr>
          <a:xfrm>
            <a:off x="8949762" y="6532448"/>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Cloud-1.67</a:t>
            </a:r>
            <a:endParaRPr lang="zh-CN" altLang="en-US" sz="900" b="1" dirty="0">
              <a:latin typeface="微软雅黑" panose="020B0503020204020204" pitchFamily="34" charset="-122"/>
              <a:ea typeface="微软雅黑" panose="020B0503020204020204" pitchFamily="34" charset="-122"/>
            </a:endParaRPr>
          </a:p>
        </p:txBody>
      </p:sp>
      <p:sp>
        <p:nvSpPr>
          <p:cNvPr id="262" name="文本框 261"/>
          <p:cNvSpPr txBox="1"/>
          <p:nvPr/>
        </p:nvSpPr>
        <p:spPr>
          <a:xfrm>
            <a:off x="9707715" y="6548745"/>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Cloud-2.68</a:t>
            </a:r>
            <a:endParaRPr lang="zh-CN" altLang="en-US" sz="900" b="1" dirty="0">
              <a:latin typeface="微软雅黑" panose="020B0503020204020204" pitchFamily="34" charset="-122"/>
              <a:ea typeface="微软雅黑" panose="020B0503020204020204" pitchFamily="34" charset="-122"/>
            </a:endParaRPr>
          </a:p>
        </p:txBody>
      </p:sp>
      <p:sp>
        <p:nvSpPr>
          <p:cNvPr id="263" name="文本框 262"/>
          <p:cNvSpPr txBox="1"/>
          <p:nvPr/>
        </p:nvSpPr>
        <p:spPr>
          <a:xfrm>
            <a:off x="10538718" y="6546402"/>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Cloud-3.69</a:t>
            </a:r>
            <a:endParaRPr lang="zh-CN" altLang="en-US" sz="900" b="1" dirty="0">
              <a:latin typeface="微软雅黑" panose="020B0503020204020204" pitchFamily="34" charset="-122"/>
              <a:ea typeface="微软雅黑" panose="020B0503020204020204" pitchFamily="34" charset="-122"/>
            </a:endParaRPr>
          </a:p>
        </p:txBody>
      </p:sp>
      <p:sp>
        <p:nvSpPr>
          <p:cNvPr id="264" name="文本框 263"/>
          <p:cNvSpPr txBox="1"/>
          <p:nvPr/>
        </p:nvSpPr>
        <p:spPr>
          <a:xfrm>
            <a:off x="11386815" y="6541728"/>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Master.72</a:t>
            </a:r>
            <a:endParaRPr lang="zh-CN" altLang="en-US" sz="900" b="1" dirty="0">
              <a:latin typeface="微软雅黑" panose="020B0503020204020204" pitchFamily="34" charset="-122"/>
              <a:ea typeface="微软雅黑" panose="020B0503020204020204" pitchFamily="34" charset="-122"/>
            </a:endParaRPr>
          </a:p>
        </p:txBody>
      </p:sp>
    </p:spTree>
  </p:cSld>
  <p:clrMapOvr>
    <a:masterClrMapping/>
  </p:clrMapOvr>
  <p:transition advClick="0" advTm="800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文本框 14"/>
          <p:cNvSpPr txBox="1"/>
          <p:nvPr/>
        </p:nvSpPr>
        <p:spPr>
          <a:xfrm>
            <a:off x="34355" y="836712"/>
            <a:ext cx="761747"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电源适配器</a:t>
            </a:r>
            <a:endParaRPr lang="en-US" altLang="zh-CN" sz="900" b="1" dirty="0" smtClean="0">
              <a:latin typeface="微软雅黑" panose="020B0503020204020204" pitchFamily="34" charset="-122"/>
              <a:ea typeface="微软雅黑" panose="020B0503020204020204" pitchFamily="34" charset="-122"/>
            </a:endParaRPr>
          </a:p>
        </p:txBody>
      </p:sp>
      <p:sp>
        <p:nvSpPr>
          <p:cNvPr id="16" name="文本框 15"/>
          <p:cNvSpPr txBox="1"/>
          <p:nvPr/>
        </p:nvSpPr>
        <p:spPr>
          <a:xfrm>
            <a:off x="849254" y="842839"/>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入户终端盒</a:t>
            </a:r>
            <a:endParaRPr lang="en-US" altLang="zh-CN" sz="900" b="1" dirty="0" smtClean="0">
              <a:latin typeface="微软雅黑" panose="020B0503020204020204" pitchFamily="34" charset="-122"/>
              <a:ea typeface="微软雅黑" panose="020B0503020204020204" pitchFamily="34" charset="-122"/>
            </a:endParaRPr>
          </a:p>
        </p:txBody>
      </p:sp>
      <p:sp>
        <p:nvSpPr>
          <p:cNvPr id="17" name="文本框 16"/>
          <p:cNvSpPr txBox="1"/>
          <p:nvPr/>
        </p:nvSpPr>
        <p:spPr>
          <a:xfrm>
            <a:off x="1598199" y="836712"/>
            <a:ext cx="877163"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交流电取电口</a:t>
            </a:r>
            <a:endParaRPr lang="en-US" altLang="zh-CN" sz="900" b="1" dirty="0" smtClean="0">
              <a:latin typeface="微软雅黑" panose="020B0503020204020204" pitchFamily="34" charset="-122"/>
              <a:ea typeface="微软雅黑" panose="020B0503020204020204" pitchFamily="34" charset="-122"/>
            </a:endParaRPr>
          </a:p>
        </p:txBody>
      </p:sp>
      <p:sp>
        <p:nvSpPr>
          <p:cNvPr id="18" name="文本框 17"/>
          <p:cNvSpPr txBox="1"/>
          <p:nvPr/>
        </p:nvSpPr>
        <p:spPr>
          <a:xfrm>
            <a:off x="2446068" y="836712"/>
            <a:ext cx="856325"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PSE</a:t>
            </a:r>
            <a:r>
              <a:rPr lang="zh-CN" altLang="en-US" sz="900" b="1" dirty="0" smtClean="0">
                <a:latin typeface="微软雅黑" panose="020B0503020204020204" pitchFamily="34" charset="-122"/>
                <a:ea typeface="微软雅黑" panose="020B0503020204020204" pitchFamily="34" charset="-122"/>
              </a:rPr>
              <a:t>供电模块</a:t>
            </a:r>
            <a:endParaRPr lang="en-US" altLang="zh-CN" sz="900" b="1" dirty="0" smtClean="0">
              <a:latin typeface="微软雅黑" panose="020B0503020204020204" pitchFamily="34" charset="-122"/>
              <a:ea typeface="微软雅黑" panose="020B0503020204020204" pitchFamily="34" charset="-122"/>
            </a:endParaRPr>
          </a:p>
        </p:txBody>
      </p:sp>
      <p:sp>
        <p:nvSpPr>
          <p:cNvPr id="19" name="文本框 18"/>
          <p:cNvSpPr txBox="1"/>
          <p:nvPr/>
        </p:nvSpPr>
        <p:spPr>
          <a:xfrm>
            <a:off x="3397430" y="836712"/>
            <a:ext cx="530916"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光节点</a:t>
            </a:r>
            <a:endParaRPr lang="en-US" altLang="zh-CN" sz="900" b="1" dirty="0" smtClean="0">
              <a:latin typeface="微软雅黑" panose="020B0503020204020204" pitchFamily="34" charset="-122"/>
              <a:ea typeface="微软雅黑" panose="020B0503020204020204" pitchFamily="34" charset="-122"/>
            </a:endParaRPr>
          </a:p>
        </p:txBody>
      </p:sp>
      <p:sp>
        <p:nvSpPr>
          <p:cNvPr id="20" name="文本框 19"/>
          <p:cNvSpPr txBox="1"/>
          <p:nvPr/>
        </p:nvSpPr>
        <p:spPr>
          <a:xfrm>
            <a:off x="4231469" y="836712"/>
            <a:ext cx="452368"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MRS</a:t>
            </a:r>
          </a:p>
        </p:txBody>
      </p:sp>
      <p:sp>
        <p:nvSpPr>
          <p:cNvPr id="21" name="文本框 20"/>
          <p:cNvSpPr txBox="1"/>
          <p:nvPr/>
        </p:nvSpPr>
        <p:spPr>
          <a:xfrm>
            <a:off x="4986900" y="836712"/>
            <a:ext cx="654346"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POS</a:t>
            </a:r>
            <a:r>
              <a:rPr lang="zh-CN" altLang="en-US" sz="900" b="1" dirty="0" smtClean="0">
                <a:latin typeface="微软雅黑" panose="020B0503020204020204" pitchFamily="34" charset="-122"/>
                <a:ea typeface="微软雅黑" panose="020B0503020204020204" pitchFamily="34" charset="-122"/>
              </a:rPr>
              <a:t>终端</a:t>
            </a:r>
            <a:endParaRPr lang="en-US" altLang="zh-CN" sz="900" b="1" dirty="0" smtClean="0">
              <a:latin typeface="微软雅黑" panose="020B0503020204020204" pitchFamily="34" charset="-122"/>
              <a:ea typeface="微软雅黑" panose="020B0503020204020204" pitchFamily="34" charset="-122"/>
            </a:endParaRPr>
          </a:p>
        </p:txBody>
      </p:sp>
      <p:sp>
        <p:nvSpPr>
          <p:cNvPr id="22" name="文本框 21"/>
          <p:cNvSpPr txBox="1"/>
          <p:nvPr/>
        </p:nvSpPr>
        <p:spPr>
          <a:xfrm>
            <a:off x="5807968"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模拟电视</a:t>
            </a:r>
            <a:endParaRPr lang="en-US" altLang="zh-CN" sz="900" b="1" dirty="0" smtClean="0">
              <a:latin typeface="微软雅黑" panose="020B0503020204020204" pitchFamily="34" charset="-122"/>
              <a:ea typeface="微软雅黑" panose="020B0503020204020204" pitchFamily="34" charset="-122"/>
            </a:endParaRPr>
          </a:p>
        </p:txBody>
      </p:sp>
      <p:sp>
        <p:nvSpPr>
          <p:cNvPr id="23" name="文本框 22"/>
          <p:cNvSpPr txBox="1"/>
          <p:nvPr/>
        </p:nvSpPr>
        <p:spPr>
          <a:xfrm>
            <a:off x="6621022"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数字话机</a:t>
            </a:r>
            <a:endParaRPr lang="en-US" altLang="zh-CN" sz="900" b="1" dirty="0" smtClean="0">
              <a:latin typeface="微软雅黑" panose="020B0503020204020204" pitchFamily="34" charset="-122"/>
              <a:ea typeface="微软雅黑" panose="020B0503020204020204" pitchFamily="34" charset="-122"/>
            </a:endParaRPr>
          </a:p>
        </p:txBody>
      </p:sp>
      <p:sp>
        <p:nvSpPr>
          <p:cNvPr id="24" name="文本框 23"/>
          <p:cNvSpPr txBox="1"/>
          <p:nvPr/>
        </p:nvSpPr>
        <p:spPr>
          <a:xfrm>
            <a:off x="7299171"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1</a:t>
            </a:r>
          </a:p>
        </p:txBody>
      </p:sp>
      <p:sp>
        <p:nvSpPr>
          <p:cNvPr id="25" name="文本框 24"/>
          <p:cNvSpPr txBox="1"/>
          <p:nvPr/>
        </p:nvSpPr>
        <p:spPr>
          <a:xfrm>
            <a:off x="8128001"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2</a:t>
            </a:r>
          </a:p>
        </p:txBody>
      </p:sp>
      <p:sp>
        <p:nvSpPr>
          <p:cNvPr id="26" name="文本框 25"/>
          <p:cNvSpPr txBox="1"/>
          <p:nvPr/>
        </p:nvSpPr>
        <p:spPr>
          <a:xfrm>
            <a:off x="8921526"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3</a:t>
            </a:r>
          </a:p>
        </p:txBody>
      </p:sp>
      <p:sp>
        <p:nvSpPr>
          <p:cNvPr id="27" name="文本框 26"/>
          <p:cNvSpPr txBox="1"/>
          <p:nvPr/>
        </p:nvSpPr>
        <p:spPr>
          <a:xfrm>
            <a:off x="9705106"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4</a:t>
            </a:r>
          </a:p>
        </p:txBody>
      </p:sp>
      <p:pic>
        <p:nvPicPr>
          <p:cNvPr id="30" name="图片 29"/>
          <p:cNvPicPr>
            <a:picLocks noChangeAspect="1"/>
          </p:cNvPicPr>
          <p:nvPr/>
        </p:nvPicPr>
        <p:blipFill>
          <a:blip r:embed="rId3"/>
          <a:stretch>
            <a:fillRect/>
          </a:stretch>
        </p:blipFill>
        <p:spPr>
          <a:xfrm>
            <a:off x="147799" y="0"/>
            <a:ext cx="571305" cy="764704"/>
          </a:xfrm>
          <a:prstGeom prst="rect">
            <a:avLst/>
          </a:prstGeom>
        </p:spPr>
      </p:pic>
      <p:pic>
        <p:nvPicPr>
          <p:cNvPr id="31" name="图片 30"/>
          <p:cNvPicPr>
            <a:picLocks noChangeAspect="1"/>
          </p:cNvPicPr>
          <p:nvPr/>
        </p:nvPicPr>
        <p:blipFill>
          <a:blip r:embed="rId4"/>
          <a:stretch>
            <a:fillRect/>
          </a:stretch>
        </p:blipFill>
        <p:spPr>
          <a:xfrm>
            <a:off x="849254" y="116632"/>
            <a:ext cx="761748" cy="562771"/>
          </a:xfrm>
          <a:prstGeom prst="rect">
            <a:avLst/>
          </a:prstGeom>
        </p:spPr>
      </p:pic>
      <p:pic>
        <p:nvPicPr>
          <p:cNvPr id="32" name="图片 31"/>
          <p:cNvPicPr>
            <a:picLocks noChangeAspect="1"/>
          </p:cNvPicPr>
          <p:nvPr/>
        </p:nvPicPr>
        <p:blipFill>
          <a:blip r:embed="rId5"/>
          <a:stretch>
            <a:fillRect/>
          </a:stretch>
        </p:blipFill>
        <p:spPr>
          <a:xfrm>
            <a:off x="1680208" y="44624"/>
            <a:ext cx="713143" cy="720080"/>
          </a:xfrm>
          <a:prstGeom prst="rect">
            <a:avLst/>
          </a:prstGeom>
        </p:spPr>
      </p:pic>
      <p:pic>
        <p:nvPicPr>
          <p:cNvPr id="33" name="图片 32"/>
          <p:cNvPicPr>
            <a:picLocks noChangeAspect="1"/>
          </p:cNvPicPr>
          <p:nvPr/>
        </p:nvPicPr>
        <p:blipFill>
          <a:blip r:embed="rId6"/>
          <a:stretch>
            <a:fillRect/>
          </a:stretch>
        </p:blipFill>
        <p:spPr>
          <a:xfrm>
            <a:off x="5703960" y="73477"/>
            <a:ext cx="750340" cy="617749"/>
          </a:xfrm>
          <a:prstGeom prst="rect">
            <a:avLst/>
          </a:prstGeom>
        </p:spPr>
      </p:pic>
      <p:pic>
        <p:nvPicPr>
          <p:cNvPr id="34" name="图片 33"/>
          <p:cNvPicPr>
            <a:picLocks noChangeAspect="1"/>
          </p:cNvPicPr>
          <p:nvPr/>
        </p:nvPicPr>
        <p:blipFill>
          <a:blip r:embed="rId7"/>
          <a:stretch>
            <a:fillRect/>
          </a:stretch>
        </p:blipFill>
        <p:spPr>
          <a:xfrm>
            <a:off x="3302393" y="116632"/>
            <a:ext cx="746185" cy="562772"/>
          </a:xfrm>
          <a:prstGeom prst="rect">
            <a:avLst/>
          </a:prstGeom>
        </p:spPr>
      </p:pic>
      <p:pic>
        <p:nvPicPr>
          <p:cNvPr id="35" name="图片 34"/>
          <p:cNvPicPr>
            <a:picLocks noChangeAspect="1"/>
          </p:cNvPicPr>
          <p:nvPr/>
        </p:nvPicPr>
        <p:blipFill>
          <a:blip r:embed="rId8"/>
          <a:stretch>
            <a:fillRect/>
          </a:stretch>
        </p:blipFill>
        <p:spPr>
          <a:xfrm>
            <a:off x="4125269" y="38025"/>
            <a:ext cx="726857" cy="719984"/>
          </a:xfrm>
          <a:prstGeom prst="rect">
            <a:avLst/>
          </a:prstGeom>
        </p:spPr>
      </p:pic>
      <p:pic>
        <p:nvPicPr>
          <p:cNvPr id="36" name="图片 35"/>
          <p:cNvPicPr>
            <a:picLocks noChangeAspect="1"/>
          </p:cNvPicPr>
          <p:nvPr/>
        </p:nvPicPr>
        <p:blipFill>
          <a:blip r:embed="rId9"/>
          <a:stretch>
            <a:fillRect/>
          </a:stretch>
        </p:blipFill>
        <p:spPr>
          <a:xfrm>
            <a:off x="2470042" y="73477"/>
            <a:ext cx="775143" cy="648219"/>
          </a:xfrm>
          <a:prstGeom prst="rect">
            <a:avLst/>
          </a:prstGeom>
        </p:spPr>
      </p:pic>
      <p:pic>
        <p:nvPicPr>
          <p:cNvPr id="37" name="图片 36"/>
          <p:cNvPicPr>
            <a:picLocks noChangeAspect="1"/>
          </p:cNvPicPr>
          <p:nvPr/>
        </p:nvPicPr>
        <p:blipFill>
          <a:blip r:embed="rId10"/>
          <a:stretch>
            <a:fillRect/>
          </a:stretch>
        </p:blipFill>
        <p:spPr>
          <a:xfrm>
            <a:off x="5029371" y="40758"/>
            <a:ext cx="437667" cy="719707"/>
          </a:xfrm>
          <a:prstGeom prst="rect">
            <a:avLst/>
          </a:prstGeom>
        </p:spPr>
      </p:pic>
      <p:pic>
        <p:nvPicPr>
          <p:cNvPr id="38" name="图片 37"/>
          <p:cNvPicPr>
            <a:picLocks noChangeAspect="1"/>
          </p:cNvPicPr>
          <p:nvPr/>
        </p:nvPicPr>
        <p:blipFill>
          <a:blip r:embed="rId11"/>
          <a:stretch>
            <a:fillRect/>
          </a:stretch>
        </p:blipFill>
        <p:spPr>
          <a:xfrm>
            <a:off x="6528048" y="28231"/>
            <a:ext cx="771123" cy="737557"/>
          </a:xfrm>
          <a:prstGeom prst="rect">
            <a:avLst/>
          </a:prstGeom>
        </p:spPr>
      </p:pic>
      <p:pic>
        <p:nvPicPr>
          <p:cNvPr id="39" name="图片 38"/>
          <p:cNvPicPr>
            <a:picLocks noChangeAspect="1"/>
          </p:cNvPicPr>
          <p:nvPr/>
        </p:nvPicPr>
        <p:blipFill>
          <a:blip r:embed="rId12"/>
          <a:stretch>
            <a:fillRect/>
          </a:stretch>
        </p:blipFill>
        <p:spPr>
          <a:xfrm>
            <a:off x="7404116" y="12921"/>
            <a:ext cx="597029" cy="738859"/>
          </a:xfrm>
          <a:prstGeom prst="rect">
            <a:avLst/>
          </a:prstGeom>
        </p:spPr>
      </p:pic>
      <p:pic>
        <p:nvPicPr>
          <p:cNvPr id="40" name="图片 39"/>
          <p:cNvPicPr>
            <a:picLocks noChangeAspect="1"/>
          </p:cNvPicPr>
          <p:nvPr/>
        </p:nvPicPr>
        <p:blipFill>
          <a:blip r:embed="rId13"/>
          <a:stretch>
            <a:fillRect/>
          </a:stretch>
        </p:blipFill>
        <p:spPr>
          <a:xfrm>
            <a:off x="8255182" y="52938"/>
            <a:ext cx="569143" cy="695346"/>
          </a:xfrm>
          <a:prstGeom prst="rect">
            <a:avLst/>
          </a:prstGeom>
        </p:spPr>
      </p:pic>
      <p:pic>
        <p:nvPicPr>
          <p:cNvPr id="41" name="图片 40"/>
          <p:cNvPicPr>
            <a:picLocks noChangeAspect="1"/>
          </p:cNvPicPr>
          <p:nvPr/>
        </p:nvPicPr>
        <p:blipFill>
          <a:blip r:embed="rId14"/>
          <a:stretch>
            <a:fillRect/>
          </a:stretch>
        </p:blipFill>
        <p:spPr>
          <a:xfrm>
            <a:off x="9078363" y="44624"/>
            <a:ext cx="569143" cy="695346"/>
          </a:xfrm>
          <a:prstGeom prst="rect">
            <a:avLst/>
          </a:prstGeom>
        </p:spPr>
      </p:pic>
      <p:pic>
        <p:nvPicPr>
          <p:cNvPr id="42" name="图片 41"/>
          <p:cNvPicPr>
            <a:picLocks noChangeAspect="1"/>
          </p:cNvPicPr>
          <p:nvPr/>
        </p:nvPicPr>
        <p:blipFill>
          <a:blip r:embed="rId15"/>
          <a:stretch>
            <a:fillRect/>
          </a:stretch>
        </p:blipFill>
        <p:spPr>
          <a:xfrm>
            <a:off x="9930197" y="44624"/>
            <a:ext cx="569143" cy="695346"/>
          </a:xfrm>
          <a:prstGeom prst="rect">
            <a:avLst/>
          </a:prstGeom>
        </p:spPr>
      </p:pic>
      <p:sp>
        <p:nvSpPr>
          <p:cNvPr id="2" name="文本框 1"/>
          <p:cNvSpPr txBox="1"/>
          <p:nvPr/>
        </p:nvSpPr>
        <p:spPr>
          <a:xfrm>
            <a:off x="10596653" y="865659"/>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抱</a:t>
            </a:r>
            <a:r>
              <a:rPr lang="zh-CN" altLang="en-US" sz="900" b="1" dirty="0" smtClean="0">
                <a:latin typeface="微软雅黑" panose="020B0503020204020204" pitchFamily="34" charset="-122"/>
                <a:ea typeface="微软雅黑" panose="020B0503020204020204" pitchFamily="34" charset="-122"/>
              </a:rPr>
              <a:t>杆摄像头</a:t>
            </a:r>
            <a:endParaRPr lang="en-US" sz="9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10537385" y="177697"/>
            <a:ext cx="806817" cy="501706"/>
            <a:chOff x="1832395" y="1138468"/>
            <a:chExt cx="5434959" cy="3379640"/>
          </a:xfrm>
        </p:grpSpPr>
        <p:pic>
          <p:nvPicPr>
            <p:cNvPr id="29" name="图片 28"/>
            <p:cNvPicPr>
              <a:picLocks noChangeAspect="1"/>
            </p:cNvPicPr>
            <p:nvPr/>
          </p:nvPicPr>
          <p:blipFill>
            <a:blip r:embed="rId16" cstate="print"/>
            <a:stretch>
              <a:fillRect/>
            </a:stretch>
          </p:blipFill>
          <p:spPr>
            <a:xfrm>
              <a:off x="1832395" y="1138468"/>
              <a:ext cx="5250516" cy="3379640"/>
            </a:xfrm>
            <a:prstGeom prst="rect">
              <a:avLst/>
            </a:prstGeom>
          </p:spPr>
        </p:pic>
        <p:sp>
          <p:nvSpPr>
            <p:cNvPr id="3" name="矩形 2"/>
            <p:cNvSpPr/>
            <p:nvPr/>
          </p:nvSpPr>
          <p:spPr>
            <a:xfrm>
              <a:off x="6738938" y="1146248"/>
              <a:ext cx="528416" cy="3282878"/>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文本框 42"/>
          <p:cNvSpPr txBox="1"/>
          <p:nvPr/>
        </p:nvSpPr>
        <p:spPr>
          <a:xfrm>
            <a:off x="11396967" y="865659"/>
            <a:ext cx="69281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以太网</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6" name="组合 5"/>
          <p:cNvGrpSpPr/>
          <p:nvPr/>
        </p:nvGrpSpPr>
        <p:grpSpPr>
          <a:xfrm>
            <a:off x="11428704" y="81986"/>
            <a:ext cx="721361" cy="573456"/>
            <a:chOff x="4405846" y="1213030"/>
            <a:chExt cx="4931819" cy="3920619"/>
          </a:xfrm>
        </p:grpSpPr>
        <p:sp>
          <p:nvSpPr>
            <p:cNvPr id="5" name="圆角矩形 4"/>
            <p:cNvSpPr/>
            <p:nvPr/>
          </p:nvSpPr>
          <p:spPr>
            <a:xfrm>
              <a:off x="4405847" y="1994785"/>
              <a:ext cx="3228750" cy="3138864"/>
            </a:xfrm>
            <a:prstGeom prst="roundRect">
              <a:avLst>
                <a:gd name="adj" fmla="val 10901"/>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组合 27024"/>
            <p:cNvGrpSpPr>
              <a:grpSpLocks/>
            </p:cNvGrpSpPr>
            <p:nvPr/>
          </p:nvGrpSpPr>
          <p:grpSpPr bwMode="auto">
            <a:xfrm>
              <a:off x="4405846" y="1213030"/>
              <a:ext cx="4931819" cy="3920618"/>
              <a:chOff x="4799013" y="909638"/>
              <a:chExt cx="661987" cy="525463"/>
            </a:xfrm>
            <a:solidFill>
              <a:srgbClr val="00AEEF"/>
            </a:solidFill>
          </p:grpSpPr>
          <p:sp>
            <p:nvSpPr>
              <p:cNvPr id="47" name="Freeform 298"/>
              <p:cNvSpPr>
                <a:spLocks/>
              </p:cNvSpPr>
              <p:nvPr/>
            </p:nvSpPr>
            <p:spPr bwMode="auto">
              <a:xfrm>
                <a:off x="4799013" y="1014413"/>
                <a:ext cx="433388" cy="420688"/>
              </a:xfrm>
              <a:custGeom>
                <a:avLst/>
                <a:gdLst>
                  <a:gd name="T0" fmla="*/ 2147483646 w 921"/>
                  <a:gd name="T1" fmla="*/ 2147483646 h 895"/>
                  <a:gd name="T2" fmla="*/ 2147483646 w 921"/>
                  <a:gd name="T3" fmla="*/ 2147483646 h 895"/>
                  <a:gd name="T4" fmla="*/ 2147483646 w 921"/>
                  <a:gd name="T5" fmla="*/ 2147483646 h 895"/>
                  <a:gd name="T6" fmla="*/ 2147483646 w 921"/>
                  <a:gd name="T7" fmla="*/ 2147483646 h 895"/>
                  <a:gd name="T8" fmla="*/ 2147483646 w 921"/>
                  <a:gd name="T9" fmla="*/ 2147483646 h 895"/>
                  <a:gd name="T10" fmla="*/ 2147483646 w 921"/>
                  <a:gd name="T11" fmla="*/ 2147483646 h 895"/>
                  <a:gd name="T12" fmla="*/ 2147483646 w 921"/>
                  <a:gd name="T13" fmla="*/ 2147483646 h 895"/>
                  <a:gd name="T14" fmla="*/ 2147483646 w 921"/>
                  <a:gd name="T15" fmla="*/ 2147483646 h 895"/>
                  <a:gd name="T16" fmla="*/ 2147483646 w 921"/>
                  <a:gd name="T17" fmla="*/ 2147483646 h 895"/>
                  <a:gd name="T18" fmla="*/ 2147483646 w 921"/>
                  <a:gd name="T19" fmla="*/ 2147483646 h 895"/>
                  <a:gd name="T20" fmla="*/ 2147483646 w 921"/>
                  <a:gd name="T21" fmla="*/ 2147483646 h 895"/>
                  <a:gd name="T22" fmla="*/ 2147483646 w 921"/>
                  <a:gd name="T23" fmla="*/ 2147483646 h 895"/>
                  <a:gd name="T24" fmla="*/ 2147483646 w 921"/>
                  <a:gd name="T25" fmla="*/ 2147483646 h 895"/>
                  <a:gd name="T26" fmla="*/ 2147483646 w 921"/>
                  <a:gd name="T27" fmla="*/ 2147483646 h 895"/>
                  <a:gd name="T28" fmla="*/ 2147483646 w 921"/>
                  <a:gd name="T29" fmla="*/ 2147483646 h 895"/>
                  <a:gd name="T30" fmla="*/ 2147483646 w 921"/>
                  <a:gd name="T31" fmla="*/ 2147483646 h 895"/>
                  <a:gd name="T32" fmla="*/ 2147483646 w 921"/>
                  <a:gd name="T33" fmla="*/ 2147483646 h 895"/>
                  <a:gd name="T34" fmla="*/ 0 w 921"/>
                  <a:gd name="T35" fmla="*/ 2147483646 h 895"/>
                  <a:gd name="T36" fmla="*/ 0 w 921"/>
                  <a:gd name="T37" fmla="*/ 2147483646 h 895"/>
                  <a:gd name="T38" fmla="*/ 2147483646 w 921"/>
                  <a:gd name="T39" fmla="*/ 0 h 895"/>
                  <a:gd name="T40" fmla="*/ 2147483646 w 921"/>
                  <a:gd name="T41" fmla="*/ 0 h 895"/>
                  <a:gd name="T42" fmla="*/ 2147483646 w 921"/>
                  <a:gd name="T43" fmla="*/ 2147483646 h 895"/>
                  <a:gd name="T44" fmla="*/ 2147483646 w 921"/>
                  <a:gd name="T45" fmla="*/ 2147483646 h 895"/>
                  <a:gd name="T46" fmla="*/ 2147483646 w 921"/>
                  <a:gd name="T47" fmla="*/ 2147483646 h 89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21" h="895">
                    <a:moveTo>
                      <a:pt x="818" y="895"/>
                    </a:moveTo>
                    <a:lnTo>
                      <a:pt x="818" y="895"/>
                    </a:lnTo>
                    <a:lnTo>
                      <a:pt x="694" y="895"/>
                    </a:lnTo>
                    <a:cubicBezTo>
                      <a:pt x="678" y="895"/>
                      <a:pt x="666" y="882"/>
                      <a:pt x="666" y="867"/>
                    </a:cubicBezTo>
                    <a:cubicBezTo>
                      <a:pt x="666" y="852"/>
                      <a:pt x="678" y="840"/>
                      <a:pt x="694" y="840"/>
                    </a:cubicBezTo>
                    <a:lnTo>
                      <a:pt x="818" y="840"/>
                    </a:lnTo>
                    <a:cubicBezTo>
                      <a:pt x="845" y="840"/>
                      <a:pt x="866" y="822"/>
                      <a:pt x="866" y="800"/>
                    </a:cubicBezTo>
                    <a:lnTo>
                      <a:pt x="866" y="95"/>
                    </a:lnTo>
                    <a:cubicBezTo>
                      <a:pt x="866" y="73"/>
                      <a:pt x="845" y="55"/>
                      <a:pt x="818" y="55"/>
                    </a:cubicBezTo>
                    <a:lnTo>
                      <a:pt x="103" y="55"/>
                    </a:lnTo>
                    <a:cubicBezTo>
                      <a:pt x="77" y="55"/>
                      <a:pt x="55" y="73"/>
                      <a:pt x="55" y="95"/>
                    </a:cubicBezTo>
                    <a:lnTo>
                      <a:pt x="55" y="800"/>
                    </a:lnTo>
                    <a:cubicBezTo>
                      <a:pt x="55" y="822"/>
                      <a:pt x="77" y="840"/>
                      <a:pt x="103" y="840"/>
                    </a:cubicBezTo>
                    <a:lnTo>
                      <a:pt x="518" y="840"/>
                    </a:lnTo>
                    <a:cubicBezTo>
                      <a:pt x="534" y="840"/>
                      <a:pt x="546" y="852"/>
                      <a:pt x="546" y="867"/>
                    </a:cubicBezTo>
                    <a:cubicBezTo>
                      <a:pt x="546" y="882"/>
                      <a:pt x="534" y="895"/>
                      <a:pt x="518" y="895"/>
                    </a:cubicBezTo>
                    <a:lnTo>
                      <a:pt x="103" y="895"/>
                    </a:lnTo>
                    <a:cubicBezTo>
                      <a:pt x="47" y="895"/>
                      <a:pt x="0" y="852"/>
                      <a:pt x="0" y="800"/>
                    </a:cubicBezTo>
                    <a:lnTo>
                      <a:pt x="0" y="95"/>
                    </a:lnTo>
                    <a:cubicBezTo>
                      <a:pt x="0" y="43"/>
                      <a:pt x="47" y="0"/>
                      <a:pt x="103" y="0"/>
                    </a:cubicBezTo>
                    <a:lnTo>
                      <a:pt x="818" y="0"/>
                    </a:lnTo>
                    <a:cubicBezTo>
                      <a:pt x="875" y="0"/>
                      <a:pt x="921" y="43"/>
                      <a:pt x="921" y="95"/>
                    </a:cubicBezTo>
                    <a:lnTo>
                      <a:pt x="921" y="800"/>
                    </a:lnTo>
                    <a:cubicBezTo>
                      <a:pt x="921" y="852"/>
                      <a:pt x="875" y="895"/>
                      <a:pt x="818" y="895"/>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0" name="Freeform 301"/>
              <p:cNvSpPr>
                <a:spLocks/>
              </p:cNvSpPr>
              <p:nvPr/>
            </p:nvSpPr>
            <p:spPr bwMode="auto">
              <a:xfrm>
                <a:off x="4940300"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3" y="0"/>
                      <a:pt x="55" y="12"/>
                      <a:pt x="55" y="27"/>
                    </a:cubicBezTo>
                    <a:lnTo>
                      <a:pt x="55" y="248"/>
                    </a:lnTo>
                    <a:cubicBezTo>
                      <a:pt x="55" y="264"/>
                      <a:pt x="43"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1" name="Freeform 302"/>
              <p:cNvSpPr>
                <a:spLocks/>
              </p:cNvSpPr>
              <p:nvPr/>
            </p:nvSpPr>
            <p:spPr bwMode="auto">
              <a:xfrm>
                <a:off x="5065713"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2" y="0"/>
                      <a:pt x="55" y="12"/>
                      <a:pt x="55" y="27"/>
                    </a:cubicBezTo>
                    <a:lnTo>
                      <a:pt x="55" y="248"/>
                    </a:lnTo>
                    <a:cubicBezTo>
                      <a:pt x="55" y="264"/>
                      <a:pt x="42"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2" name="Freeform 303"/>
              <p:cNvSpPr>
                <a:spLocks/>
              </p:cNvSpPr>
              <p:nvPr/>
            </p:nvSpPr>
            <p:spPr bwMode="auto">
              <a:xfrm>
                <a:off x="4930775" y="1157288"/>
                <a:ext cx="168275" cy="134938"/>
              </a:xfrm>
              <a:custGeom>
                <a:avLst/>
                <a:gdLst>
                  <a:gd name="T0" fmla="*/ 2147483646 w 357"/>
                  <a:gd name="T1" fmla="*/ 2147483646 h 285"/>
                  <a:gd name="T2" fmla="*/ 2147483646 w 357"/>
                  <a:gd name="T3" fmla="*/ 2147483646 h 285"/>
                  <a:gd name="T4" fmla="*/ 2147483646 w 357"/>
                  <a:gd name="T5" fmla="*/ 2147483646 h 285"/>
                  <a:gd name="T6" fmla="*/ 2147483646 w 357"/>
                  <a:gd name="T7" fmla="*/ 2147483646 h 285"/>
                  <a:gd name="T8" fmla="*/ 2147483646 w 357"/>
                  <a:gd name="T9" fmla="*/ 2147483646 h 285"/>
                  <a:gd name="T10" fmla="*/ 2147483646 w 357"/>
                  <a:gd name="T11" fmla="*/ 2147483646 h 285"/>
                  <a:gd name="T12" fmla="*/ 2147483646 w 357"/>
                  <a:gd name="T13" fmla="*/ 0 h 285"/>
                  <a:gd name="T14" fmla="*/ 0 w 357"/>
                  <a:gd name="T15" fmla="*/ 0 h 285"/>
                  <a:gd name="T16" fmla="*/ 0 w 357"/>
                  <a:gd name="T17" fmla="*/ 2147483646 h 285"/>
                  <a:gd name="T18" fmla="*/ 2147483646 w 357"/>
                  <a:gd name="T19" fmla="*/ 2147483646 h 2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7" h="285">
                    <a:moveTo>
                      <a:pt x="79" y="206"/>
                    </a:moveTo>
                    <a:lnTo>
                      <a:pt x="79" y="206"/>
                    </a:lnTo>
                    <a:lnTo>
                      <a:pt x="79" y="285"/>
                    </a:lnTo>
                    <a:lnTo>
                      <a:pt x="279" y="285"/>
                    </a:lnTo>
                    <a:lnTo>
                      <a:pt x="279" y="206"/>
                    </a:lnTo>
                    <a:lnTo>
                      <a:pt x="357" y="206"/>
                    </a:lnTo>
                    <a:lnTo>
                      <a:pt x="357" y="0"/>
                    </a:lnTo>
                    <a:lnTo>
                      <a:pt x="0" y="0"/>
                    </a:lnTo>
                    <a:lnTo>
                      <a:pt x="0" y="206"/>
                    </a:lnTo>
                    <a:lnTo>
                      <a:pt x="79" y="206"/>
                    </a:ln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3" name="Freeform 304"/>
              <p:cNvSpPr>
                <a:spLocks/>
              </p:cNvSpPr>
              <p:nvPr/>
            </p:nvSpPr>
            <p:spPr bwMode="auto">
              <a:xfrm>
                <a:off x="5321300" y="1158875"/>
                <a:ext cx="46038" cy="141288"/>
              </a:xfrm>
              <a:custGeom>
                <a:avLst/>
                <a:gdLst>
                  <a:gd name="T0" fmla="*/ 2147483646 w 100"/>
                  <a:gd name="T1" fmla="*/ 2147483646 h 298"/>
                  <a:gd name="T2" fmla="*/ 2147483646 w 100"/>
                  <a:gd name="T3" fmla="*/ 2147483646 h 298"/>
                  <a:gd name="T4" fmla="*/ 2147483646 w 100"/>
                  <a:gd name="T5" fmla="*/ 2147483646 h 298"/>
                  <a:gd name="T6" fmla="*/ 2147483646 w 100"/>
                  <a:gd name="T7" fmla="*/ 2147483646 h 298"/>
                  <a:gd name="T8" fmla="*/ 2147483646 w 100"/>
                  <a:gd name="T9" fmla="*/ 2147483646 h 298"/>
                  <a:gd name="T10" fmla="*/ 2147483646 w 100"/>
                  <a:gd name="T11" fmla="*/ 2147483646 h 298"/>
                  <a:gd name="T12" fmla="*/ 2147483646 w 100"/>
                  <a:gd name="T13" fmla="*/ 2147483646 h 298"/>
                  <a:gd name="T14" fmla="*/ 2147483646 w 100"/>
                  <a:gd name="T15" fmla="*/ 2147483646 h 298"/>
                  <a:gd name="T16" fmla="*/ 2147483646 w 100"/>
                  <a:gd name="T17" fmla="*/ 2147483646 h 298"/>
                  <a:gd name="T18" fmla="*/ 2147483646 w 100"/>
                  <a:gd name="T19" fmla="*/ 2147483646 h 298"/>
                  <a:gd name="T20" fmla="*/ 2147483646 w 100"/>
                  <a:gd name="T21" fmla="*/ 2147483646 h 2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298">
                    <a:moveTo>
                      <a:pt x="31" y="298"/>
                    </a:moveTo>
                    <a:lnTo>
                      <a:pt x="31" y="298"/>
                    </a:lnTo>
                    <a:cubicBezTo>
                      <a:pt x="25" y="298"/>
                      <a:pt x="19" y="296"/>
                      <a:pt x="14" y="292"/>
                    </a:cubicBezTo>
                    <a:cubicBezTo>
                      <a:pt x="2" y="282"/>
                      <a:pt x="0" y="265"/>
                      <a:pt x="9" y="253"/>
                    </a:cubicBezTo>
                    <a:cubicBezTo>
                      <a:pt x="33" y="224"/>
                      <a:pt x="45" y="188"/>
                      <a:pt x="45" y="151"/>
                    </a:cubicBezTo>
                    <a:cubicBezTo>
                      <a:pt x="45" y="113"/>
                      <a:pt x="33" y="77"/>
                      <a:pt x="9" y="48"/>
                    </a:cubicBezTo>
                    <a:cubicBezTo>
                      <a:pt x="0" y="36"/>
                      <a:pt x="2" y="19"/>
                      <a:pt x="14" y="9"/>
                    </a:cubicBezTo>
                    <a:cubicBezTo>
                      <a:pt x="26" y="0"/>
                      <a:pt x="43" y="2"/>
                      <a:pt x="52" y="13"/>
                    </a:cubicBezTo>
                    <a:cubicBezTo>
                      <a:pt x="83" y="52"/>
                      <a:pt x="100" y="101"/>
                      <a:pt x="100" y="151"/>
                    </a:cubicBezTo>
                    <a:cubicBezTo>
                      <a:pt x="100" y="200"/>
                      <a:pt x="83" y="249"/>
                      <a:pt x="52" y="287"/>
                    </a:cubicBezTo>
                    <a:cubicBezTo>
                      <a:pt x="47" y="294"/>
                      <a:pt x="39" y="298"/>
                      <a:pt x="31" y="29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4" name="Freeform 305"/>
              <p:cNvSpPr>
                <a:spLocks/>
              </p:cNvSpPr>
              <p:nvPr/>
            </p:nvSpPr>
            <p:spPr bwMode="auto">
              <a:xfrm>
                <a:off x="5353050" y="1127125"/>
                <a:ext cx="61913" cy="204788"/>
              </a:xfrm>
              <a:custGeom>
                <a:avLst/>
                <a:gdLst>
                  <a:gd name="T0" fmla="*/ 2147483646 w 133"/>
                  <a:gd name="T1" fmla="*/ 2147483646 h 437"/>
                  <a:gd name="T2" fmla="*/ 2147483646 w 133"/>
                  <a:gd name="T3" fmla="*/ 2147483646 h 437"/>
                  <a:gd name="T4" fmla="*/ 2147483646 w 133"/>
                  <a:gd name="T5" fmla="*/ 2147483646 h 437"/>
                  <a:gd name="T6" fmla="*/ 2147483646 w 133"/>
                  <a:gd name="T7" fmla="*/ 2147483646 h 437"/>
                  <a:gd name="T8" fmla="*/ 2147483646 w 133"/>
                  <a:gd name="T9" fmla="*/ 2147483646 h 437"/>
                  <a:gd name="T10" fmla="*/ 2147483646 w 133"/>
                  <a:gd name="T11" fmla="*/ 2147483646 h 437"/>
                  <a:gd name="T12" fmla="*/ 2147483646 w 133"/>
                  <a:gd name="T13" fmla="*/ 2147483646 h 437"/>
                  <a:gd name="T14" fmla="*/ 2147483646 w 133"/>
                  <a:gd name="T15" fmla="*/ 2147483646 h 437"/>
                  <a:gd name="T16" fmla="*/ 2147483646 w 133"/>
                  <a:gd name="T17" fmla="*/ 2147483646 h 437"/>
                  <a:gd name="T18" fmla="*/ 2147483646 w 133"/>
                  <a:gd name="T19" fmla="*/ 2147483646 h 437"/>
                  <a:gd name="T20" fmla="*/ 2147483646 w 133"/>
                  <a:gd name="T21" fmla="*/ 2147483646 h 4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3" h="437">
                    <a:moveTo>
                      <a:pt x="32" y="437"/>
                    </a:moveTo>
                    <a:lnTo>
                      <a:pt x="32" y="437"/>
                    </a:lnTo>
                    <a:cubicBezTo>
                      <a:pt x="26" y="437"/>
                      <a:pt x="19" y="434"/>
                      <a:pt x="14" y="430"/>
                    </a:cubicBezTo>
                    <a:cubicBezTo>
                      <a:pt x="2" y="419"/>
                      <a:pt x="2" y="402"/>
                      <a:pt x="12" y="391"/>
                    </a:cubicBezTo>
                    <a:cubicBezTo>
                      <a:pt x="54" y="344"/>
                      <a:pt x="78" y="284"/>
                      <a:pt x="78" y="221"/>
                    </a:cubicBezTo>
                    <a:cubicBezTo>
                      <a:pt x="78" y="157"/>
                      <a:pt x="54" y="96"/>
                      <a:pt x="11" y="49"/>
                    </a:cubicBezTo>
                    <a:cubicBezTo>
                      <a:pt x="0" y="38"/>
                      <a:pt x="1" y="20"/>
                      <a:pt x="12" y="10"/>
                    </a:cubicBezTo>
                    <a:cubicBezTo>
                      <a:pt x="23" y="0"/>
                      <a:pt x="41" y="0"/>
                      <a:pt x="51" y="12"/>
                    </a:cubicBezTo>
                    <a:cubicBezTo>
                      <a:pt x="104" y="69"/>
                      <a:pt x="133" y="143"/>
                      <a:pt x="133" y="221"/>
                    </a:cubicBezTo>
                    <a:cubicBezTo>
                      <a:pt x="133" y="297"/>
                      <a:pt x="104" y="371"/>
                      <a:pt x="52" y="428"/>
                    </a:cubicBezTo>
                    <a:cubicBezTo>
                      <a:pt x="47" y="434"/>
                      <a:pt x="40" y="437"/>
                      <a:pt x="32" y="43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5" name="Freeform 306"/>
              <p:cNvSpPr>
                <a:spLocks/>
              </p:cNvSpPr>
              <p:nvPr/>
            </p:nvSpPr>
            <p:spPr bwMode="auto">
              <a:xfrm>
                <a:off x="5384800" y="1095375"/>
                <a:ext cx="76200" cy="268288"/>
              </a:xfrm>
              <a:custGeom>
                <a:avLst/>
                <a:gdLst>
                  <a:gd name="T0" fmla="*/ 2147483646 w 161"/>
                  <a:gd name="T1" fmla="*/ 2147483646 h 571"/>
                  <a:gd name="T2" fmla="*/ 2147483646 w 161"/>
                  <a:gd name="T3" fmla="*/ 2147483646 h 571"/>
                  <a:gd name="T4" fmla="*/ 2147483646 w 161"/>
                  <a:gd name="T5" fmla="*/ 2147483646 h 571"/>
                  <a:gd name="T6" fmla="*/ 2147483646 w 161"/>
                  <a:gd name="T7" fmla="*/ 2147483646 h 571"/>
                  <a:gd name="T8" fmla="*/ 2147483646 w 161"/>
                  <a:gd name="T9" fmla="*/ 2147483646 h 571"/>
                  <a:gd name="T10" fmla="*/ 2147483646 w 161"/>
                  <a:gd name="T11" fmla="*/ 2147483646 h 571"/>
                  <a:gd name="T12" fmla="*/ 2147483646 w 161"/>
                  <a:gd name="T13" fmla="*/ 2147483646 h 571"/>
                  <a:gd name="T14" fmla="*/ 2147483646 w 161"/>
                  <a:gd name="T15" fmla="*/ 2147483646 h 571"/>
                  <a:gd name="T16" fmla="*/ 2147483646 w 161"/>
                  <a:gd name="T17" fmla="*/ 2147483646 h 571"/>
                  <a:gd name="T18" fmla="*/ 2147483646 w 161"/>
                  <a:gd name="T19" fmla="*/ 2147483646 h 571"/>
                  <a:gd name="T20" fmla="*/ 2147483646 w 161"/>
                  <a:gd name="T21" fmla="*/ 2147483646 h 5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1" h="571">
                    <a:moveTo>
                      <a:pt x="30" y="571"/>
                    </a:moveTo>
                    <a:lnTo>
                      <a:pt x="30" y="571"/>
                    </a:lnTo>
                    <a:cubicBezTo>
                      <a:pt x="23" y="571"/>
                      <a:pt x="17" y="568"/>
                      <a:pt x="11" y="563"/>
                    </a:cubicBezTo>
                    <a:cubicBezTo>
                      <a:pt x="0" y="552"/>
                      <a:pt x="0" y="535"/>
                      <a:pt x="11" y="524"/>
                    </a:cubicBezTo>
                    <a:cubicBezTo>
                      <a:pt x="72" y="460"/>
                      <a:pt x="106" y="375"/>
                      <a:pt x="106" y="287"/>
                    </a:cubicBezTo>
                    <a:cubicBezTo>
                      <a:pt x="106" y="198"/>
                      <a:pt x="72" y="114"/>
                      <a:pt x="11" y="50"/>
                    </a:cubicBezTo>
                    <a:cubicBezTo>
                      <a:pt x="1" y="39"/>
                      <a:pt x="1" y="21"/>
                      <a:pt x="12" y="11"/>
                    </a:cubicBezTo>
                    <a:cubicBezTo>
                      <a:pt x="23" y="0"/>
                      <a:pt x="40" y="1"/>
                      <a:pt x="51" y="12"/>
                    </a:cubicBezTo>
                    <a:cubicBezTo>
                      <a:pt x="122" y="86"/>
                      <a:pt x="161" y="184"/>
                      <a:pt x="161" y="287"/>
                    </a:cubicBezTo>
                    <a:cubicBezTo>
                      <a:pt x="161" y="390"/>
                      <a:pt x="122" y="488"/>
                      <a:pt x="50" y="562"/>
                    </a:cubicBezTo>
                    <a:cubicBezTo>
                      <a:pt x="45" y="568"/>
                      <a:pt x="38" y="571"/>
                      <a:pt x="30" y="57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6" name="Freeform 307"/>
              <p:cNvSpPr>
                <a:spLocks/>
              </p:cNvSpPr>
              <p:nvPr/>
            </p:nvSpPr>
            <p:spPr bwMode="auto">
              <a:xfrm>
                <a:off x="5265738" y="1203325"/>
                <a:ext cx="53975" cy="53975"/>
              </a:xfrm>
              <a:custGeom>
                <a:avLst/>
                <a:gdLst>
                  <a:gd name="T0" fmla="*/ 2147483646 w 114"/>
                  <a:gd name="T1" fmla="*/ 2147483646 h 114"/>
                  <a:gd name="T2" fmla="*/ 2147483646 w 114"/>
                  <a:gd name="T3" fmla="*/ 2147483646 h 114"/>
                  <a:gd name="T4" fmla="*/ 0 w 114"/>
                  <a:gd name="T5" fmla="*/ 2147483646 h 114"/>
                  <a:gd name="T6" fmla="*/ 2147483646 w 114"/>
                  <a:gd name="T7" fmla="*/ 0 h 114"/>
                  <a:gd name="T8" fmla="*/ 2147483646 w 114"/>
                  <a:gd name="T9" fmla="*/ 2147483646 h 114"/>
                  <a:gd name="T10" fmla="*/ 2147483646 w 114"/>
                  <a:gd name="T11" fmla="*/ 2147483646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57" y="114"/>
                    </a:moveTo>
                    <a:lnTo>
                      <a:pt x="57" y="114"/>
                    </a:lnTo>
                    <a:cubicBezTo>
                      <a:pt x="25" y="114"/>
                      <a:pt x="0" y="89"/>
                      <a:pt x="0" y="57"/>
                    </a:cubicBezTo>
                    <a:cubicBezTo>
                      <a:pt x="0" y="25"/>
                      <a:pt x="25" y="0"/>
                      <a:pt x="57" y="0"/>
                    </a:cubicBezTo>
                    <a:cubicBezTo>
                      <a:pt x="88" y="0"/>
                      <a:pt x="114" y="25"/>
                      <a:pt x="114" y="57"/>
                    </a:cubicBezTo>
                    <a:cubicBezTo>
                      <a:pt x="114" y="89"/>
                      <a:pt x="88" y="114"/>
                      <a:pt x="57" y="114"/>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sp>
        <p:nvSpPr>
          <p:cNvPr id="57" name="文本框 56"/>
          <p:cNvSpPr txBox="1"/>
          <p:nvPr/>
        </p:nvSpPr>
        <p:spPr>
          <a:xfrm>
            <a:off x="34355" y="1988840"/>
            <a:ext cx="692818"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电力线</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55836" y="1176590"/>
            <a:ext cx="460040" cy="703204"/>
            <a:chOff x="3245185" y="1555461"/>
            <a:chExt cx="2147913" cy="3283239"/>
          </a:xfrm>
        </p:grpSpPr>
        <p:sp>
          <p:nvSpPr>
            <p:cNvPr id="7" name="圆角矩形 6"/>
            <p:cNvSpPr/>
            <p:nvPr/>
          </p:nvSpPr>
          <p:spPr>
            <a:xfrm>
              <a:off x="3647728" y="2924944"/>
              <a:ext cx="1324322" cy="1913756"/>
            </a:xfrm>
            <a:prstGeom prst="round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组合 27025"/>
            <p:cNvGrpSpPr>
              <a:grpSpLocks/>
            </p:cNvGrpSpPr>
            <p:nvPr/>
          </p:nvGrpSpPr>
          <p:grpSpPr bwMode="auto">
            <a:xfrm>
              <a:off x="3245185" y="1555461"/>
              <a:ext cx="2147913" cy="3283239"/>
              <a:chOff x="6188075" y="785813"/>
              <a:chExt cx="444500" cy="679450"/>
            </a:xfrm>
            <a:solidFill>
              <a:srgbClr val="00AEEF"/>
            </a:solidFill>
          </p:grpSpPr>
          <p:sp>
            <p:nvSpPr>
              <p:cNvPr id="61" name="Freeform 309"/>
              <p:cNvSpPr>
                <a:spLocks/>
              </p:cNvSpPr>
              <p:nvPr/>
            </p:nvSpPr>
            <p:spPr bwMode="auto">
              <a:xfrm>
                <a:off x="6275388" y="1068388"/>
                <a:ext cx="271463" cy="396875"/>
              </a:xfrm>
              <a:custGeom>
                <a:avLst/>
                <a:gdLst>
                  <a:gd name="T0" fmla="*/ 2147483646 w 575"/>
                  <a:gd name="T1" fmla="*/ 2147483646 h 846"/>
                  <a:gd name="T2" fmla="*/ 2147483646 w 575"/>
                  <a:gd name="T3" fmla="*/ 2147483646 h 846"/>
                  <a:gd name="T4" fmla="*/ 2147483646 w 575"/>
                  <a:gd name="T5" fmla="*/ 2147483646 h 846"/>
                  <a:gd name="T6" fmla="*/ 2147483646 w 575"/>
                  <a:gd name="T7" fmla="*/ 2147483646 h 846"/>
                  <a:gd name="T8" fmla="*/ 2147483646 w 575"/>
                  <a:gd name="T9" fmla="*/ 2147483646 h 846"/>
                  <a:gd name="T10" fmla="*/ 2147483646 w 575"/>
                  <a:gd name="T11" fmla="*/ 2147483646 h 846"/>
                  <a:gd name="T12" fmla="*/ 2147483646 w 575"/>
                  <a:gd name="T13" fmla="*/ 2147483646 h 846"/>
                  <a:gd name="T14" fmla="*/ 2147483646 w 575"/>
                  <a:gd name="T15" fmla="*/ 2147483646 h 846"/>
                  <a:gd name="T16" fmla="*/ 2147483646 w 575"/>
                  <a:gd name="T17" fmla="*/ 2147483646 h 846"/>
                  <a:gd name="T18" fmla="*/ 2147483646 w 575"/>
                  <a:gd name="T19" fmla="*/ 2147483646 h 846"/>
                  <a:gd name="T20" fmla="*/ 2147483646 w 575"/>
                  <a:gd name="T21" fmla="*/ 2147483646 h 846"/>
                  <a:gd name="T22" fmla="*/ 2147483646 w 575"/>
                  <a:gd name="T23" fmla="*/ 2147483646 h 846"/>
                  <a:gd name="T24" fmla="*/ 2147483646 w 575"/>
                  <a:gd name="T25" fmla="*/ 2147483646 h 846"/>
                  <a:gd name="T26" fmla="*/ 2147483646 w 575"/>
                  <a:gd name="T27" fmla="*/ 2147483646 h 846"/>
                  <a:gd name="T28" fmla="*/ 2147483646 w 575"/>
                  <a:gd name="T29" fmla="*/ 2147483646 h 846"/>
                  <a:gd name="T30" fmla="*/ 2147483646 w 575"/>
                  <a:gd name="T31" fmla="*/ 2147483646 h 846"/>
                  <a:gd name="T32" fmla="*/ 2147483646 w 575"/>
                  <a:gd name="T33" fmla="*/ 2147483646 h 846"/>
                  <a:gd name="T34" fmla="*/ 0 w 575"/>
                  <a:gd name="T35" fmla="*/ 2147483646 h 846"/>
                  <a:gd name="T36" fmla="*/ 0 w 575"/>
                  <a:gd name="T37" fmla="*/ 2147483646 h 846"/>
                  <a:gd name="T38" fmla="*/ 2147483646 w 575"/>
                  <a:gd name="T39" fmla="*/ 0 h 846"/>
                  <a:gd name="T40" fmla="*/ 2147483646 w 575"/>
                  <a:gd name="T41" fmla="*/ 0 h 846"/>
                  <a:gd name="T42" fmla="*/ 2147483646 w 575"/>
                  <a:gd name="T43" fmla="*/ 2147483646 h 846"/>
                  <a:gd name="T44" fmla="*/ 2147483646 w 575"/>
                  <a:gd name="T45" fmla="*/ 2147483646 h 846"/>
                  <a:gd name="T46" fmla="*/ 2147483646 w 575"/>
                  <a:gd name="T47" fmla="*/ 2147483646 h 84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75" h="846">
                    <a:moveTo>
                      <a:pt x="497" y="846"/>
                    </a:moveTo>
                    <a:lnTo>
                      <a:pt x="497" y="846"/>
                    </a:lnTo>
                    <a:lnTo>
                      <a:pt x="433" y="846"/>
                    </a:lnTo>
                    <a:cubicBezTo>
                      <a:pt x="420" y="846"/>
                      <a:pt x="410" y="835"/>
                      <a:pt x="410" y="822"/>
                    </a:cubicBezTo>
                    <a:cubicBezTo>
                      <a:pt x="410" y="809"/>
                      <a:pt x="420" y="799"/>
                      <a:pt x="433" y="799"/>
                    </a:cubicBezTo>
                    <a:lnTo>
                      <a:pt x="497" y="799"/>
                    </a:lnTo>
                    <a:cubicBezTo>
                      <a:pt x="514" y="799"/>
                      <a:pt x="528" y="785"/>
                      <a:pt x="528" y="768"/>
                    </a:cubicBezTo>
                    <a:lnTo>
                      <a:pt x="528" y="78"/>
                    </a:lnTo>
                    <a:cubicBezTo>
                      <a:pt x="528" y="61"/>
                      <a:pt x="514" y="48"/>
                      <a:pt x="497" y="48"/>
                    </a:cubicBezTo>
                    <a:lnTo>
                      <a:pt x="78" y="48"/>
                    </a:lnTo>
                    <a:cubicBezTo>
                      <a:pt x="61" y="48"/>
                      <a:pt x="47" y="61"/>
                      <a:pt x="47" y="78"/>
                    </a:cubicBezTo>
                    <a:lnTo>
                      <a:pt x="47" y="768"/>
                    </a:lnTo>
                    <a:cubicBezTo>
                      <a:pt x="47" y="785"/>
                      <a:pt x="61" y="799"/>
                      <a:pt x="78" y="799"/>
                    </a:cubicBezTo>
                    <a:lnTo>
                      <a:pt x="299" y="799"/>
                    </a:lnTo>
                    <a:cubicBezTo>
                      <a:pt x="312" y="799"/>
                      <a:pt x="322" y="809"/>
                      <a:pt x="322" y="822"/>
                    </a:cubicBezTo>
                    <a:cubicBezTo>
                      <a:pt x="322" y="835"/>
                      <a:pt x="312" y="846"/>
                      <a:pt x="299" y="846"/>
                    </a:cubicBezTo>
                    <a:lnTo>
                      <a:pt x="78" y="846"/>
                    </a:lnTo>
                    <a:cubicBezTo>
                      <a:pt x="35" y="846"/>
                      <a:pt x="0" y="811"/>
                      <a:pt x="0" y="768"/>
                    </a:cubicBezTo>
                    <a:lnTo>
                      <a:pt x="0" y="78"/>
                    </a:lnTo>
                    <a:cubicBezTo>
                      <a:pt x="0" y="35"/>
                      <a:pt x="35" y="0"/>
                      <a:pt x="78" y="0"/>
                    </a:cubicBezTo>
                    <a:lnTo>
                      <a:pt x="497" y="0"/>
                    </a:lnTo>
                    <a:cubicBezTo>
                      <a:pt x="540" y="0"/>
                      <a:pt x="575" y="35"/>
                      <a:pt x="575" y="78"/>
                    </a:cubicBezTo>
                    <a:lnTo>
                      <a:pt x="575" y="768"/>
                    </a:lnTo>
                    <a:cubicBezTo>
                      <a:pt x="575" y="811"/>
                      <a:pt x="540" y="846"/>
                      <a:pt x="497" y="84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4" name="Freeform 312"/>
              <p:cNvSpPr>
                <a:spLocks/>
              </p:cNvSpPr>
              <p:nvPr/>
            </p:nvSpPr>
            <p:spPr bwMode="auto">
              <a:xfrm>
                <a:off x="6534150" y="1143000"/>
                <a:ext cx="49213" cy="39688"/>
              </a:xfrm>
              <a:custGeom>
                <a:avLst/>
                <a:gdLst>
                  <a:gd name="T0" fmla="*/ 2147483646 w 102"/>
                  <a:gd name="T1" fmla="*/ 2147483646 h 85"/>
                  <a:gd name="T2" fmla="*/ 2147483646 w 102"/>
                  <a:gd name="T3" fmla="*/ 2147483646 h 85"/>
                  <a:gd name="T4" fmla="*/ 0 w 102"/>
                  <a:gd name="T5" fmla="*/ 2147483646 h 85"/>
                  <a:gd name="T6" fmla="*/ 0 w 102"/>
                  <a:gd name="T7" fmla="*/ 0 h 85"/>
                  <a:gd name="T8" fmla="*/ 2147483646 w 102"/>
                  <a:gd name="T9" fmla="*/ 0 h 85"/>
                  <a:gd name="T10" fmla="*/ 2147483646 w 102"/>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2" h="85">
                    <a:moveTo>
                      <a:pt x="102" y="85"/>
                    </a:moveTo>
                    <a:lnTo>
                      <a:pt x="102" y="85"/>
                    </a:lnTo>
                    <a:lnTo>
                      <a:pt x="0" y="85"/>
                    </a:lnTo>
                    <a:lnTo>
                      <a:pt x="0" y="0"/>
                    </a:lnTo>
                    <a:lnTo>
                      <a:pt x="102" y="0"/>
                    </a:lnTo>
                    <a:lnTo>
                      <a:pt x="102"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5" name="Freeform 313"/>
              <p:cNvSpPr>
                <a:spLocks noEditPoints="1"/>
              </p:cNvSpPr>
              <p:nvPr/>
            </p:nvSpPr>
            <p:spPr bwMode="auto">
              <a:xfrm>
                <a:off x="6572250" y="785813"/>
                <a:ext cx="60325" cy="428625"/>
              </a:xfrm>
              <a:custGeom>
                <a:avLst/>
                <a:gdLst>
                  <a:gd name="T0" fmla="*/ 2147483646 w 131"/>
                  <a:gd name="T1" fmla="*/ 2147483646 h 909"/>
                  <a:gd name="T2" fmla="*/ 2147483646 w 131"/>
                  <a:gd name="T3" fmla="*/ 2147483646 h 909"/>
                  <a:gd name="T4" fmla="*/ 2147483646 w 131"/>
                  <a:gd name="T5" fmla="*/ 2147483646 h 909"/>
                  <a:gd name="T6" fmla="*/ 2147483646 w 131"/>
                  <a:gd name="T7" fmla="*/ 2147483646 h 909"/>
                  <a:gd name="T8" fmla="*/ 2147483646 w 131"/>
                  <a:gd name="T9" fmla="*/ 2147483646 h 909"/>
                  <a:gd name="T10" fmla="*/ 2147483646 w 131"/>
                  <a:gd name="T11" fmla="*/ 2147483646 h 909"/>
                  <a:gd name="T12" fmla="*/ 2147483646 w 131"/>
                  <a:gd name="T13" fmla="*/ 2147483646 h 909"/>
                  <a:gd name="T14" fmla="*/ 2147483646 w 131"/>
                  <a:gd name="T15" fmla="*/ 2147483646 h 909"/>
                  <a:gd name="T16" fmla="*/ 2147483646 w 131"/>
                  <a:gd name="T17" fmla="*/ 2147483646 h 909"/>
                  <a:gd name="T18" fmla="*/ 2147483646 w 131"/>
                  <a:gd name="T19" fmla="*/ 2147483646 h 909"/>
                  <a:gd name="T20" fmla="*/ 0 w 131"/>
                  <a:gd name="T21" fmla="*/ 2147483646 h 909"/>
                  <a:gd name="T22" fmla="*/ 2147483646 w 131"/>
                  <a:gd name="T23" fmla="*/ 0 h 909"/>
                  <a:gd name="T24" fmla="*/ 2147483646 w 131"/>
                  <a:gd name="T25" fmla="*/ 2147483646 h 909"/>
                  <a:gd name="T26" fmla="*/ 2147483646 w 131"/>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1" h="909">
                    <a:moveTo>
                      <a:pt x="48" y="862"/>
                    </a:moveTo>
                    <a:lnTo>
                      <a:pt x="48" y="862"/>
                    </a:lnTo>
                    <a:lnTo>
                      <a:pt x="84" y="862"/>
                    </a:lnTo>
                    <a:lnTo>
                      <a:pt x="84" y="73"/>
                    </a:lnTo>
                    <a:cubicBezTo>
                      <a:pt x="84" y="47"/>
                      <a:pt x="74" y="47"/>
                      <a:pt x="65" y="47"/>
                    </a:cubicBezTo>
                    <a:cubicBezTo>
                      <a:pt x="57" y="47"/>
                      <a:pt x="48" y="47"/>
                      <a:pt x="48" y="73"/>
                    </a:cubicBezTo>
                    <a:lnTo>
                      <a:pt x="48" y="862"/>
                    </a:lnTo>
                    <a:close/>
                    <a:moveTo>
                      <a:pt x="131" y="909"/>
                    </a:moveTo>
                    <a:lnTo>
                      <a:pt x="131" y="909"/>
                    </a:lnTo>
                    <a:lnTo>
                      <a:pt x="1" y="909"/>
                    </a:lnTo>
                    <a:lnTo>
                      <a:pt x="0" y="73"/>
                    </a:lnTo>
                    <a:cubicBezTo>
                      <a:pt x="0" y="27"/>
                      <a:pt x="25" y="0"/>
                      <a:pt x="65" y="0"/>
                    </a:cubicBezTo>
                    <a:cubicBezTo>
                      <a:pt x="106" y="0"/>
                      <a:pt x="131" y="27"/>
                      <a:pt x="131" y="73"/>
                    </a:cubicBezTo>
                    <a:lnTo>
                      <a:pt x="131" y="909"/>
                    </a:ln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6" name="Freeform 314"/>
              <p:cNvSpPr>
                <a:spLocks/>
              </p:cNvSpPr>
              <p:nvPr/>
            </p:nvSpPr>
            <p:spPr bwMode="auto">
              <a:xfrm>
                <a:off x="6238875" y="1143000"/>
                <a:ext cx="47625" cy="39688"/>
              </a:xfrm>
              <a:custGeom>
                <a:avLst/>
                <a:gdLst>
                  <a:gd name="T0" fmla="*/ 0 w 101"/>
                  <a:gd name="T1" fmla="*/ 2147483646 h 85"/>
                  <a:gd name="T2" fmla="*/ 0 w 101"/>
                  <a:gd name="T3" fmla="*/ 2147483646 h 85"/>
                  <a:gd name="T4" fmla="*/ 2147483646 w 101"/>
                  <a:gd name="T5" fmla="*/ 2147483646 h 85"/>
                  <a:gd name="T6" fmla="*/ 2147483646 w 101"/>
                  <a:gd name="T7" fmla="*/ 0 h 85"/>
                  <a:gd name="T8" fmla="*/ 0 w 101"/>
                  <a:gd name="T9" fmla="*/ 0 h 85"/>
                  <a:gd name="T10" fmla="*/ 0 w 101"/>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1" h="85">
                    <a:moveTo>
                      <a:pt x="0" y="85"/>
                    </a:moveTo>
                    <a:lnTo>
                      <a:pt x="0" y="85"/>
                    </a:lnTo>
                    <a:lnTo>
                      <a:pt x="101" y="85"/>
                    </a:lnTo>
                    <a:lnTo>
                      <a:pt x="101" y="0"/>
                    </a:lnTo>
                    <a:lnTo>
                      <a:pt x="0" y="0"/>
                    </a:lnTo>
                    <a:lnTo>
                      <a:pt x="0"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7" name="Freeform 315"/>
              <p:cNvSpPr>
                <a:spLocks noEditPoints="1"/>
              </p:cNvSpPr>
              <p:nvPr/>
            </p:nvSpPr>
            <p:spPr bwMode="auto">
              <a:xfrm>
                <a:off x="6188075" y="785813"/>
                <a:ext cx="61913" cy="428625"/>
              </a:xfrm>
              <a:custGeom>
                <a:avLst/>
                <a:gdLst>
                  <a:gd name="T0" fmla="*/ 2147483646 w 130"/>
                  <a:gd name="T1" fmla="*/ 2147483646 h 909"/>
                  <a:gd name="T2" fmla="*/ 2147483646 w 130"/>
                  <a:gd name="T3" fmla="*/ 2147483646 h 909"/>
                  <a:gd name="T4" fmla="*/ 2147483646 w 130"/>
                  <a:gd name="T5" fmla="*/ 2147483646 h 909"/>
                  <a:gd name="T6" fmla="*/ 2147483646 w 130"/>
                  <a:gd name="T7" fmla="*/ 2147483646 h 909"/>
                  <a:gd name="T8" fmla="*/ 2147483646 w 130"/>
                  <a:gd name="T9" fmla="*/ 2147483646 h 909"/>
                  <a:gd name="T10" fmla="*/ 2147483646 w 130"/>
                  <a:gd name="T11" fmla="*/ 2147483646 h 909"/>
                  <a:gd name="T12" fmla="*/ 2147483646 w 130"/>
                  <a:gd name="T13" fmla="*/ 2147483646 h 909"/>
                  <a:gd name="T14" fmla="*/ 2147483646 w 130"/>
                  <a:gd name="T15" fmla="*/ 2147483646 h 909"/>
                  <a:gd name="T16" fmla="*/ 2147483646 w 130"/>
                  <a:gd name="T17" fmla="*/ 2147483646 h 909"/>
                  <a:gd name="T18" fmla="*/ 0 w 130"/>
                  <a:gd name="T19" fmla="*/ 2147483646 h 909"/>
                  <a:gd name="T20" fmla="*/ 0 w 130"/>
                  <a:gd name="T21" fmla="*/ 2147483646 h 909"/>
                  <a:gd name="T22" fmla="*/ 2147483646 w 130"/>
                  <a:gd name="T23" fmla="*/ 0 h 909"/>
                  <a:gd name="T24" fmla="*/ 2147483646 w 130"/>
                  <a:gd name="T25" fmla="*/ 2147483646 h 909"/>
                  <a:gd name="T26" fmla="*/ 2147483646 w 130"/>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909">
                    <a:moveTo>
                      <a:pt x="47" y="862"/>
                    </a:moveTo>
                    <a:lnTo>
                      <a:pt x="47" y="862"/>
                    </a:lnTo>
                    <a:lnTo>
                      <a:pt x="83" y="862"/>
                    </a:lnTo>
                    <a:lnTo>
                      <a:pt x="83" y="73"/>
                    </a:lnTo>
                    <a:cubicBezTo>
                      <a:pt x="83" y="47"/>
                      <a:pt x="74" y="47"/>
                      <a:pt x="66" y="47"/>
                    </a:cubicBezTo>
                    <a:cubicBezTo>
                      <a:pt x="57" y="47"/>
                      <a:pt x="47" y="47"/>
                      <a:pt x="47" y="73"/>
                    </a:cubicBezTo>
                    <a:lnTo>
                      <a:pt x="47" y="862"/>
                    </a:lnTo>
                    <a:close/>
                    <a:moveTo>
                      <a:pt x="130" y="909"/>
                    </a:moveTo>
                    <a:lnTo>
                      <a:pt x="130" y="909"/>
                    </a:lnTo>
                    <a:lnTo>
                      <a:pt x="0" y="909"/>
                    </a:lnTo>
                    <a:lnTo>
                      <a:pt x="0" y="73"/>
                    </a:lnTo>
                    <a:cubicBezTo>
                      <a:pt x="0" y="27"/>
                      <a:pt x="25" y="0"/>
                      <a:pt x="66" y="0"/>
                    </a:cubicBezTo>
                    <a:cubicBezTo>
                      <a:pt x="106" y="0"/>
                      <a:pt x="130" y="27"/>
                      <a:pt x="130" y="73"/>
                    </a:cubicBezTo>
                    <a:lnTo>
                      <a:pt x="130" y="90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8" name="Freeform 316"/>
              <p:cNvSpPr>
                <a:spLocks noEditPoints="1"/>
              </p:cNvSpPr>
              <p:nvPr/>
            </p:nvSpPr>
            <p:spPr bwMode="auto">
              <a:xfrm>
                <a:off x="6311900" y="1319213"/>
                <a:ext cx="61913" cy="109538"/>
              </a:xfrm>
              <a:custGeom>
                <a:avLst/>
                <a:gdLst>
                  <a:gd name="T0" fmla="*/ 2147483646 w 132"/>
                  <a:gd name="T1" fmla="*/ 2147483646 h 233"/>
                  <a:gd name="T2" fmla="*/ 2147483646 w 132"/>
                  <a:gd name="T3" fmla="*/ 2147483646 h 233"/>
                  <a:gd name="T4" fmla="*/ 2147483646 w 132"/>
                  <a:gd name="T5" fmla="*/ 2147483646 h 233"/>
                  <a:gd name="T6" fmla="*/ 2147483646 w 132"/>
                  <a:gd name="T7" fmla="*/ 2147483646 h 233"/>
                  <a:gd name="T8" fmla="*/ 2147483646 w 132"/>
                  <a:gd name="T9" fmla="*/ 2147483646 h 233"/>
                  <a:gd name="T10" fmla="*/ 2147483646 w 132"/>
                  <a:gd name="T11" fmla="*/ 2147483646 h 233"/>
                  <a:gd name="T12" fmla="*/ 2147483646 w 132"/>
                  <a:gd name="T13" fmla="*/ 2147483646 h 233"/>
                  <a:gd name="T14" fmla="*/ 2147483646 w 132"/>
                  <a:gd name="T15" fmla="*/ 2147483646 h 233"/>
                  <a:gd name="T16" fmla="*/ 2147483646 w 132"/>
                  <a:gd name="T17" fmla="*/ 2147483646 h 233"/>
                  <a:gd name="T18" fmla="*/ 0 w 132"/>
                  <a:gd name="T19" fmla="*/ 2147483646 h 233"/>
                  <a:gd name="T20" fmla="*/ 0 w 132"/>
                  <a:gd name="T21" fmla="*/ 2147483646 h 233"/>
                  <a:gd name="T22" fmla="*/ 2147483646 w 132"/>
                  <a:gd name="T23" fmla="*/ 0 h 233"/>
                  <a:gd name="T24" fmla="*/ 2147483646 w 132"/>
                  <a:gd name="T25" fmla="*/ 0 h 233"/>
                  <a:gd name="T26" fmla="*/ 2147483646 w 132"/>
                  <a:gd name="T27" fmla="*/ 2147483646 h 233"/>
                  <a:gd name="T28" fmla="*/ 2147483646 w 132"/>
                  <a:gd name="T29" fmla="*/ 2147483646 h 233"/>
                  <a:gd name="T30" fmla="*/ 2147483646 w 132"/>
                  <a:gd name="T31" fmla="*/ 2147483646 h 2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233">
                    <a:moveTo>
                      <a:pt x="47" y="185"/>
                    </a:moveTo>
                    <a:lnTo>
                      <a:pt x="47" y="185"/>
                    </a:lnTo>
                    <a:lnTo>
                      <a:pt x="85" y="185"/>
                    </a:lnTo>
                    <a:lnTo>
                      <a:pt x="85" y="47"/>
                    </a:lnTo>
                    <a:lnTo>
                      <a:pt x="47" y="47"/>
                    </a:lnTo>
                    <a:lnTo>
                      <a:pt x="47" y="185"/>
                    </a:lnTo>
                    <a:close/>
                    <a:moveTo>
                      <a:pt x="99" y="233"/>
                    </a:moveTo>
                    <a:lnTo>
                      <a:pt x="99" y="233"/>
                    </a:lnTo>
                    <a:lnTo>
                      <a:pt x="33" y="233"/>
                    </a:lnTo>
                    <a:cubicBezTo>
                      <a:pt x="15" y="233"/>
                      <a:pt x="0" y="218"/>
                      <a:pt x="0" y="200"/>
                    </a:cubicBezTo>
                    <a:lnTo>
                      <a:pt x="0" y="33"/>
                    </a:lnTo>
                    <a:cubicBezTo>
                      <a:pt x="0" y="15"/>
                      <a:pt x="15" y="0"/>
                      <a:pt x="33" y="0"/>
                    </a:cubicBezTo>
                    <a:lnTo>
                      <a:pt x="99" y="0"/>
                    </a:lnTo>
                    <a:cubicBezTo>
                      <a:pt x="117" y="0"/>
                      <a:pt x="132" y="15"/>
                      <a:pt x="132" y="33"/>
                    </a:cubicBezTo>
                    <a:lnTo>
                      <a:pt x="132" y="200"/>
                    </a:lnTo>
                    <a:cubicBezTo>
                      <a:pt x="132" y="218"/>
                      <a:pt x="117" y="233"/>
                      <a:pt x="99" y="23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9" name="Freeform 317"/>
              <p:cNvSpPr>
                <a:spLocks/>
              </p:cNvSpPr>
              <p:nvPr/>
            </p:nvSpPr>
            <p:spPr bwMode="auto">
              <a:xfrm>
                <a:off x="6354763" y="800100"/>
                <a:ext cx="112713" cy="231775"/>
              </a:xfrm>
              <a:custGeom>
                <a:avLst/>
                <a:gdLst>
                  <a:gd name="T0" fmla="*/ 2147483646 w 240"/>
                  <a:gd name="T1" fmla="*/ 0 h 493"/>
                  <a:gd name="T2" fmla="*/ 2147483646 w 240"/>
                  <a:gd name="T3" fmla="*/ 0 h 493"/>
                  <a:gd name="T4" fmla="*/ 0 w 240"/>
                  <a:gd name="T5" fmla="*/ 2147483646 h 493"/>
                  <a:gd name="T6" fmla="*/ 2147483646 w 240"/>
                  <a:gd name="T7" fmla="*/ 2147483646 h 493"/>
                  <a:gd name="T8" fmla="*/ 2147483646 w 240"/>
                  <a:gd name="T9" fmla="*/ 2147483646 h 493"/>
                  <a:gd name="T10" fmla="*/ 2147483646 w 240"/>
                  <a:gd name="T11" fmla="*/ 2147483646 h 493"/>
                  <a:gd name="T12" fmla="*/ 2147483646 w 240"/>
                  <a:gd name="T13" fmla="*/ 2147483646 h 493"/>
                  <a:gd name="T14" fmla="*/ 2147483646 w 240"/>
                  <a:gd name="T15" fmla="*/ 0 h 4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0" h="493">
                    <a:moveTo>
                      <a:pt x="170" y="0"/>
                    </a:moveTo>
                    <a:lnTo>
                      <a:pt x="170" y="0"/>
                    </a:lnTo>
                    <a:lnTo>
                      <a:pt x="0" y="265"/>
                    </a:lnTo>
                    <a:lnTo>
                      <a:pt x="122" y="265"/>
                    </a:lnTo>
                    <a:lnTo>
                      <a:pt x="64" y="493"/>
                    </a:lnTo>
                    <a:lnTo>
                      <a:pt x="240" y="214"/>
                    </a:lnTo>
                    <a:lnTo>
                      <a:pt x="118" y="214"/>
                    </a:lnTo>
                    <a:lnTo>
                      <a:pt x="17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grpSp>
        <p:nvGrpSpPr>
          <p:cNvPr id="12" name="组合 11"/>
          <p:cNvGrpSpPr/>
          <p:nvPr/>
        </p:nvGrpSpPr>
        <p:grpSpPr>
          <a:xfrm>
            <a:off x="1127448" y="1178775"/>
            <a:ext cx="234699" cy="681227"/>
            <a:chOff x="3402746" y="787378"/>
            <a:chExt cx="1796598" cy="5214730"/>
          </a:xfrm>
        </p:grpSpPr>
        <p:sp>
          <p:nvSpPr>
            <p:cNvPr id="11" name="矩形 10"/>
            <p:cNvSpPr/>
            <p:nvPr/>
          </p:nvSpPr>
          <p:spPr>
            <a:xfrm>
              <a:off x="3481342" y="2342615"/>
              <a:ext cx="1606689" cy="2472666"/>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组合 1513"/>
            <p:cNvGrpSpPr>
              <a:grpSpLocks/>
            </p:cNvGrpSpPr>
            <p:nvPr/>
          </p:nvGrpSpPr>
          <p:grpSpPr bwMode="auto">
            <a:xfrm>
              <a:off x="3402746" y="787378"/>
              <a:ext cx="1796598" cy="5214730"/>
              <a:chOff x="6524932" y="2773619"/>
              <a:chExt cx="232780" cy="677972"/>
            </a:xfrm>
            <a:solidFill>
              <a:srgbClr val="00AEEF"/>
            </a:solidFill>
          </p:grpSpPr>
          <p:sp>
            <p:nvSpPr>
              <p:cNvPr id="73" name="Freeform 1496"/>
              <p:cNvSpPr>
                <a:spLocks/>
              </p:cNvSpPr>
              <p:nvPr/>
            </p:nvSpPr>
            <p:spPr bwMode="auto">
              <a:xfrm>
                <a:off x="6524932" y="2866731"/>
                <a:ext cx="232780" cy="49467"/>
              </a:xfrm>
              <a:custGeom>
                <a:avLst/>
                <a:gdLst>
                  <a:gd name="T0" fmla="*/ 2147483646 w 731"/>
                  <a:gd name="T1" fmla="*/ 2147483646 h 158"/>
                  <a:gd name="T2" fmla="*/ 2147483646 w 731"/>
                  <a:gd name="T3" fmla="*/ 2147483646 h 158"/>
                  <a:gd name="T4" fmla="*/ 0 w 731"/>
                  <a:gd name="T5" fmla="*/ 2147483646 h 158"/>
                  <a:gd name="T6" fmla="*/ 2147483646 w 731"/>
                  <a:gd name="T7" fmla="*/ 0 h 158"/>
                  <a:gd name="T8" fmla="*/ 2147483646 w 731"/>
                  <a:gd name="T9" fmla="*/ 2147483646 h 158"/>
                  <a:gd name="T10" fmla="*/ 2147483646 w 731"/>
                  <a:gd name="T11" fmla="*/ 2147483646 h 158"/>
                  <a:gd name="T12" fmla="*/ 2147483646 w 731"/>
                  <a:gd name="T13" fmla="*/ 2147483646 h 158"/>
                  <a:gd name="T14" fmla="*/ 2147483646 w 731"/>
                  <a:gd name="T15" fmla="*/ 0 h 158"/>
                  <a:gd name="T16" fmla="*/ 2147483646 w 731"/>
                  <a:gd name="T17" fmla="*/ 2147483646 h 158"/>
                  <a:gd name="T18" fmla="*/ 2147483646 w 731"/>
                  <a:gd name="T19" fmla="*/ 2147483646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1" h="158">
                    <a:moveTo>
                      <a:pt x="366" y="158"/>
                    </a:moveTo>
                    <a:lnTo>
                      <a:pt x="366" y="158"/>
                    </a:lnTo>
                    <a:cubicBezTo>
                      <a:pt x="230" y="158"/>
                      <a:pt x="0" y="132"/>
                      <a:pt x="0" y="33"/>
                    </a:cubicBezTo>
                    <a:cubicBezTo>
                      <a:pt x="0" y="15"/>
                      <a:pt x="15" y="0"/>
                      <a:pt x="34" y="0"/>
                    </a:cubicBezTo>
                    <a:cubicBezTo>
                      <a:pt x="52" y="0"/>
                      <a:pt x="66" y="14"/>
                      <a:pt x="67" y="32"/>
                    </a:cubicBezTo>
                    <a:cubicBezTo>
                      <a:pt x="78" y="50"/>
                      <a:pt x="176" y="92"/>
                      <a:pt x="366" y="92"/>
                    </a:cubicBezTo>
                    <a:cubicBezTo>
                      <a:pt x="556" y="92"/>
                      <a:pt x="654" y="50"/>
                      <a:pt x="664" y="32"/>
                    </a:cubicBezTo>
                    <a:cubicBezTo>
                      <a:pt x="665" y="14"/>
                      <a:pt x="680" y="0"/>
                      <a:pt x="697" y="0"/>
                    </a:cubicBezTo>
                    <a:cubicBezTo>
                      <a:pt x="716" y="0"/>
                      <a:pt x="731" y="15"/>
                      <a:pt x="731" y="33"/>
                    </a:cubicBezTo>
                    <a:cubicBezTo>
                      <a:pt x="731" y="132"/>
                      <a:pt x="501" y="158"/>
                      <a:pt x="366" y="15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4" name="Freeform 1497"/>
              <p:cNvSpPr>
                <a:spLocks/>
              </p:cNvSpPr>
              <p:nvPr/>
            </p:nvSpPr>
            <p:spPr bwMode="auto">
              <a:xfrm>
                <a:off x="6548210" y="2846362"/>
                <a:ext cx="183314" cy="34917"/>
              </a:xfrm>
              <a:custGeom>
                <a:avLst/>
                <a:gdLst>
                  <a:gd name="T0" fmla="*/ 2147483646 w 566"/>
                  <a:gd name="T1" fmla="*/ 2147483646 h 101"/>
                  <a:gd name="T2" fmla="*/ 2147483646 w 566"/>
                  <a:gd name="T3" fmla="*/ 2147483646 h 101"/>
                  <a:gd name="T4" fmla="*/ 2147483646 w 566"/>
                  <a:gd name="T5" fmla="*/ 2147483646 h 101"/>
                  <a:gd name="T6" fmla="*/ 2147483646 w 566"/>
                  <a:gd name="T7" fmla="*/ 2147483646 h 101"/>
                  <a:gd name="T8" fmla="*/ 2147483646 w 566"/>
                  <a:gd name="T9" fmla="*/ 2147483646 h 101"/>
                  <a:gd name="T10" fmla="*/ 2147483646 w 566"/>
                  <a:gd name="T11" fmla="*/ 2147483646 h 101"/>
                  <a:gd name="T12" fmla="*/ 2147483646 w 566"/>
                  <a:gd name="T13" fmla="*/ 2147483646 h 101"/>
                  <a:gd name="T14" fmla="*/ 2147483646 w 566"/>
                  <a:gd name="T15" fmla="*/ 2147483646 h 101"/>
                  <a:gd name="T16" fmla="*/ 2147483646 w 566"/>
                  <a:gd name="T17" fmla="*/ 2147483646 h 101"/>
                  <a:gd name="T18" fmla="*/ 2147483646 w 566"/>
                  <a:gd name="T19" fmla="*/ 2147483646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6" h="101">
                    <a:moveTo>
                      <a:pt x="286" y="101"/>
                    </a:moveTo>
                    <a:lnTo>
                      <a:pt x="286" y="101"/>
                    </a:lnTo>
                    <a:cubicBezTo>
                      <a:pt x="172" y="101"/>
                      <a:pt x="69" y="83"/>
                      <a:pt x="17" y="53"/>
                    </a:cubicBezTo>
                    <a:cubicBezTo>
                      <a:pt x="4" y="46"/>
                      <a:pt x="0" y="30"/>
                      <a:pt x="7" y="17"/>
                    </a:cubicBezTo>
                    <a:cubicBezTo>
                      <a:pt x="15" y="4"/>
                      <a:pt x="31" y="0"/>
                      <a:pt x="44" y="7"/>
                    </a:cubicBezTo>
                    <a:cubicBezTo>
                      <a:pt x="87" y="31"/>
                      <a:pt x="182" y="47"/>
                      <a:pt x="286" y="47"/>
                    </a:cubicBezTo>
                    <a:cubicBezTo>
                      <a:pt x="385" y="47"/>
                      <a:pt x="478" y="32"/>
                      <a:pt x="523" y="9"/>
                    </a:cubicBezTo>
                    <a:cubicBezTo>
                      <a:pt x="536" y="2"/>
                      <a:pt x="553" y="8"/>
                      <a:pt x="559" y="21"/>
                    </a:cubicBezTo>
                    <a:cubicBezTo>
                      <a:pt x="566" y="34"/>
                      <a:pt x="561" y="50"/>
                      <a:pt x="548" y="57"/>
                    </a:cubicBezTo>
                    <a:cubicBezTo>
                      <a:pt x="494" y="84"/>
                      <a:pt x="396" y="101"/>
                      <a:pt x="286" y="10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5" name="Freeform 1498"/>
              <p:cNvSpPr>
                <a:spLocks/>
              </p:cNvSpPr>
              <p:nvPr/>
            </p:nvSpPr>
            <p:spPr bwMode="auto">
              <a:xfrm>
                <a:off x="6524932" y="2866731"/>
                <a:ext cx="20367" cy="468472"/>
              </a:xfrm>
              <a:custGeom>
                <a:avLst/>
                <a:gdLst>
                  <a:gd name="T0" fmla="*/ 2147483646 w 67"/>
                  <a:gd name="T1" fmla="*/ 2147483646 h 1466"/>
                  <a:gd name="T2" fmla="*/ 2147483646 w 67"/>
                  <a:gd name="T3" fmla="*/ 2147483646 h 1466"/>
                  <a:gd name="T4" fmla="*/ 0 w 67"/>
                  <a:gd name="T5" fmla="*/ 2147483646 h 1466"/>
                  <a:gd name="T6" fmla="*/ 0 w 67"/>
                  <a:gd name="T7" fmla="*/ 2147483646 h 1466"/>
                  <a:gd name="T8" fmla="*/ 2147483646 w 67"/>
                  <a:gd name="T9" fmla="*/ 0 h 1466"/>
                  <a:gd name="T10" fmla="*/ 2147483646 w 67"/>
                  <a:gd name="T11" fmla="*/ 2147483646 h 1466"/>
                  <a:gd name="T12" fmla="*/ 2147483646 w 67"/>
                  <a:gd name="T13" fmla="*/ 2147483646 h 1466"/>
                  <a:gd name="T14" fmla="*/ 2147483646 w 67"/>
                  <a:gd name="T15" fmla="*/ 2147483646 h 14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1466">
                    <a:moveTo>
                      <a:pt x="34" y="1466"/>
                    </a:moveTo>
                    <a:lnTo>
                      <a:pt x="34" y="1466"/>
                    </a:lnTo>
                    <a:cubicBezTo>
                      <a:pt x="15" y="1466"/>
                      <a:pt x="0" y="1452"/>
                      <a:pt x="0" y="1433"/>
                    </a:cubicBezTo>
                    <a:lnTo>
                      <a:pt x="0" y="33"/>
                    </a:lnTo>
                    <a:cubicBezTo>
                      <a:pt x="0" y="15"/>
                      <a:pt x="15" y="0"/>
                      <a:pt x="34" y="0"/>
                    </a:cubicBezTo>
                    <a:cubicBezTo>
                      <a:pt x="52" y="0"/>
                      <a:pt x="67" y="15"/>
                      <a:pt x="67" y="33"/>
                    </a:cubicBezTo>
                    <a:lnTo>
                      <a:pt x="67" y="1433"/>
                    </a:lnTo>
                    <a:cubicBezTo>
                      <a:pt x="67" y="1452"/>
                      <a:pt x="52" y="1466"/>
                      <a:pt x="34" y="146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6" name="Freeform 1499"/>
              <p:cNvSpPr>
                <a:spLocks/>
              </p:cNvSpPr>
              <p:nvPr/>
            </p:nvSpPr>
            <p:spPr bwMode="auto">
              <a:xfrm>
                <a:off x="6737343" y="3230450"/>
                <a:ext cx="20367" cy="104751"/>
              </a:xfrm>
              <a:custGeom>
                <a:avLst/>
                <a:gdLst>
                  <a:gd name="T0" fmla="*/ 2147483646 w 67"/>
                  <a:gd name="T1" fmla="*/ 2147483646 h 326"/>
                  <a:gd name="T2" fmla="*/ 2147483646 w 67"/>
                  <a:gd name="T3" fmla="*/ 2147483646 h 326"/>
                  <a:gd name="T4" fmla="*/ 0 w 67"/>
                  <a:gd name="T5" fmla="*/ 2147483646 h 326"/>
                  <a:gd name="T6" fmla="*/ 0 w 67"/>
                  <a:gd name="T7" fmla="*/ 2147483646 h 326"/>
                  <a:gd name="T8" fmla="*/ 2147483646 w 67"/>
                  <a:gd name="T9" fmla="*/ 0 h 326"/>
                  <a:gd name="T10" fmla="*/ 2147483646 w 67"/>
                  <a:gd name="T11" fmla="*/ 2147483646 h 326"/>
                  <a:gd name="T12" fmla="*/ 2147483646 w 67"/>
                  <a:gd name="T13" fmla="*/ 2147483646 h 326"/>
                  <a:gd name="T14" fmla="*/ 2147483646 w 67"/>
                  <a:gd name="T15" fmla="*/ 2147483646 h 3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26">
                    <a:moveTo>
                      <a:pt x="33" y="326"/>
                    </a:moveTo>
                    <a:lnTo>
                      <a:pt x="33" y="326"/>
                    </a:lnTo>
                    <a:cubicBezTo>
                      <a:pt x="15" y="326"/>
                      <a:pt x="0" y="312"/>
                      <a:pt x="0" y="293"/>
                    </a:cubicBezTo>
                    <a:lnTo>
                      <a:pt x="0" y="33"/>
                    </a:lnTo>
                    <a:cubicBezTo>
                      <a:pt x="0" y="15"/>
                      <a:pt x="15" y="0"/>
                      <a:pt x="33" y="0"/>
                    </a:cubicBezTo>
                    <a:cubicBezTo>
                      <a:pt x="52" y="0"/>
                      <a:pt x="67" y="15"/>
                      <a:pt x="67" y="33"/>
                    </a:cubicBezTo>
                    <a:lnTo>
                      <a:pt x="67" y="293"/>
                    </a:lnTo>
                    <a:cubicBezTo>
                      <a:pt x="67" y="312"/>
                      <a:pt x="52" y="326"/>
                      <a:pt x="33" y="32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7" name="Freeform 1500"/>
              <p:cNvSpPr>
                <a:spLocks/>
              </p:cNvSpPr>
              <p:nvPr/>
            </p:nvSpPr>
            <p:spPr bwMode="auto">
              <a:xfrm>
                <a:off x="6737343" y="2866731"/>
                <a:ext cx="20367" cy="399518"/>
              </a:xfrm>
              <a:custGeom>
                <a:avLst/>
                <a:gdLst>
                  <a:gd name="T0" fmla="*/ 2147483646 w 67"/>
                  <a:gd name="T1" fmla="*/ 2147483646 h 989"/>
                  <a:gd name="T2" fmla="*/ 2147483646 w 67"/>
                  <a:gd name="T3" fmla="*/ 2147483646 h 989"/>
                  <a:gd name="T4" fmla="*/ 0 w 67"/>
                  <a:gd name="T5" fmla="*/ 2147483646 h 989"/>
                  <a:gd name="T6" fmla="*/ 0 w 67"/>
                  <a:gd name="T7" fmla="*/ 2147483646 h 989"/>
                  <a:gd name="T8" fmla="*/ 2147483646 w 67"/>
                  <a:gd name="T9" fmla="*/ 0 h 989"/>
                  <a:gd name="T10" fmla="*/ 2147483646 w 67"/>
                  <a:gd name="T11" fmla="*/ 2147483646 h 989"/>
                  <a:gd name="T12" fmla="*/ 2147483646 w 67"/>
                  <a:gd name="T13" fmla="*/ 2147483646 h 989"/>
                  <a:gd name="T14" fmla="*/ 2147483646 w 67"/>
                  <a:gd name="T15" fmla="*/ 2147483646 h 9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989">
                    <a:moveTo>
                      <a:pt x="33" y="989"/>
                    </a:moveTo>
                    <a:lnTo>
                      <a:pt x="33" y="989"/>
                    </a:lnTo>
                    <a:cubicBezTo>
                      <a:pt x="15" y="989"/>
                      <a:pt x="0" y="974"/>
                      <a:pt x="0" y="956"/>
                    </a:cubicBezTo>
                    <a:lnTo>
                      <a:pt x="0" y="33"/>
                    </a:lnTo>
                    <a:cubicBezTo>
                      <a:pt x="0" y="15"/>
                      <a:pt x="15" y="0"/>
                      <a:pt x="33" y="0"/>
                    </a:cubicBezTo>
                    <a:cubicBezTo>
                      <a:pt x="52" y="0"/>
                      <a:pt x="67" y="15"/>
                      <a:pt x="67" y="33"/>
                    </a:cubicBezTo>
                    <a:lnTo>
                      <a:pt x="67" y="956"/>
                    </a:lnTo>
                    <a:cubicBezTo>
                      <a:pt x="67" y="974"/>
                      <a:pt x="52" y="989"/>
                      <a:pt x="33" y="98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8" name="Freeform 1501"/>
              <p:cNvSpPr>
                <a:spLocks/>
              </p:cNvSpPr>
              <p:nvPr/>
            </p:nvSpPr>
            <p:spPr bwMode="auto">
              <a:xfrm>
                <a:off x="6527841" y="2927835"/>
                <a:ext cx="224050" cy="4655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9" name="Freeform 1502"/>
              <p:cNvSpPr>
                <a:spLocks/>
              </p:cNvSpPr>
              <p:nvPr/>
            </p:nvSpPr>
            <p:spPr bwMode="auto">
              <a:xfrm>
                <a:off x="6527841" y="3271186"/>
                <a:ext cx="224050" cy="55286"/>
              </a:xfrm>
              <a:custGeom>
                <a:avLst/>
                <a:gdLst>
                  <a:gd name="T0" fmla="*/ 2147483646 w 703"/>
                  <a:gd name="T1" fmla="*/ 2147483646 h 169"/>
                  <a:gd name="T2" fmla="*/ 2147483646 w 703"/>
                  <a:gd name="T3" fmla="*/ 2147483646 h 169"/>
                  <a:gd name="T4" fmla="*/ 0 w 703"/>
                  <a:gd name="T5" fmla="*/ 2147483646 h 169"/>
                  <a:gd name="T6" fmla="*/ 2147483646 w 703"/>
                  <a:gd name="T7" fmla="*/ 0 h 169"/>
                  <a:gd name="T8" fmla="*/ 2147483646 w 703"/>
                  <a:gd name="T9" fmla="*/ 2147483646 h 169"/>
                  <a:gd name="T10" fmla="*/ 2147483646 w 703"/>
                  <a:gd name="T11" fmla="*/ 2147483646 h 169"/>
                  <a:gd name="T12" fmla="*/ 2147483646 w 703"/>
                  <a:gd name="T13" fmla="*/ 2147483646 h 169"/>
                  <a:gd name="T14" fmla="*/ 2147483646 w 703"/>
                  <a:gd name="T15" fmla="*/ 0 h 169"/>
                  <a:gd name="T16" fmla="*/ 2147483646 w 703"/>
                  <a:gd name="T17" fmla="*/ 2147483646 h 169"/>
                  <a:gd name="T18" fmla="*/ 2147483646 w 703"/>
                  <a:gd name="T19" fmla="*/ 2147483646 h 1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69">
                    <a:moveTo>
                      <a:pt x="352" y="169"/>
                    </a:moveTo>
                    <a:lnTo>
                      <a:pt x="352" y="169"/>
                    </a:lnTo>
                    <a:cubicBezTo>
                      <a:pt x="164" y="169"/>
                      <a:pt x="0" y="100"/>
                      <a:pt x="0" y="20"/>
                    </a:cubicBezTo>
                    <a:cubicBezTo>
                      <a:pt x="0" y="9"/>
                      <a:pt x="9" y="0"/>
                      <a:pt x="20" y="0"/>
                    </a:cubicBezTo>
                    <a:cubicBezTo>
                      <a:pt x="31" y="0"/>
                      <a:pt x="40" y="9"/>
                      <a:pt x="40" y="20"/>
                    </a:cubicBezTo>
                    <a:cubicBezTo>
                      <a:pt x="40" y="63"/>
                      <a:pt x="174" y="129"/>
                      <a:pt x="352" y="129"/>
                    </a:cubicBezTo>
                    <a:cubicBezTo>
                      <a:pt x="530" y="129"/>
                      <a:pt x="663" y="63"/>
                      <a:pt x="663" y="20"/>
                    </a:cubicBezTo>
                    <a:cubicBezTo>
                      <a:pt x="663" y="9"/>
                      <a:pt x="672" y="0"/>
                      <a:pt x="683" y="0"/>
                    </a:cubicBezTo>
                    <a:cubicBezTo>
                      <a:pt x="695" y="0"/>
                      <a:pt x="703" y="9"/>
                      <a:pt x="703" y="20"/>
                    </a:cubicBezTo>
                    <a:cubicBezTo>
                      <a:pt x="703" y="100"/>
                      <a:pt x="539" y="169"/>
                      <a:pt x="352" y="16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0" name="Freeform 1503"/>
              <p:cNvSpPr>
                <a:spLocks/>
              </p:cNvSpPr>
              <p:nvPr/>
            </p:nvSpPr>
            <p:spPr bwMode="auto">
              <a:xfrm>
                <a:off x="6524932" y="2846362"/>
                <a:ext cx="43645" cy="34917"/>
              </a:xfrm>
              <a:custGeom>
                <a:avLst/>
                <a:gdLst>
                  <a:gd name="T0" fmla="*/ 2147483646 w 134"/>
                  <a:gd name="T1" fmla="*/ 2147483646 h 108"/>
                  <a:gd name="T2" fmla="*/ 2147483646 w 134"/>
                  <a:gd name="T3" fmla="*/ 2147483646 h 108"/>
                  <a:gd name="T4" fmla="*/ 2147483646 w 134"/>
                  <a:gd name="T5" fmla="*/ 2147483646 h 108"/>
                  <a:gd name="T6" fmla="*/ 2147483646 w 134"/>
                  <a:gd name="T7" fmla="*/ 2147483646 h 108"/>
                  <a:gd name="T8" fmla="*/ 2147483646 w 134"/>
                  <a:gd name="T9" fmla="*/ 2147483646 h 108"/>
                  <a:gd name="T10" fmla="*/ 2147483646 w 134"/>
                  <a:gd name="T11" fmla="*/ 2147483646 h 108"/>
                  <a:gd name="T12" fmla="*/ 2147483646 w 134"/>
                  <a:gd name="T13" fmla="*/ 2147483646 h 108"/>
                  <a:gd name="T14" fmla="*/ 2147483646 w 134"/>
                  <a:gd name="T15" fmla="*/ 2147483646 h 108"/>
                  <a:gd name="T16" fmla="*/ 2147483646 w 134"/>
                  <a:gd name="T17" fmla="*/ 2147483646 h 1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4" h="108">
                    <a:moveTo>
                      <a:pt x="30" y="108"/>
                    </a:moveTo>
                    <a:lnTo>
                      <a:pt x="30" y="108"/>
                    </a:lnTo>
                    <a:cubicBezTo>
                      <a:pt x="21" y="108"/>
                      <a:pt x="13" y="104"/>
                      <a:pt x="8" y="96"/>
                    </a:cubicBezTo>
                    <a:cubicBezTo>
                      <a:pt x="0" y="84"/>
                      <a:pt x="3" y="67"/>
                      <a:pt x="15" y="59"/>
                    </a:cubicBezTo>
                    <a:lnTo>
                      <a:pt x="89" y="8"/>
                    </a:lnTo>
                    <a:cubicBezTo>
                      <a:pt x="101" y="0"/>
                      <a:pt x="117" y="3"/>
                      <a:pt x="126" y="15"/>
                    </a:cubicBezTo>
                    <a:cubicBezTo>
                      <a:pt x="134" y="27"/>
                      <a:pt x="131" y="44"/>
                      <a:pt x="119" y="52"/>
                    </a:cubicBezTo>
                    <a:lnTo>
                      <a:pt x="45" y="103"/>
                    </a:lnTo>
                    <a:cubicBezTo>
                      <a:pt x="40" y="106"/>
                      <a:pt x="35" y="108"/>
                      <a:pt x="30" y="10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1" name="Freeform 1504"/>
              <p:cNvSpPr>
                <a:spLocks/>
              </p:cNvSpPr>
              <p:nvPr/>
            </p:nvSpPr>
            <p:spPr bwMode="auto">
              <a:xfrm>
                <a:off x="6711156" y="2849273"/>
                <a:ext cx="46556" cy="32008"/>
              </a:xfrm>
              <a:custGeom>
                <a:avLst/>
                <a:gdLst>
                  <a:gd name="T0" fmla="*/ 2147483646 w 143"/>
                  <a:gd name="T1" fmla="*/ 2147483646 h 106"/>
                  <a:gd name="T2" fmla="*/ 2147483646 w 143"/>
                  <a:gd name="T3" fmla="*/ 2147483646 h 106"/>
                  <a:gd name="T4" fmla="*/ 2147483646 w 143"/>
                  <a:gd name="T5" fmla="*/ 2147483646 h 106"/>
                  <a:gd name="T6" fmla="*/ 2147483646 w 143"/>
                  <a:gd name="T7" fmla="*/ 2147483646 h 106"/>
                  <a:gd name="T8" fmla="*/ 2147483646 w 143"/>
                  <a:gd name="T9" fmla="*/ 2147483646 h 106"/>
                  <a:gd name="T10" fmla="*/ 2147483646 w 143"/>
                  <a:gd name="T11" fmla="*/ 2147483646 h 106"/>
                  <a:gd name="T12" fmla="*/ 2147483646 w 143"/>
                  <a:gd name="T13" fmla="*/ 2147483646 h 106"/>
                  <a:gd name="T14" fmla="*/ 2147483646 w 143"/>
                  <a:gd name="T15" fmla="*/ 2147483646 h 106"/>
                  <a:gd name="T16" fmla="*/ 2147483646 w 143"/>
                  <a:gd name="T17" fmla="*/ 2147483646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3" h="106">
                    <a:moveTo>
                      <a:pt x="112" y="106"/>
                    </a:moveTo>
                    <a:lnTo>
                      <a:pt x="112" y="106"/>
                    </a:lnTo>
                    <a:cubicBezTo>
                      <a:pt x="108" y="106"/>
                      <a:pt x="103" y="105"/>
                      <a:pt x="99" y="102"/>
                    </a:cubicBezTo>
                    <a:lnTo>
                      <a:pt x="17" y="54"/>
                    </a:lnTo>
                    <a:cubicBezTo>
                      <a:pt x="4" y="46"/>
                      <a:pt x="0" y="30"/>
                      <a:pt x="8" y="17"/>
                    </a:cubicBezTo>
                    <a:cubicBezTo>
                      <a:pt x="15" y="5"/>
                      <a:pt x="31" y="0"/>
                      <a:pt x="44" y="8"/>
                    </a:cubicBezTo>
                    <a:lnTo>
                      <a:pt x="126" y="56"/>
                    </a:lnTo>
                    <a:cubicBezTo>
                      <a:pt x="139" y="64"/>
                      <a:pt x="143" y="80"/>
                      <a:pt x="135" y="93"/>
                    </a:cubicBezTo>
                    <a:cubicBezTo>
                      <a:pt x="130" y="101"/>
                      <a:pt x="122" y="106"/>
                      <a:pt x="112" y="10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2" name="Freeform 1505"/>
              <p:cNvSpPr>
                <a:spLocks/>
              </p:cNvSpPr>
              <p:nvPr/>
            </p:nvSpPr>
            <p:spPr bwMode="auto">
              <a:xfrm>
                <a:off x="6600585" y="3364298"/>
                <a:ext cx="75654" cy="87293"/>
              </a:xfrm>
              <a:custGeom>
                <a:avLst/>
                <a:gdLst>
                  <a:gd name="T0" fmla="*/ 2147483646 w 236"/>
                  <a:gd name="T1" fmla="*/ 2147483646 h 277"/>
                  <a:gd name="T2" fmla="*/ 2147483646 w 236"/>
                  <a:gd name="T3" fmla="*/ 2147483646 h 277"/>
                  <a:gd name="T4" fmla="*/ 0 w 236"/>
                  <a:gd name="T5" fmla="*/ 2147483646 h 277"/>
                  <a:gd name="T6" fmla="*/ 0 w 236"/>
                  <a:gd name="T7" fmla="*/ 2147483646 h 277"/>
                  <a:gd name="T8" fmla="*/ 2147483646 w 236"/>
                  <a:gd name="T9" fmla="*/ 2147483646 h 277"/>
                  <a:gd name="T10" fmla="*/ 2147483646 w 236"/>
                  <a:gd name="T11" fmla="*/ 2147483646 h 277"/>
                  <a:gd name="T12" fmla="*/ 2147483646 w 236"/>
                  <a:gd name="T13" fmla="*/ 2147483646 h 277"/>
                  <a:gd name="T14" fmla="*/ 2147483646 w 236"/>
                  <a:gd name="T15" fmla="*/ 2147483646 h 277"/>
                  <a:gd name="T16" fmla="*/ 2147483646 w 236"/>
                  <a:gd name="T17" fmla="*/ 2147483646 h 277"/>
                  <a:gd name="T18" fmla="*/ 2147483646 w 236"/>
                  <a:gd name="T19" fmla="*/ 0 h 277"/>
                  <a:gd name="T20" fmla="*/ 2147483646 w 236"/>
                  <a:gd name="T21" fmla="*/ 2147483646 h 277"/>
                  <a:gd name="T22" fmla="*/ 2147483646 w 236"/>
                  <a:gd name="T23" fmla="*/ 2147483646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277">
                    <a:moveTo>
                      <a:pt x="236" y="277"/>
                    </a:moveTo>
                    <a:lnTo>
                      <a:pt x="236" y="277"/>
                    </a:lnTo>
                    <a:lnTo>
                      <a:pt x="0" y="277"/>
                    </a:lnTo>
                    <a:lnTo>
                      <a:pt x="0" y="31"/>
                    </a:lnTo>
                    <a:cubicBezTo>
                      <a:pt x="0" y="20"/>
                      <a:pt x="9" y="11"/>
                      <a:pt x="20" y="11"/>
                    </a:cubicBezTo>
                    <a:cubicBezTo>
                      <a:pt x="31" y="11"/>
                      <a:pt x="40" y="20"/>
                      <a:pt x="40" y="31"/>
                    </a:cubicBezTo>
                    <a:lnTo>
                      <a:pt x="40" y="237"/>
                    </a:lnTo>
                    <a:lnTo>
                      <a:pt x="196" y="237"/>
                    </a:lnTo>
                    <a:lnTo>
                      <a:pt x="196" y="20"/>
                    </a:lnTo>
                    <a:cubicBezTo>
                      <a:pt x="196" y="9"/>
                      <a:pt x="205" y="0"/>
                      <a:pt x="216" y="0"/>
                    </a:cubicBezTo>
                    <a:cubicBezTo>
                      <a:pt x="227" y="0"/>
                      <a:pt x="236" y="9"/>
                      <a:pt x="236" y="20"/>
                    </a:cubicBezTo>
                    <a:lnTo>
                      <a:pt x="236" y="27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3" name="Freeform 1506"/>
              <p:cNvSpPr>
                <a:spLocks/>
              </p:cNvSpPr>
              <p:nvPr/>
            </p:nvSpPr>
            <p:spPr bwMode="auto">
              <a:xfrm>
                <a:off x="6600585" y="2773619"/>
                <a:ext cx="75654" cy="104751"/>
              </a:xfrm>
              <a:custGeom>
                <a:avLst/>
                <a:gdLst>
                  <a:gd name="T0" fmla="*/ 2147483646 w 236"/>
                  <a:gd name="T1" fmla="*/ 2147483646 h 322"/>
                  <a:gd name="T2" fmla="*/ 2147483646 w 236"/>
                  <a:gd name="T3" fmla="*/ 2147483646 h 322"/>
                  <a:gd name="T4" fmla="*/ 0 w 236"/>
                  <a:gd name="T5" fmla="*/ 2147483646 h 322"/>
                  <a:gd name="T6" fmla="*/ 0 w 236"/>
                  <a:gd name="T7" fmla="*/ 0 h 322"/>
                  <a:gd name="T8" fmla="*/ 2147483646 w 236"/>
                  <a:gd name="T9" fmla="*/ 0 h 322"/>
                  <a:gd name="T10" fmla="*/ 2147483646 w 236"/>
                  <a:gd name="T11" fmla="*/ 2147483646 h 322"/>
                  <a:gd name="T12" fmla="*/ 2147483646 w 236"/>
                  <a:gd name="T13" fmla="*/ 2147483646 h 322"/>
                  <a:gd name="T14" fmla="*/ 2147483646 w 236"/>
                  <a:gd name="T15" fmla="*/ 2147483646 h 322"/>
                  <a:gd name="T16" fmla="*/ 2147483646 w 236"/>
                  <a:gd name="T17" fmla="*/ 2147483646 h 322"/>
                  <a:gd name="T18" fmla="*/ 2147483646 w 236"/>
                  <a:gd name="T19" fmla="*/ 2147483646 h 322"/>
                  <a:gd name="T20" fmla="*/ 2147483646 w 236"/>
                  <a:gd name="T21" fmla="*/ 2147483646 h 322"/>
                  <a:gd name="T22" fmla="*/ 2147483646 w 236"/>
                  <a:gd name="T23" fmla="*/ 2147483646 h 3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322">
                    <a:moveTo>
                      <a:pt x="20" y="322"/>
                    </a:moveTo>
                    <a:lnTo>
                      <a:pt x="20" y="322"/>
                    </a:lnTo>
                    <a:cubicBezTo>
                      <a:pt x="9" y="322"/>
                      <a:pt x="0" y="313"/>
                      <a:pt x="0" y="302"/>
                    </a:cubicBezTo>
                    <a:lnTo>
                      <a:pt x="0" y="0"/>
                    </a:lnTo>
                    <a:lnTo>
                      <a:pt x="236" y="0"/>
                    </a:lnTo>
                    <a:lnTo>
                      <a:pt x="236" y="296"/>
                    </a:lnTo>
                    <a:cubicBezTo>
                      <a:pt x="236" y="307"/>
                      <a:pt x="227" y="316"/>
                      <a:pt x="216" y="316"/>
                    </a:cubicBezTo>
                    <a:cubicBezTo>
                      <a:pt x="205" y="316"/>
                      <a:pt x="196" y="307"/>
                      <a:pt x="196" y="296"/>
                    </a:cubicBezTo>
                    <a:lnTo>
                      <a:pt x="196" y="40"/>
                    </a:lnTo>
                    <a:lnTo>
                      <a:pt x="40" y="40"/>
                    </a:lnTo>
                    <a:lnTo>
                      <a:pt x="40" y="302"/>
                    </a:lnTo>
                    <a:cubicBezTo>
                      <a:pt x="40" y="313"/>
                      <a:pt x="31" y="322"/>
                      <a:pt x="20" y="32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4" name="Freeform 1507"/>
              <p:cNvSpPr>
                <a:spLocks/>
              </p:cNvSpPr>
              <p:nvPr/>
            </p:nvSpPr>
            <p:spPr bwMode="auto">
              <a:xfrm>
                <a:off x="6524932" y="3314833"/>
                <a:ext cx="232780" cy="66925"/>
              </a:xfrm>
              <a:custGeom>
                <a:avLst/>
                <a:gdLst>
                  <a:gd name="T0" fmla="*/ 2147483646 w 730"/>
                  <a:gd name="T1" fmla="*/ 2147483646 h 216"/>
                  <a:gd name="T2" fmla="*/ 2147483646 w 730"/>
                  <a:gd name="T3" fmla="*/ 2147483646 h 216"/>
                  <a:gd name="T4" fmla="*/ 0 w 730"/>
                  <a:gd name="T5" fmla="*/ 2147483646 h 216"/>
                  <a:gd name="T6" fmla="*/ 2147483646 w 730"/>
                  <a:gd name="T7" fmla="*/ 0 h 216"/>
                  <a:gd name="T8" fmla="*/ 2147483646 w 730"/>
                  <a:gd name="T9" fmla="*/ 2147483646 h 216"/>
                  <a:gd name="T10" fmla="*/ 2147483646 w 730"/>
                  <a:gd name="T11" fmla="*/ 2147483646 h 216"/>
                  <a:gd name="T12" fmla="*/ 2147483646 w 730"/>
                  <a:gd name="T13" fmla="*/ 2147483646 h 216"/>
                  <a:gd name="T14" fmla="*/ 2147483646 w 730"/>
                  <a:gd name="T15" fmla="*/ 0 h 216"/>
                  <a:gd name="T16" fmla="*/ 2147483646 w 730"/>
                  <a:gd name="T17" fmla="*/ 2147483646 h 216"/>
                  <a:gd name="T18" fmla="*/ 2147483646 w 730"/>
                  <a:gd name="T19" fmla="*/ 2147483646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0" h="216">
                    <a:moveTo>
                      <a:pt x="365" y="216"/>
                    </a:moveTo>
                    <a:lnTo>
                      <a:pt x="365" y="216"/>
                    </a:lnTo>
                    <a:cubicBezTo>
                      <a:pt x="150" y="216"/>
                      <a:pt x="0" y="141"/>
                      <a:pt x="0" y="33"/>
                    </a:cubicBezTo>
                    <a:cubicBezTo>
                      <a:pt x="0" y="15"/>
                      <a:pt x="15" y="0"/>
                      <a:pt x="33" y="0"/>
                    </a:cubicBezTo>
                    <a:cubicBezTo>
                      <a:pt x="52" y="0"/>
                      <a:pt x="67" y="15"/>
                      <a:pt x="67" y="33"/>
                    </a:cubicBezTo>
                    <a:cubicBezTo>
                      <a:pt x="67" y="90"/>
                      <a:pt x="178" y="150"/>
                      <a:pt x="365" y="150"/>
                    </a:cubicBezTo>
                    <a:cubicBezTo>
                      <a:pt x="552" y="150"/>
                      <a:pt x="663" y="90"/>
                      <a:pt x="663" y="33"/>
                    </a:cubicBezTo>
                    <a:cubicBezTo>
                      <a:pt x="663" y="15"/>
                      <a:pt x="678" y="0"/>
                      <a:pt x="697" y="0"/>
                    </a:cubicBezTo>
                    <a:cubicBezTo>
                      <a:pt x="715" y="0"/>
                      <a:pt x="730" y="15"/>
                      <a:pt x="730" y="33"/>
                    </a:cubicBezTo>
                    <a:cubicBezTo>
                      <a:pt x="730" y="141"/>
                      <a:pt x="580" y="216"/>
                      <a:pt x="365" y="21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87" name="Freeform 1501"/>
            <p:cNvSpPr>
              <a:spLocks/>
            </p:cNvSpPr>
            <p:nvPr/>
          </p:nvSpPr>
          <p:spPr bwMode="auto">
            <a:xfrm>
              <a:off x="3425198" y="1984522"/>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8" name="Freeform 1501"/>
            <p:cNvSpPr>
              <a:spLocks/>
            </p:cNvSpPr>
            <p:nvPr/>
          </p:nvSpPr>
          <p:spPr bwMode="auto">
            <a:xfrm>
              <a:off x="3425198" y="208714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89" name="Freeform 1501"/>
            <p:cNvSpPr>
              <a:spLocks/>
            </p:cNvSpPr>
            <p:nvPr/>
          </p:nvSpPr>
          <p:spPr bwMode="auto">
            <a:xfrm>
              <a:off x="3425198" y="450426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90" name="Freeform 1501"/>
            <p:cNvSpPr>
              <a:spLocks/>
            </p:cNvSpPr>
            <p:nvPr/>
          </p:nvSpPr>
          <p:spPr bwMode="auto">
            <a:xfrm>
              <a:off x="3447650" y="4530716"/>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91" name="Freeform 1501"/>
            <p:cNvSpPr>
              <a:spLocks/>
            </p:cNvSpPr>
            <p:nvPr/>
          </p:nvSpPr>
          <p:spPr bwMode="auto">
            <a:xfrm>
              <a:off x="3413975" y="4413608"/>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solidFill>
              <a:srgbClr val="00AEE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92" name="文本框 91"/>
          <p:cNvSpPr txBox="1"/>
          <p:nvPr/>
        </p:nvSpPr>
        <p:spPr>
          <a:xfrm>
            <a:off x="915024" y="1988840"/>
            <a:ext cx="577402"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抱杆</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96" name="组合 95"/>
          <p:cNvGrpSpPr/>
          <p:nvPr/>
        </p:nvGrpSpPr>
        <p:grpSpPr>
          <a:xfrm>
            <a:off x="1771745" y="1231043"/>
            <a:ext cx="543967" cy="668626"/>
            <a:chOff x="3647728" y="2060848"/>
            <a:chExt cx="3456384" cy="4248470"/>
          </a:xfrm>
        </p:grpSpPr>
        <p:sp>
          <p:nvSpPr>
            <p:cNvPr id="13" name="椭圆 12"/>
            <p:cNvSpPr/>
            <p:nvPr/>
          </p:nvSpPr>
          <p:spPr>
            <a:xfrm>
              <a:off x="3647728" y="2060848"/>
              <a:ext cx="3456384" cy="3456384"/>
            </a:xfrm>
            <a:prstGeom prst="ellipse">
              <a:avLst/>
            </a:prstGeom>
            <a:solidFill>
              <a:srgbClr val="00AEEF"/>
            </a:solidFill>
            <a:ln w="76200">
              <a:solidFill>
                <a:srgbClr val="00A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93" name="椭圆 92"/>
            <p:cNvSpPr/>
            <p:nvPr/>
          </p:nvSpPr>
          <p:spPr>
            <a:xfrm>
              <a:off x="4021569" y="2434689"/>
              <a:ext cx="2708701" cy="2708701"/>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94" name="椭圆 93"/>
            <p:cNvSpPr/>
            <p:nvPr/>
          </p:nvSpPr>
          <p:spPr>
            <a:xfrm>
              <a:off x="4583832" y="2996952"/>
              <a:ext cx="1584176" cy="1584176"/>
            </a:xfrm>
            <a:prstGeom prst="ellipse">
              <a:avLst/>
            </a:prstGeom>
            <a:solidFill>
              <a:srgbClr val="00AEEF"/>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95" name="椭圆 94"/>
            <p:cNvSpPr/>
            <p:nvPr/>
          </p:nvSpPr>
          <p:spPr>
            <a:xfrm>
              <a:off x="5367536" y="3060576"/>
              <a:ext cx="584448" cy="584448"/>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28" name="同侧圆角矩形 27"/>
            <p:cNvSpPr/>
            <p:nvPr/>
          </p:nvSpPr>
          <p:spPr>
            <a:xfrm>
              <a:off x="3797569" y="5647444"/>
              <a:ext cx="3156696" cy="661874"/>
            </a:xfrm>
            <a:prstGeom prst="round2SameRect">
              <a:avLst>
                <a:gd name="adj1" fmla="val 50000"/>
                <a:gd name="adj2" fmla="val 0"/>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文本框 97"/>
          <p:cNvSpPr txBox="1"/>
          <p:nvPr/>
        </p:nvSpPr>
        <p:spPr>
          <a:xfrm>
            <a:off x="1676710" y="1988840"/>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球形</a:t>
            </a:r>
            <a:r>
              <a:rPr lang="zh-CN" altLang="en-US" sz="900" b="1" dirty="0" smtClean="0">
                <a:latin typeface="微软雅黑" panose="020B0503020204020204" pitchFamily="34" charset="-122"/>
                <a:ea typeface="微软雅黑" panose="020B0503020204020204" pitchFamily="34" charset="-122"/>
              </a:rPr>
              <a:t>摄像头</a:t>
            </a:r>
            <a:endParaRPr lang="en-US" sz="9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63994564"/>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137</TotalTime>
  <Words>184</Words>
  <Application>Microsoft Office PowerPoint</Application>
  <PresentationFormat>宽屏</PresentationFormat>
  <Paragraphs>109</Paragraphs>
  <Slides>2</Slides>
  <Notes>0</Notes>
  <HiddenSlides>0</HiddenSlides>
  <MMClips>0</MMClips>
  <ScaleCrop>false</ScaleCrop>
  <HeadingPairs>
    <vt:vector size="6" baseType="variant">
      <vt:variant>
        <vt:lpstr>已用的字体</vt:lpstr>
      </vt:variant>
      <vt:variant>
        <vt:i4>13</vt:i4>
      </vt:variant>
      <vt:variant>
        <vt:lpstr>主题</vt:lpstr>
      </vt:variant>
      <vt:variant>
        <vt:i4>10</vt:i4>
      </vt:variant>
      <vt:variant>
        <vt:lpstr>幻灯片标题</vt:lpstr>
      </vt:variant>
      <vt:variant>
        <vt:i4>2</vt:i4>
      </vt:variant>
    </vt:vector>
  </HeadingPairs>
  <TitlesOfParts>
    <vt:vector size="25" baseType="lpstr">
      <vt:lpstr>MS PGothic</vt:lpstr>
      <vt:lpstr>MS PGothic</vt:lpstr>
      <vt:lpstr>黑体</vt:lpstr>
      <vt:lpstr>华文细黑</vt:lpstr>
      <vt:lpstr>宋体</vt:lpstr>
      <vt:lpstr>微软雅黑</vt:lpstr>
      <vt:lpstr>Arial</vt:lpstr>
      <vt:lpstr>Calibri</vt:lpstr>
      <vt:lpstr>Calibri Light</vt:lpstr>
      <vt:lpstr>FrutigerNext LT Bold</vt:lpstr>
      <vt:lpstr>FrutigerNext LT Medium</vt:lpstr>
      <vt:lpstr>FrutigerNext LT Regular</vt:lpstr>
      <vt:lpstr>Wingdings</vt:lpstr>
      <vt:lpstr>Blank</vt:lpstr>
      <vt:lpstr>1_主题1</vt:lpstr>
      <vt:lpstr>4_主题1</vt:lpstr>
      <vt:lpstr>5_主题1</vt:lpstr>
      <vt:lpstr>6_主题1</vt:lpstr>
      <vt:lpstr>7_主题1</vt:lpstr>
      <vt:lpstr>8_主题1</vt:lpstr>
      <vt:lpstr>9_主题1</vt:lpstr>
      <vt:lpstr>10_主题1</vt:lpstr>
      <vt:lpstr>Office 主题</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yingzhihan</dc:creator>
  <cp:lastModifiedBy>应智瀚 Y00429564</cp:lastModifiedBy>
  <cp:revision>14</cp:revision>
  <dcterms:created xsi:type="dcterms:W3CDTF">2011-12-01T07:18:24Z</dcterms:created>
  <dcterms:modified xsi:type="dcterms:W3CDTF">2018-07-31T08:55:20Z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2015_ms_pID_725343">
    <vt:lpwstr>(2)s8xO41cHz9G/XLBVMV9k+cTb1IAcnrqvOzWzha9AkndOuIDKW7lwjHhwHLOI8yBLNpgkD9NA
+Bcgrf38x900WjrpWnozk0jsxJT/QkFQOQNSyO3CTjT4hHBWu7hcckojXDrovpmVHjVEQrIE
6QWahi+I+GSmz2fVkwapTXIc58b2+jMOXAf6oiEA0Jj1EaBUX0Lm5444fFvY5vXDOAEMDa1E
G8hWaldZPlZpEXbjL1</vt:lpwstr>
  </property>
  <property fmtid="{D5CDD505-2E9C-101B-9397-08002B2CF9AE}" pid="7" name="_2015_ms_pID_7253431">
    <vt:lpwstr>y/QtWEsAcUxwha9tu5QhRN2TKZLhiHf8LzKRg9Z74IafOI0JzrKIaA
cAdze9h2AvWmfJ54HyY8R1AkDTsLFen5fM9DIo1hCi308CXt3ZEWksLfzDCBf+P7nsLKFa8F
yoslEnKxCAEkKFmDhBcPI/UPN7Z0foL5Rcb0XVrB6uid4o5bkeQ26ikME8Ouyf6tDUA=</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1533025487</vt:lpwstr>
  </property>
</Properties>
</file>