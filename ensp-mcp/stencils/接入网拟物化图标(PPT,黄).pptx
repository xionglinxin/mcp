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 id="2147483785" r:id="rId2"/>
    <p:sldMasterId id="2147483796" r:id="rId3"/>
    <p:sldMasterId id="2147483799" r:id="rId4"/>
    <p:sldMasterId id="2147483802" r:id="rId5"/>
    <p:sldMasterId id="2147483805" r:id="rId6"/>
    <p:sldMasterId id="2147483808" r:id="rId7"/>
    <p:sldMasterId id="2147483811" r:id="rId8"/>
    <p:sldMasterId id="2147483814" r:id="rId9"/>
    <p:sldMasterId id="2147483853" r:id="rId10"/>
  </p:sldMasterIdLst>
  <p:handoutMasterIdLst>
    <p:handoutMasterId r:id="rId13"/>
  </p:handoutMasterIdLst>
  <p:sldIdLst>
    <p:sldId id="262" r:id="rId11"/>
    <p:sldId id="263" r:id="rId12"/>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p:defaultTextStyle>
  <p:extLst>
    <p:ext uri="{EFAFB233-063F-42B5-8137-9DF3F51BA10A}">
      <p15:sldGuideLst xmlns:p15="http://schemas.microsoft.com/office/powerpoint/2012/main">
        <p15:guide id="1" orient="horz" pos="436" userDrawn="1">
          <p15:clr>
            <a:srgbClr val="A4A3A4"/>
          </p15:clr>
        </p15:guide>
        <p15:guide id="2" orient="horz" pos="618" userDrawn="1">
          <p15:clr>
            <a:srgbClr val="A4A3A4"/>
          </p15:clr>
        </p15:guide>
        <p15:guide id="3" orient="horz" pos="845" userDrawn="1">
          <p15:clr>
            <a:srgbClr val="A4A3A4"/>
          </p15:clr>
        </p15:guide>
        <p15:guide id="4" orient="horz" pos="2840" userDrawn="1">
          <p15:clr>
            <a:srgbClr val="A4A3A4"/>
          </p15:clr>
        </p15:guide>
        <p15:guide id="5" orient="horz" pos="4020" userDrawn="1">
          <p15:clr>
            <a:srgbClr val="A4A3A4"/>
          </p15:clr>
        </p15:guide>
        <p15:guide id="6" pos="7045" userDrawn="1">
          <p15:clr>
            <a:srgbClr val="A4A3A4"/>
          </p15:clr>
        </p15:guide>
        <p15:guide id="7" pos="52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777777"/>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99" autoAdjust="0"/>
    <p:restoredTop sz="94660"/>
  </p:normalViewPr>
  <p:slideViewPr>
    <p:cSldViewPr showGuides="1">
      <p:cViewPr varScale="1">
        <p:scale>
          <a:sx n="116" d="100"/>
          <a:sy n="116" d="100"/>
        </p:scale>
        <p:origin x="120" y="144"/>
      </p:cViewPr>
      <p:guideLst>
        <p:guide orient="horz" pos="436"/>
        <p:guide orient="horz" pos="618"/>
        <p:guide orient="horz" pos="845"/>
        <p:guide orient="horz" pos="2840"/>
        <p:guide orient="horz" pos="4020"/>
        <p:guide pos="7045"/>
        <p:guide pos="529"/>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70" d="100"/>
          <a:sy n="70" d="100"/>
        </p:scale>
        <p:origin x="-16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handoutMaster" Target="handoutMasters/handoutMaster1.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Master" Target="slideMasters/slideMaster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33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ea typeface="宋体" pitchFamily="2" charset="-122"/>
              </a:defRPr>
            </a:lvl1pPr>
          </a:lstStyle>
          <a:p>
            <a:pPr>
              <a:defRPr/>
            </a:pPr>
            <a:endParaRPr lang="zh-CN" altLang="en-US"/>
          </a:p>
        </p:txBody>
      </p:sp>
      <p:sp>
        <p:nvSpPr>
          <p:cNvPr id="22733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ea typeface="宋体" pitchFamily="2" charset="-122"/>
              </a:defRPr>
            </a:lvl1pPr>
          </a:lstStyle>
          <a:p>
            <a:pPr>
              <a:defRPr/>
            </a:pPr>
            <a:fld id="{FD6B2986-D06E-4F3C-B19C-CC0A0E2B9416}" type="datetimeFigureOut">
              <a:rPr lang="zh-CN" altLang="en-US"/>
              <a:pPr>
                <a:defRPr/>
              </a:pPr>
              <a:t>2018/7/28</a:t>
            </a:fld>
            <a:endParaRPr lang="en-US" altLang="zh-CN"/>
          </a:p>
        </p:txBody>
      </p:sp>
      <p:sp>
        <p:nvSpPr>
          <p:cNvPr id="22733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ea typeface="宋体" pitchFamily="2" charset="-122"/>
              </a:defRPr>
            </a:lvl1pPr>
          </a:lstStyle>
          <a:p>
            <a:pPr>
              <a:defRPr/>
            </a:pPr>
            <a:endParaRPr lang="en-US" altLang="zh-CN"/>
          </a:p>
        </p:txBody>
      </p:sp>
      <p:sp>
        <p:nvSpPr>
          <p:cNvPr id="22733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ea typeface="宋体" pitchFamily="2" charset="-122"/>
              </a:defRPr>
            </a:lvl1pPr>
          </a:lstStyle>
          <a:p>
            <a:pPr>
              <a:defRPr/>
            </a:pPr>
            <a:fld id="{4B569440-9C1A-4A13-B530-46C3A9E17375}" type="slidenum">
              <a:rPr lang="zh-CN" altLang="en-US"/>
              <a:pPr>
                <a:defRPr/>
              </a:pPr>
              <a:t>‹#›</a:t>
            </a:fld>
            <a:endParaRPr lang="en-US" altLang="zh-CN"/>
          </a:p>
        </p:txBody>
      </p:sp>
    </p:spTree>
    <p:extLst>
      <p:ext uri="{BB962C8B-B14F-4D97-AF65-F5344CB8AC3E}">
        <p14:creationId xmlns:p14="http://schemas.microsoft.com/office/powerpoint/2010/main" val="9417392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75085"/>
            <a:ext cx="7488767" cy="586957"/>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61665"/>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3976553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636839"/>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20738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5847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13263055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110790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5847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2659372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773269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66407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5847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5226793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29823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7640327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968464058"/>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21170965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963556120"/>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endParaRPr lang="en-US" altLang="zh-CN"/>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823868624"/>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en-US" altLang="zh-CN"/>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881967408"/>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62398785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575255328"/>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45686801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88434860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351957256"/>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6254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3915838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jpe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6.xml"/><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10.jpeg"/></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heme" Target="../theme/theme10.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77"/>
          <p:cNvGrpSpPr>
            <a:grpSpLocks/>
          </p:cNvGrpSpPr>
          <p:nvPr/>
        </p:nvGrpSpPr>
        <p:grpSpPr bwMode="auto">
          <a:xfrm>
            <a:off x="12433301" y="3503614"/>
            <a:ext cx="1225551" cy="3224213"/>
            <a:chOff x="5839" y="2251"/>
            <a:chExt cx="579" cy="2031"/>
          </a:xfrm>
        </p:grpSpPr>
        <p:sp>
          <p:nvSpPr>
            <p:cNvPr id="1038" name="Rectangle 78"/>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039" name="Group 79"/>
            <p:cNvGrpSpPr>
              <a:grpSpLocks/>
            </p:cNvGrpSpPr>
            <p:nvPr userDrawn="1"/>
          </p:nvGrpSpPr>
          <p:grpSpPr bwMode="auto">
            <a:xfrm>
              <a:off x="5893" y="2387"/>
              <a:ext cx="466" cy="115"/>
              <a:chOff x="5893" y="2387"/>
              <a:chExt cx="466" cy="115"/>
            </a:xfrm>
          </p:grpSpPr>
          <p:sp>
            <p:nvSpPr>
              <p:cNvPr id="1100" name="Rectangle 80"/>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Rectangle 81"/>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Rectangle 82"/>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Rectangle 83"/>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0" name="Group 84"/>
            <p:cNvGrpSpPr>
              <a:grpSpLocks/>
            </p:cNvGrpSpPr>
            <p:nvPr userDrawn="1"/>
          </p:nvGrpSpPr>
          <p:grpSpPr bwMode="auto">
            <a:xfrm>
              <a:off x="5893" y="2523"/>
              <a:ext cx="466" cy="115"/>
              <a:chOff x="5893" y="2523"/>
              <a:chExt cx="466" cy="115"/>
            </a:xfrm>
          </p:grpSpPr>
          <p:sp>
            <p:nvSpPr>
              <p:cNvPr id="1096" name="Rectangle 85"/>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Rectangle 86"/>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Rectangle 87"/>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Rectangle 88"/>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1" name="Group 89"/>
            <p:cNvGrpSpPr>
              <a:grpSpLocks/>
            </p:cNvGrpSpPr>
            <p:nvPr userDrawn="1"/>
          </p:nvGrpSpPr>
          <p:grpSpPr bwMode="auto">
            <a:xfrm>
              <a:off x="5893" y="2659"/>
              <a:ext cx="466" cy="115"/>
              <a:chOff x="5893" y="2659"/>
              <a:chExt cx="466" cy="115"/>
            </a:xfrm>
          </p:grpSpPr>
          <p:sp>
            <p:nvSpPr>
              <p:cNvPr id="1092" name="Rectangle 90"/>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Rectangle 91"/>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Rectangle 92"/>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Rectangle 93"/>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2" name="Group 94"/>
            <p:cNvGrpSpPr>
              <a:grpSpLocks/>
            </p:cNvGrpSpPr>
            <p:nvPr userDrawn="1"/>
          </p:nvGrpSpPr>
          <p:grpSpPr bwMode="auto">
            <a:xfrm>
              <a:off x="5893" y="2251"/>
              <a:ext cx="466" cy="119"/>
              <a:chOff x="5893" y="2251"/>
              <a:chExt cx="466" cy="119"/>
            </a:xfrm>
          </p:grpSpPr>
          <p:sp>
            <p:nvSpPr>
              <p:cNvPr id="1088" name="Rectangle 95"/>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Rectangle 96"/>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Rectangle 97"/>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Rectangle 98"/>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3" name="Group 99"/>
            <p:cNvGrpSpPr>
              <a:grpSpLocks/>
            </p:cNvGrpSpPr>
            <p:nvPr userDrawn="1"/>
          </p:nvGrpSpPr>
          <p:grpSpPr bwMode="auto">
            <a:xfrm>
              <a:off x="5893" y="2886"/>
              <a:ext cx="466" cy="115"/>
              <a:chOff x="5893" y="2886"/>
              <a:chExt cx="466" cy="115"/>
            </a:xfrm>
          </p:grpSpPr>
          <p:sp>
            <p:nvSpPr>
              <p:cNvPr id="1084" name="Rectangle 100"/>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Rectangle 101"/>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Rectangle 102"/>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Rectangle 103"/>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4" name="Group 104"/>
            <p:cNvGrpSpPr>
              <a:grpSpLocks/>
            </p:cNvGrpSpPr>
            <p:nvPr userDrawn="1"/>
          </p:nvGrpSpPr>
          <p:grpSpPr bwMode="auto">
            <a:xfrm>
              <a:off x="5893" y="3022"/>
              <a:ext cx="466" cy="115"/>
              <a:chOff x="5893" y="3022"/>
              <a:chExt cx="466" cy="115"/>
            </a:xfrm>
          </p:grpSpPr>
          <p:sp>
            <p:nvSpPr>
              <p:cNvPr id="1080" name="Rectangle 105"/>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Rectangle 106"/>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Rectangle 107"/>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Rectangle 108"/>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5" name="Group 109"/>
            <p:cNvGrpSpPr>
              <a:grpSpLocks/>
            </p:cNvGrpSpPr>
            <p:nvPr userDrawn="1"/>
          </p:nvGrpSpPr>
          <p:grpSpPr bwMode="auto">
            <a:xfrm>
              <a:off x="5893" y="3158"/>
              <a:ext cx="466" cy="115"/>
              <a:chOff x="5893" y="3158"/>
              <a:chExt cx="466" cy="115"/>
            </a:xfrm>
          </p:grpSpPr>
          <p:sp>
            <p:nvSpPr>
              <p:cNvPr id="1076" name="Rectangle 110"/>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Rectangle 111"/>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Rectangle 112"/>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Rectangle 113"/>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6" name="Group 114"/>
            <p:cNvGrpSpPr>
              <a:grpSpLocks/>
            </p:cNvGrpSpPr>
            <p:nvPr userDrawn="1"/>
          </p:nvGrpSpPr>
          <p:grpSpPr bwMode="auto">
            <a:xfrm>
              <a:off x="5893" y="3385"/>
              <a:ext cx="466" cy="115"/>
              <a:chOff x="5893" y="3385"/>
              <a:chExt cx="466" cy="115"/>
            </a:xfrm>
          </p:grpSpPr>
          <p:sp>
            <p:nvSpPr>
              <p:cNvPr id="1072" name="Rectangle 115"/>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Rectangle 116"/>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Rectangle 117"/>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Rectangle 118"/>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7" name="Group 119"/>
            <p:cNvGrpSpPr>
              <a:grpSpLocks/>
            </p:cNvGrpSpPr>
            <p:nvPr userDrawn="1"/>
          </p:nvGrpSpPr>
          <p:grpSpPr bwMode="auto">
            <a:xfrm>
              <a:off x="5893" y="3521"/>
              <a:ext cx="466" cy="115"/>
              <a:chOff x="5893" y="3521"/>
              <a:chExt cx="466" cy="115"/>
            </a:xfrm>
          </p:grpSpPr>
          <p:sp>
            <p:nvSpPr>
              <p:cNvPr id="1068" name="Rectangle 120"/>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Rectangle 121"/>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Rectangle 122"/>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Rectangle 123"/>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8" name="Group 124"/>
            <p:cNvGrpSpPr>
              <a:grpSpLocks/>
            </p:cNvGrpSpPr>
            <p:nvPr userDrawn="1"/>
          </p:nvGrpSpPr>
          <p:grpSpPr bwMode="auto">
            <a:xfrm>
              <a:off x="5893" y="3657"/>
              <a:ext cx="466" cy="115"/>
              <a:chOff x="5893" y="3657"/>
              <a:chExt cx="466" cy="115"/>
            </a:xfrm>
          </p:grpSpPr>
          <p:sp>
            <p:nvSpPr>
              <p:cNvPr id="1064" name="Rectangle 125"/>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Rectangle 126"/>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Rectangle 127"/>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Rectangle 128"/>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9" name="Group 129"/>
            <p:cNvGrpSpPr>
              <a:grpSpLocks/>
            </p:cNvGrpSpPr>
            <p:nvPr userDrawn="1"/>
          </p:nvGrpSpPr>
          <p:grpSpPr bwMode="auto">
            <a:xfrm>
              <a:off x="5893" y="3884"/>
              <a:ext cx="466" cy="115"/>
              <a:chOff x="5893" y="3884"/>
              <a:chExt cx="466" cy="115"/>
            </a:xfrm>
          </p:grpSpPr>
          <p:sp>
            <p:nvSpPr>
              <p:cNvPr id="1060" name="Rectangle 130"/>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Rectangle 131"/>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Rectangle 132"/>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Rectangle 133"/>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50" name="Group 134"/>
            <p:cNvGrpSpPr>
              <a:grpSpLocks/>
            </p:cNvGrpSpPr>
            <p:nvPr userDrawn="1"/>
          </p:nvGrpSpPr>
          <p:grpSpPr bwMode="auto">
            <a:xfrm>
              <a:off x="5893" y="4026"/>
              <a:ext cx="466" cy="115"/>
              <a:chOff x="5893" y="4026"/>
              <a:chExt cx="466" cy="115"/>
            </a:xfrm>
          </p:grpSpPr>
          <p:sp>
            <p:nvSpPr>
              <p:cNvPr id="1056" name="Rectangle 135"/>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Rectangle 136"/>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Rectangle 137"/>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Rectangle 138"/>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51" name="Group 139"/>
            <p:cNvGrpSpPr>
              <a:grpSpLocks/>
            </p:cNvGrpSpPr>
            <p:nvPr userDrawn="1"/>
          </p:nvGrpSpPr>
          <p:grpSpPr bwMode="auto">
            <a:xfrm>
              <a:off x="5893" y="4167"/>
              <a:ext cx="466" cy="115"/>
              <a:chOff x="5893" y="4167"/>
              <a:chExt cx="466" cy="115"/>
            </a:xfrm>
          </p:grpSpPr>
          <p:sp>
            <p:nvSpPr>
              <p:cNvPr id="1052" name="Rectangle 140"/>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Rectangle 141"/>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Rectangle 142"/>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Rectangle 143"/>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27" name="Rectangle 144"/>
          <p:cNvSpPr>
            <a:spLocks noChangeArrowheads="1"/>
          </p:cNvSpPr>
          <p:nvPr/>
        </p:nvSpPr>
        <p:spPr bwMode="auto">
          <a:xfrm>
            <a:off x="12335934" y="1333500"/>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ea typeface="黑体" pitchFamily="49" charset="-122"/>
              </a:rPr>
              <a:t>配色参考方案：</a:t>
            </a:r>
          </a:p>
          <a:p>
            <a:pPr>
              <a:lnSpc>
                <a:spcPct val="120000"/>
              </a:lnSpc>
              <a:spcBef>
                <a:spcPct val="20000"/>
              </a:spcBef>
            </a:pPr>
            <a:r>
              <a:rPr lang="zh-CN" altLang="en-US" sz="1100">
                <a:solidFill>
                  <a:srgbClr val="FFFFFF"/>
                </a:solidFill>
                <a:latin typeface="Arial" pitchFamily="34" charset="0"/>
                <a:ea typeface="黑体" pitchFamily="49" charset="-122"/>
              </a:rPr>
              <a:t>建议同一页面内不超过四种颜色，以下是</a:t>
            </a:r>
            <a:r>
              <a:rPr lang="en-US" altLang="zh-CN" sz="1100">
                <a:solidFill>
                  <a:srgbClr val="FFFFFF"/>
                </a:solidFill>
                <a:latin typeface="Arial" pitchFamily="34" charset="0"/>
                <a:ea typeface="黑体" pitchFamily="49" charset="-122"/>
              </a:rPr>
              <a:t>13</a:t>
            </a:r>
            <a:r>
              <a:rPr lang="zh-CN" altLang="en-US" sz="1100">
                <a:solidFill>
                  <a:srgbClr val="FFFFFF"/>
                </a:solidFill>
                <a:latin typeface="Arial" pitchFamily="34" charset="0"/>
                <a:ea typeface="黑体" pitchFamily="49" charset="-122"/>
              </a:rPr>
              <a:t>组配色方案，同一页面内只选择一组使用。（仅供参考）</a:t>
            </a:r>
          </a:p>
        </p:txBody>
      </p:sp>
      <p:sp>
        <p:nvSpPr>
          <p:cNvPr id="1028" name="Rectangle 145"/>
          <p:cNvSpPr>
            <a:spLocks noChangeArrowheads="1"/>
          </p:cNvSpPr>
          <p:nvPr/>
        </p:nvSpPr>
        <p:spPr bwMode="auto">
          <a:xfrm>
            <a:off x="12335934" y="1"/>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ea typeface="黑体" pitchFamily="49" charset="-122"/>
              </a:rPr>
              <a:t>客户或者合作伙伴的标志放在右上角</a:t>
            </a:r>
            <a:r>
              <a:rPr lang="en-US" altLang="zh-CN" sz="1100">
                <a:solidFill>
                  <a:srgbClr val="FFFFFF"/>
                </a:solidFill>
                <a:latin typeface="Arial" pitchFamily="34" charset="0"/>
                <a:ea typeface="黑体" pitchFamily="49" charset="-122"/>
              </a:rPr>
              <a:t>.</a:t>
            </a:r>
            <a:endParaRPr lang="zh-CN" altLang="en-US" sz="1100">
              <a:solidFill>
                <a:srgbClr val="FFFFFF"/>
              </a:solidFill>
              <a:latin typeface="Arial" pitchFamily="34" charset="0"/>
              <a:ea typeface="黑体" pitchFamily="49" charset="-122"/>
            </a:endParaRPr>
          </a:p>
        </p:txBody>
      </p:sp>
      <p:pic>
        <p:nvPicPr>
          <p:cNvPr id="1029" name="Picture 146" descr="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973138"/>
            <a:ext cx="121920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3" name="Text Box 7"/>
          <p:cNvSpPr txBox="1">
            <a:spLocks noChangeArrowheads="1"/>
          </p:cNvSpPr>
          <p:nvPr/>
        </p:nvSpPr>
        <p:spPr bwMode="auto">
          <a:xfrm>
            <a:off x="9639300" y="4011613"/>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
        <p:nvSpPr>
          <p:cNvPr id="1031" name="Rectangle 2"/>
          <p:cNvSpPr>
            <a:spLocks noGrp="1" noChangeArrowheads="1"/>
          </p:cNvSpPr>
          <p:nvPr>
            <p:ph type="title"/>
          </p:nvPr>
        </p:nvSpPr>
        <p:spPr bwMode="auto">
          <a:xfrm>
            <a:off x="1007534" y="2174292"/>
            <a:ext cx="7488767" cy="58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800" rIns="91440" bIns="46800" numCol="1" anchor="ctr" anchorCtr="0" compatLnSpc="1">
            <a:prstTxWarp prst="textNoShape">
              <a:avLst/>
            </a:prstTxWarp>
            <a:spAutoFit/>
          </a:bodyPr>
          <a:lstStyle/>
          <a:p>
            <a:pPr lvl="0"/>
            <a:r>
              <a:rPr lang="zh-CN" altLang="en-US" dirty="0" smtClean="0"/>
              <a:t>单击此处编辑母版标题样式</a:t>
            </a:r>
          </a:p>
        </p:txBody>
      </p:sp>
      <p:sp>
        <p:nvSpPr>
          <p:cNvPr id="1032" name="Rectangle 3"/>
          <p:cNvSpPr>
            <a:spLocks noGrp="1" noChangeArrowheads="1"/>
          </p:cNvSpPr>
          <p:nvPr>
            <p:ph type="body" idx="1"/>
          </p:nvPr>
        </p:nvSpPr>
        <p:spPr bwMode="auto">
          <a:xfrm>
            <a:off x="1007533" y="3068638"/>
            <a:ext cx="710565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单击此处编辑母版文本样式</a:t>
            </a:r>
          </a:p>
        </p:txBody>
      </p:sp>
      <p:sp>
        <p:nvSpPr>
          <p:cNvPr id="1033" name="Rectangle 7"/>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gn="r">
              <a:lnSpc>
                <a:spcPct val="125000"/>
              </a:lnSpc>
              <a:spcBef>
                <a:spcPct val="20000"/>
              </a:spcBef>
            </a:pPr>
            <a:r>
              <a:rPr lang="zh-CN" altLang="en-US" sz="1100" dirty="0">
                <a:solidFill>
                  <a:srgbClr val="FFFFFF"/>
                </a:solidFill>
                <a:latin typeface="Arial" pitchFamily="34" charset="0"/>
                <a:ea typeface="黑体" pitchFamily="49" charset="-122"/>
              </a:rPr>
              <a:t>英文标题</a:t>
            </a:r>
            <a:r>
              <a:rPr lang="en-US" altLang="zh-CN" sz="1100" dirty="0">
                <a:solidFill>
                  <a:srgbClr val="FFFFFF"/>
                </a:solidFill>
                <a:latin typeface="Arial" pitchFamily="34" charset="0"/>
                <a:ea typeface="黑体" pitchFamily="49" charset="-122"/>
              </a:rPr>
              <a:t>:32-35pt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 R153 G0 B0</a:t>
            </a:r>
          </a:p>
          <a:p>
            <a:pPr algn="r">
              <a:lnSpc>
                <a:spcPct val="125000"/>
              </a:lnSpc>
              <a:spcBef>
                <a:spcPct val="20000"/>
              </a:spcBef>
            </a:pPr>
            <a:r>
              <a:rPr lang="zh-CN" altLang="en-US" sz="1100" dirty="0">
                <a:solidFill>
                  <a:srgbClr val="FFFFFF"/>
                </a:solidFill>
                <a:latin typeface="Arial" pitchFamily="34" charset="0"/>
                <a:ea typeface="黑体" pitchFamily="49" charset="-122"/>
              </a:rPr>
              <a:t>内部使用字体 </a:t>
            </a:r>
            <a:r>
              <a:rPr lang="en-US" altLang="zh-CN" sz="1100" dirty="0">
                <a:solidFill>
                  <a:srgbClr val="FFFFFF"/>
                </a:solidFill>
                <a:latin typeface="Arial" pitchFamily="34" charset="0"/>
                <a:ea typeface="黑体" pitchFamily="49" charset="-122"/>
              </a:rPr>
              <a:t>:</a:t>
            </a:r>
          </a:p>
          <a:p>
            <a:pPr algn="r">
              <a:lnSpc>
                <a:spcPct val="125000"/>
              </a:lnSpc>
              <a:spcBef>
                <a:spcPct val="20000"/>
              </a:spcBef>
            </a:pPr>
            <a:r>
              <a:rPr lang="en-US" altLang="zh-CN" sz="1100" dirty="0" err="1">
                <a:solidFill>
                  <a:srgbClr val="FFFFFF"/>
                </a:solidFill>
                <a:latin typeface="Arial" pitchFamily="34" charset="0"/>
                <a:ea typeface="黑体" pitchFamily="49" charset="-122"/>
              </a:rPr>
              <a:t>FrutigerNext</a:t>
            </a:r>
            <a:r>
              <a:rPr lang="en-US" altLang="zh-CN" sz="1100" dirty="0">
                <a:solidFill>
                  <a:srgbClr val="FFFFFF"/>
                </a:solidFill>
                <a:latin typeface="Arial" pitchFamily="34" charset="0"/>
                <a:ea typeface="黑体" pitchFamily="49" charset="-122"/>
              </a:rPr>
              <a:t> LT Medium</a:t>
            </a:r>
          </a:p>
          <a:p>
            <a:pPr algn="r">
              <a:lnSpc>
                <a:spcPct val="125000"/>
              </a:lnSpc>
              <a:spcBef>
                <a:spcPct val="20000"/>
              </a:spcBef>
            </a:pPr>
            <a:r>
              <a:rPr lang="zh-CN" altLang="en-US" sz="1100" dirty="0">
                <a:solidFill>
                  <a:srgbClr val="FFFFFF"/>
                </a:solidFill>
                <a:latin typeface="Arial" pitchFamily="34" charset="0"/>
                <a:ea typeface="黑体" pitchFamily="49" charset="-122"/>
              </a:rPr>
              <a:t>外部使用字体 </a:t>
            </a:r>
            <a:r>
              <a:rPr lang="en-US" altLang="zh-CN" sz="1100" dirty="0">
                <a:solidFill>
                  <a:srgbClr val="FFFFFF"/>
                </a:solidFill>
                <a:latin typeface="Arial" pitchFamily="34" charset="0"/>
                <a:ea typeface="黑体" pitchFamily="49" charset="-122"/>
              </a:rPr>
              <a:t>: Arial</a:t>
            </a:r>
          </a:p>
          <a:p>
            <a:pPr algn="r">
              <a:lnSpc>
                <a:spcPct val="75000"/>
              </a:lnSpc>
              <a:spcBef>
                <a:spcPct val="20000"/>
              </a:spcBef>
            </a:pPr>
            <a:endParaRPr lang="en-US" altLang="zh-CN"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中文标题</a:t>
            </a:r>
            <a:r>
              <a:rPr lang="en-US" altLang="zh-CN" sz="1100" dirty="0">
                <a:solidFill>
                  <a:srgbClr val="FFFFFF"/>
                </a:solidFill>
                <a:latin typeface="Arial" pitchFamily="34" charset="0"/>
                <a:ea typeface="黑体" pitchFamily="49" charset="-122"/>
              </a:rPr>
              <a:t>:30-32pt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 R153 G0 B0</a:t>
            </a:r>
          </a:p>
          <a:p>
            <a:pPr algn="r">
              <a:lnSpc>
                <a:spcPct val="125000"/>
              </a:lnSpc>
              <a:spcBef>
                <a:spcPct val="20000"/>
              </a:spcBef>
            </a:pPr>
            <a:r>
              <a:rPr lang="zh-CN" altLang="en-US" sz="1100" dirty="0">
                <a:solidFill>
                  <a:srgbClr val="FFFFFF"/>
                </a:solidFill>
                <a:latin typeface="Arial" pitchFamily="34" charset="0"/>
                <a:ea typeface="黑体" pitchFamily="49" charset="-122"/>
              </a:rPr>
              <a:t>字体</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黑体</a:t>
            </a: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英文正文</a:t>
            </a:r>
            <a:r>
              <a:rPr lang="en-US" altLang="zh-CN" sz="1100" dirty="0">
                <a:solidFill>
                  <a:srgbClr val="FFFFFF"/>
                </a:solidFill>
                <a:latin typeface="Arial" pitchFamily="34" charset="0"/>
                <a:ea typeface="黑体" pitchFamily="49" charset="-122"/>
              </a:rPr>
              <a:t>:20-22pt</a:t>
            </a:r>
          </a:p>
          <a:p>
            <a:pPr algn="r">
              <a:lnSpc>
                <a:spcPct val="125000"/>
              </a:lnSpc>
              <a:spcBef>
                <a:spcPct val="20000"/>
              </a:spcBef>
            </a:pPr>
            <a:r>
              <a:rPr lang="zh-CN" altLang="en-US" sz="1100" dirty="0">
                <a:solidFill>
                  <a:srgbClr val="FFFFFF"/>
                </a:solidFill>
                <a:latin typeface="Arial" pitchFamily="34" charset="0"/>
                <a:ea typeface="黑体" pitchFamily="49" charset="-122"/>
              </a:rPr>
              <a:t>子目录 </a:t>
            </a:r>
            <a:r>
              <a:rPr lang="en-US" altLang="zh-CN" sz="1100" dirty="0">
                <a:solidFill>
                  <a:srgbClr val="FFFFFF"/>
                </a:solidFill>
                <a:latin typeface="Arial" pitchFamily="34" charset="0"/>
                <a:ea typeface="黑体" pitchFamily="49" charset="-122"/>
              </a:rPr>
              <a:t>(2-5</a:t>
            </a:r>
            <a:r>
              <a:rPr lang="zh-CN" altLang="en-US" sz="1100" dirty="0">
                <a:solidFill>
                  <a:srgbClr val="FFFFFF"/>
                </a:solidFill>
                <a:latin typeface="Arial" pitchFamily="34" charset="0"/>
                <a:ea typeface="黑体" pitchFamily="49" charset="-122"/>
              </a:rPr>
              <a:t>级</a:t>
            </a:r>
            <a:r>
              <a:rPr lang="en-US" altLang="zh-CN" sz="1100" dirty="0">
                <a:solidFill>
                  <a:srgbClr val="FFFFFF"/>
                </a:solidFill>
                <a:latin typeface="Arial" pitchFamily="34" charset="0"/>
                <a:ea typeface="黑体" pitchFamily="49" charset="-122"/>
              </a:rPr>
              <a:t>) :18pt  </a:t>
            </a: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黑色</a:t>
            </a:r>
          </a:p>
          <a:p>
            <a:pPr algn="r">
              <a:lnSpc>
                <a:spcPct val="125000"/>
              </a:lnSpc>
              <a:spcBef>
                <a:spcPct val="20000"/>
              </a:spcBef>
            </a:pPr>
            <a:r>
              <a:rPr lang="zh-CN" altLang="en-US" sz="1100" dirty="0">
                <a:solidFill>
                  <a:srgbClr val="FFFFFF"/>
                </a:solidFill>
                <a:latin typeface="Arial" pitchFamily="34" charset="0"/>
                <a:ea typeface="黑体" pitchFamily="49" charset="-122"/>
              </a:rPr>
              <a:t>内部使用字体 </a:t>
            </a:r>
            <a:r>
              <a:rPr lang="en-US" altLang="zh-CN" sz="1100" dirty="0">
                <a:solidFill>
                  <a:srgbClr val="FFFFFF"/>
                </a:solidFill>
                <a:latin typeface="Arial" pitchFamily="34" charset="0"/>
                <a:ea typeface="黑体" pitchFamily="49" charset="-122"/>
              </a:rPr>
              <a:t>:</a:t>
            </a:r>
          </a:p>
          <a:p>
            <a:pPr algn="r">
              <a:lnSpc>
                <a:spcPct val="125000"/>
              </a:lnSpc>
              <a:spcBef>
                <a:spcPct val="20000"/>
              </a:spcBef>
            </a:pPr>
            <a:r>
              <a:rPr lang="en-US" altLang="zh-CN" sz="1100" dirty="0" err="1">
                <a:solidFill>
                  <a:srgbClr val="FFFFFF"/>
                </a:solidFill>
                <a:latin typeface="Arial" pitchFamily="34" charset="0"/>
                <a:ea typeface="黑体" pitchFamily="49" charset="-122"/>
              </a:rPr>
              <a:t>FrutigerNext</a:t>
            </a:r>
            <a:r>
              <a:rPr lang="en-US" altLang="zh-CN" sz="1100" dirty="0">
                <a:solidFill>
                  <a:srgbClr val="FFFFFF"/>
                </a:solidFill>
                <a:latin typeface="Arial" pitchFamily="34" charset="0"/>
                <a:ea typeface="黑体" pitchFamily="49" charset="-122"/>
              </a:rPr>
              <a:t> LT Regular</a:t>
            </a:r>
          </a:p>
          <a:p>
            <a:pPr algn="r">
              <a:lnSpc>
                <a:spcPct val="125000"/>
              </a:lnSpc>
              <a:spcBef>
                <a:spcPct val="20000"/>
              </a:spcBef>
            </a:pPr>
            <a:r>
              <a:rPr lang="zh-CN" altLang="en-US" sz="1100" dirty="0">
                <a:solidFill>
                  <a:srgbClr val="FFFFFF"/>
                </a:solidFill>
                <a:latin typeface="Arial" pitchFamily="34" charset="0"/>
                <a:ea typeface="黑体" pitchFamily="49" charset="-122"/>
              </a:rPr>
              <a:t>外部使用字体 </a:t>
            </a:r>
            <a:r>
              <a:rPr lang="en-US" altLang="zh-CN" sz="1100" dirty="0">
                <a:solidFill>
                  <a:srgbClr val="FFFFFF"/>
                </a:solidFill>
                <a:latin typeface="Arial" pitchFamily="34" charset="0"/>
                <a:ea typeface="黑体" pitchFamily="49" charset="-122"/>
              </a:rPr>
              <a:t>: Arial</a:t>
            </a:r>
          </a:p>
          <a:p>
            <a:pPr algn="r">
              <a:lnSpc>
                <a:spcPct val="75000"/>
              </a:lnSpc>
              <a:spcBef>
                <a:spcPct val="20000"/>
              </a:spcBef>
            </a:pPr>
            <a:endParaRPr lang="en-US" altLang="zh-CN"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中文正文</a:t>
            </a:r>
            <a:r>
              <a:rPr lang="en-US" altLang="zh-CN" sz="1100" dirty="0">
                <a:solidFill>
                  <a:srgbClr val="FFFFFF"/>
                </a:solidFill>
                <a:latin typeface="Arial" pitchFamily="34" charset="0"/>
                <a:ea typeface="黑体" pitchFamily="49" charset="-122"/>
              </a:rPr>
              <a:t>:18-20pt</a:t>
            </a:r>
          </a:p>
          <a:p>
            <a:pPr algn="r">
              <a:lnSpc>
                <a:spcPct val="125000"/>
              </a:lnSpc>
              <a:spcBef>
                <a:spcPct val="20000"/>
              </a:spcBef>
            </a:pPr>
            <a:r>
              <a:rPr lang="zh-CN" altLang="en-US" sz="1100" dirty="0">
                <a:solidFill>
                  <a:srgbClr val="FFFFFF"/>
                </a:solidFill>
                <a:latin typeface="Arial" pitchFamily="34" charset="0"/>
                <a:ea typeface="黑体" pitchFamily="49" charset="-122"/>
              </a:rPr>
              <a:t>子目录</a:t>
            </a:r>
            <a:r>
              <a:rPr lang="en-US" altLang="zh-CN" sz="1100" dirty="0">
                <a:solidFill>
                  <a:srgbClr val="FFFFFF"/>
                </a:solidFill>
                <a:latin typeface="Arial" pitchFamily="34" charset="0"/>
                <a:ea typeface="黑体" pitchFamily="49" charset="-122"/>
              </a:rPr>
              <a:t>(2-5</a:t>
            </a:r>
            <a:r>
              <a:rPr lang="zh-CN" altLang="en-US" sz="1100" dirty="0">
                <a:solidFill>
                  <a:srgbClr val="FFFFFF"/>
                </a:solidFill>
                <a:latin typeface="Arial" pitchFamily="34" charset="0"/>
                <a:ea typeface="黑体" pitchFamily="49" charset="-122"/>
              </a:rPr>
              <a:t>级</a:t>
            </a:r>
            <a:r>
              <a:rPr lang="en-US" altLang="zh-CN" sz="1100" dirty="0">
                <a:solidFill>
                  <a:srgbClr val="FFFFFF"/>
                </a:solidFill>
                <a:latin typeface="Arial" pitchFamily="34" charset="0"/>
                <a:ea typeface="黑体" pitchFamily="49" charset="-122"/>
              </a:rPr>
              <a:t>):18pt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黑色</a:t>
            </a:r>
          </a:p>
          <a:p>
            <a:pPr algn="r">
              <a:lnSpc>
                <a:spcPct val="125000"/>
              </a:lnSpc>
              <a:spcBef>
                <a:spcPct val="20000"/>
              </a:spcBef>
            </a:pPr>
            <a:r>
              <a:rPr lang="zh-CN" altLang="en-US" sz="1100" dirty="0">
                <a:solidFill>
                  <a:srgbClr val="FFFFFF"/>
                </a:solidFill>
                <a:latin typeface="Arial" pitchFamily="34" charset="0"/>
                <a:ea typeface="黑体" pitchFamily="49" charset="-122"/>
              </a:rPr>
              <a:t>字体</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细黑体 </a:t>
            </a:r>
            <a:endParaRPr lang="zh-CN" altLang="en-US" sz="1100" dirty="0">
              <a:solidFill>
                <a:srgbClr val="000000"/>
              </a:solidFill>
              <a:latin typeface="Arial" pitchFamily="34" charset="0"/>
              <a:ea typeface="黑体" pitchFamily="49" charset="-122"/>
            </a:endParaRPr>
          </a:p>
        </p:txBody>
      </p:sp>
      <p:sp>
        <p:nvSpPr>
          <p:cNvPr id="1036"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310" name="Rectangle 19"/>
          <p:cNvSpPr>
            <a:spLocks noGrp="1" noChangeArrowheads="1"/>
          </p:cNvSpPr>
          <p:nvPr>
            <p:ph type="dt" sz="quarter" idx="2"/>
          </p:nvPr>
        </p:nvSpPr>
        <p:spPr bwMode="auto">
          <a:xfrm>
            <a:off x="1007533" y="479426"/>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mn-lt"/>
                <a:ea typeface="+mn-ea"/>
              </a:defRPr>
            </a:lvl1pPr>
          </a:lstStyle>
          <a:p>
            <a:pPr>
              <a:defRPr/>
            </a:pPr>
            <a:endParaRPr lang="en-US" altLang="zh-CN"/>
          </a:p>
        </p:txBody>
      </p:sp>
      <p:pic>
        <p:nvPicPr>
          <p:cNvPr id="80" name="Picture 6" descr="Logo"/>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smtClean="0">
                <a:solidFill>
                  <a:srgbClr val="000000"/>
                </a:solidFill>
                <a:latin typeface="FrutigerNext LT Bold" pitchFamily="34" charset="0"/>
                <a:ea typeface="MS PGothic" pitchFamily="34" charset="-128"/>
              </a:rPr>
              <a:t>HUAWEI TECHNOLOGIES CO., LTD.</a:t>
            </a:r>
          </a:p>
        </p:txBody>
      </p:sp>
    </p:spTree>
  </p:cSld>
  <p:clrMap bg1="lt1" tx1="dk1" bg2="lt2" tx2="dk2" accent1="accent1" accent2="accent2" accent3="accent3" accent4="accent4" accent5="accent5" accent6="accent6" hlink="hlink" folHlink="folHlink"/>
  <p:sldLayoutIdLst>
    <p:sldLayoutId id="2147483815" r:id="rId1"/>
  </p:sldLayoutIdLst>
  <p:transition advClick="0" advTm="8000">
    <p:fade thruBlk="1"/>
  </p:transition>
  <p:timing>
    <p:tnLst>
      <p:par>
        <p:cTn id="1" dur="indefinite" restart="never" nodeType="tmRoot"/>
      </p:par>
    </p:tnLst>
  </p:timing>
  <p:txStyles>
    <p:titleStyle>
      <a:lvl1pPr algn="l" rtl="0" eaLnBrk="1" fontAlgn="base" hangingPunct="1">
        <a:spcBef>
          <a:spcPct val="0"/>
        </a:spcBef>
        <a:spcAft>
          <a:spcPct val="0"/>
        </a:spcAft>
        <a:defRPr lang="zh-CN" altLang="en-US" sz="3200" b="1" dirty="0">
          <a:solidFill>
            <a:schemeClr val="bg1"/>
          </a:solidFill>
          <a:latin typeface="+mj-lt"/>
          <a:ea typeface="黑体" pitchFamily="49" charset="-122"/>
          <a:cs typeface="+mj-cs"/>
        </a:defRPr>
      </a:lvl1pPr>
      <a:lvl2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2pPr>
      <a:lvl3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3pPr>
      <a:lvl4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4pPr>
      <a:lvl5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1" fontAlgn="base" hangingPunct="1">
        <a:spcBef>
          <a:spcPct val="20000"/>
        </a:spcBef>
        <a:spcAft>
          <a:spcPct val="0"/>
        </a:spcAft>
        <a:buClr>
          <a:srgbClr val="990000"/>
        </a:buClr>
        <a:defRPr sz="2400" b="1">
          <a:solidFill>
            <a:schemeClr val="bg1"/>
          </a:solidFill>
          <a:latin typeface="+mn-lt"/>
          <a:ea typeface="黑体" pitchFamily="49" charset="-122"/>
          <a:cs typeface="+mn-cs"/>
        </a:defRPr>
      </a:lvl1pPr>
      <a:lvl2pPr marL="742950" indent="-285750" algn="l" rtl="0" eaLnBrk="1" fontAlgn="base" hangingPunct="1">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1" fontAlgn="base" hangingPunct="1">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1" fontAlgn="base" hangingPunct="1">
        <a:spcBef>
          <a:spcPct val="20000"/>
        </a:spcBef>
        <a:spcAft>
          <a:spcPct val="0"/>
        </a:spcAft>
        <a:buChar char="–"/>
        <a:defRPr sz="16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1" name="Picture 9" descr="封面"/>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0" y="1412875"/>
            <a:ext cx="121920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Rectangle 8"/>
          <p:cNvSpPr>
            <a:spLocks noGrp="1" noChangeArrowheads="1"/>
          </p:cNvSpPr>
          <p:nvPr>
            <p:ph type="title"/>
          </p:nvPr>
        </p:nvSpPr>
        <p:spPr bwMode="auto">
          <a:xfrm>
            <a:off x="1007534" y="2636839"/>
            <a:ext cx="739775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2053"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1" name="Rectangle 19"/>
          <p:cNvSpPr>
            <a:spLocks noGrp="1" noChangeArrowheads="1"/>
          </p:cNvSpPr>
          <p:nvPr>
            <p:ph type="dt" sz="quarter" idx="2"/>
          </p:nvPr>
        </p:nvSpPr>
        <p:spPr bwMode="auto">
          <a:xfrm>
            <a:off x="1007533" y="479426"/>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mn-lt"/>
                <a:ea typeface="+mj-ea"/>
              </a:defRPr>
            </a:lvl1pPr>
          </a:lstStyle>
          <a:p>
            <a:pPr>
              <a:defRPr/>
            </a:pPr>
            <a:endParaRPr lang="en-US" altLang="zh-CN"/>
          </a:p>
        </p:txBody>
      </p:sp>
      <p:sp>
        <p:nvSpPr>
          <p:cNvPr id="2055" name="Rectangle 21"/>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a:lnSpc>
                <a:spcPct val="125000"/>
              </a:lnSpc>
              <a:spcBef>
                <a:spcPct val="20000"/>
              </a:spcBef>
            </a:pPr>
            <a:r>
              <a:rPr lang="zh-CN" altLang="en-US" sz="1100" dirty="0">
                <a:solidFill>
                  <a:srgbClr val="FFFFFF"/>
                </a:solidFill>
                <a:latin typeface="Arial" pitchFamily="34" charset="0"/>
              </a:rPr>
              <a:t>英文标题</a:t>
            </a:r>
            <a:r>
              <a:rPr lang="en-US" altLang="zh-CN" sz="1100" dirty="0">
                <a:solidFill>
                  <a:srgbClr val="FFFFFF"/>
                </a:solidFill>
                <a:latin typeface="Arial" pitchFamily="34" charset="0"/>
              </a:rPr>
              <a:t>:32-35pt  </a:t>
            </a: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 R153 G0 B0</a:t>
            </a:r>
          </a:p>
          <a:p>
            <a:pPr marL="342900" indent="-342900" algn="r">
              <a:lnSpc>
                <a:spcPct val="125000"/>
              </a:lnSpc>
              <a:spcBef>
                <a:spcPct val="20000"/>
              </a:spcBef>
            </a:pPr>
            <a:r>
              <a:rPr lang="zh-CN" altLang="en-US" sz="1100" dirty="0">
                <a:solidFill>
                  <a:srgbClr val="FFFFFF"/>
                </a:solidFill>
                <a:latin typeface="Arial" pitchFamily="34" charset="0"/>
              </a:rPr>
              <a:t>内部使用字体 </a:t>
            </a:r>
            <a:r>
              <a:rPr lang="en-US" altLang="zh-CN" sz="1100" dirty="0">
                <a:solidFill>
                  <a:srgbClr val="FFFFFF"/>
                </a:solidFill>
                <a:latin typeface="Arial" pitchFamily="34" charset="0"/>
              </a:rPr>
              <a:t>:</a:t>
            </a:r>
          </a:p>
          <a:p>
            <a:pPr marL="342900" indent="-342900" algn="r">
              <a:lnSpc>
                <a:spcPct val="125000"/>
              </a:lnSpc>
              <a:spcBef>
                <a:spcPct val="20000"/>
              </a:spcBef>
            </a:pPr>
            <a:r>
              <a:rPr lang="en-US" altLang="zh-CN" sz="1100" dirty="0" err="1">
                <a:solidFill>
                  <a:srgbClr val="FFFFFF"/>
                </a:solidFill>
                <a:latin typeface="Arial" pitchFamily="34" charset="0"/>
              </a:rPr>
              <a:t>FrutigerNext</a:t>
            </a:r>
            <a:r>
              <a:rPr lang="en-US" altLang="zh-CN" sz="1100" dirty="0">
                <a:solidFill>
                  <a:srgbClr val="FFFFFF"/>
                </a:solidFill>
                <a:latin typeface="Arial" pitchFamily="34" charset="0"/>
              </a:rPr>
              <a:t> LT Medium</a:t>
            </a:r>
          </a:p>
          <a:p>
            <a:pPr marL="342900" indent="-342900" algn="r">
              <a:lnSpc>
                <a:spcPct val="125000"/>
              </a:lnSpc>
              <a:spcBef>
                <a:spcPct val="20000"/>
              </a:spcBef>
            </a:pPr>
            <a:r>
              <a:rPr lang="zh-CN" altLang="en-US" sz="1100" dirty="0">
                <a:solidFill>
                  <a:srgbClr val="FFFFFF"/>
                </a:solidFill>
                <a:latin typeface="Arial" pitchFamily="34" charset="0"/>
              </a:rPr>
              <a:t>外部使用字体 </a:t>
            </a:r>
            <a:r>
              <a:rPr lang="en-US" altLang="zh-CN" sz="1100" dirty="0">
                <a:solidFill>
                  <a:srgbClr val="FFFFFF"/>
                </a:solidFill>
                <a:latin typeface="Arial" pitchFamily="34" charset="0"/>
              </a:rPr>
              <a:t>: Arial</a:t>
            </a:r>
          </a:p>
          <a:p>
            <a:pPr marL="342900" indent="-342900" algn="r">
              <a:lnSpc>
                <a:spcPct val="75000"/>
              </a:lnSpc>
              <a:spcBef>
                <a:spcPct val="20000"/>
              </a:spcBef>
            </a:pPr>
            <a:endParaRPr lang="en-US" altLang="zh-CN"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中文标题</a:t>
            </a:r>
            <a:r>
              <a:rPr lang="en-US" altLang="zh-CN" sz="1100" dirty="0">
                <a:solidFill>
                  <a:srgbClr val="FFFFFF"/>
                </a:solidFill>
                <a:latin typeface="Arial" pitchFamily="34" charset="0"/>
              </a:rPr>
              <a:t>:30-32pt  </a:t>
            </a: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 R153 G0 B0</a:t>
            </a:r>
          </a:p>
          <a:p>
            <a:pPr marL="342900" indent="-342900" algn="r">
              <a:lnSpc>
                <a:spcPct val="125000"/>
              </a:lnSpc>
              <a:spcBef>
                <a:spcPct val="20000"/>
              </a:spcBef>
            </a:pPr>
            <a:r>
              <a:rPr lang="zh-CN" altLang="en-US" sz="1100" dirty="0">
                <a:solidFill>
                  <a:srgbClr val="FFFFFF"/>
                </a:solidFill>
                <a:latin typeface="Arial" pitchFamily="34" charset="0"/>
              </a:rPr>
              <a:t>字体</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黑体</a:t>
            </a:r>
          </a:p>
          <a:p>
            <a:pPr marL="342900" indent="-342900" algn="r">
              <a:lnSpc>
                <a:spcPct val="125000"/>
              </a:lnSpc>
              <a:spcBef>
                <a:spcPct val="20000"/>
              </a:spcBef>
            </a:pPr>
            <a:endParaRPr lang="zh-CN" altLang="en-US" sz="1100" dirty="0">
              <a:solidFill>
                <a:srgbClr val="FFFFFF"/>
              </a:solidFill>
              <a:latin typeface="Arial" pitchFamily="34" charset="0"/>
            </a:endParaRPr>
          </a:p>
          <a:p>
            <a:pPr marL="342900" indent="-342900" algn="r">
              <a:lnSpc>
                <a:spcPct val="125000"/>
              </a:lnSpc>
              <a:spcBef>
                <a:spcPct val="20000"/>
              </a:spcBef>
            </a:pPr>
            <a:endParaRPr lang="zh-CN" altLang="en-US" sz="1100" dirty="0">
              <a:solidFill>
                <a:srgbClr val="FFFFFF"/>
              </a:solidFill>
              <a:latin typeface="Arial" pitchFamily="34" charset="0"/>
            </a:endParaRPr>
          </a:p>
          <a:p>
            <a:pPr marL="342900" indent="-342900" algn="r">
              <a:lnSpc>
                <a:spcPct val="125000"/>
              </a:lnSpc>
              <a:spcBef>
                <a:spcPct val="20000"/>
              </a:spcBef>
            </a:pP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英文正文</a:t>
            </a:r>
            <a:r>
              <a:rPr lang="en-US" altLang="zh-CN" sz="1100" dirty="0">
                <a:solidFill>
                  <a:srgbClr val="FFFFFF"/>
                </a:solidFill>
                <a:latin typeface="Arial" pitchFamily="34" charset="0"/>
              </a:rPr>
              <a:t>:20-22pt</a:t>
            </a:r>
          </a:p>
          <a:p>
            <a:pPr marL="342900" indent="-342900" algn="r">
              <a:lnSpc>
                <a:spcPct val="125000"/>
              </a:lnSpc>
              <a:spcBef>
                <a:spcPct val="20000"/>
              </a:spcBef>
            </a:pPr>
            <a:r>
              <a:rPr lang="zh-CN" altLang="en-US" sz="1100" dirty="0">
                <a:solidFill>
                  <a:srgbClr val="FFFFFF"/>
                </a:solidFill>
                <a:latin typeface="Arial" pitchFamily="34" charset="0"/>
              </a:rPr>
              <a:t>子目录 </a:t>
            </a:r>
            <a:r>
              <a:rPr lang="en-US" altLang="zh-CN" sz="1100" dirty="0">
                <a:solidFill>
                  <a:srgbClr val="FFFFFF"/>
                </a:solidFill>
                <a:latin typeface="Arial" pitchFamily="34" charset="0"/>
              </a:rPr>
              <a:t>(2-5</a:t>
            </a:r>
            <a:r>
              <a:rPr lang="zh-CN" altLang="en-US" sz="1100" dirty="0">
                <a:solidFill>
                  <a:srgbClr val="FFFFFF"/>
                </a:solidFill>
                <a:latin typeface="Arial" pitchFamily="34" charset="0"/>
              </a:rPr>
              <a:t>级</a:t>
            </a:r>
            <a:r>
              <a:rPr lang="en-US" altLang="zh-CN" sz="1100" dirty="0">
                <a:solidFill>
                  <a:srgbClr val="FFFFFF"/>
                </a:solidFill>
                <a:latin typeface="Arial" pitchFamily="34" charset="0"/>
              </a:rPr>
              <a:t>) :18pt  </a:t>
            </a: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黑色</a:t>
            </a:r>
          </a:p>
          <a:p>
            <a:pPr marL="342900" indent="-342900" algn="r">
              <a:lnSpc>
                <a:spcPct val="125000"/>
              </a:lnSpc>
              <a:spcBef>
                <a:spcPct val="20000"/>
              </a:spcBef>
            </a:pPr>
            <a:r>
              <a:rPr lang="zh-CN" altLang="en-US" sz="1100" dirty="0">
                <a:solidFill>
                  <a:srgbClr val="FFFFFF"/>
                </a:solidFill>
                <a:latin typeface="Arial" pitchFamily="34" charset="0"/>
              </a:rPr>
              <a:t>内部使用字体 </a:t>
            </a:r>
            <a:r>
              <a:rPr lang="en-US" altLang="zh-CN" sz="1100" dirty="0">
                <a:solidFill>
                  <a:srgbClr val="FFFFFF"/>
                </a:solidFill>
                <a:latin typeface="Arial" pitchFamily="34" charset="0"/>
              </a:rPr>
              <a:t>:</a:t>
            </a:r>
          </a:p>
          <a:p>
            <a:pPr marL="342900" indent="-342900" algn="r">
              <a:lnSpc>
                <a:spcPct val="125000"/>
              </a:lnSpc>
              <a:spcBef>
                <a:spcPct val="20000"/>
              </a:spcBef>
            </a:pPr>
            <a:r>
              <a:rPr lang="en-US" altLang="zh-CN" sz="1100" dirty="0" err="1">
                <a:solidFill>
                  <a:srgbClr val="FFFFFF"/>
                </a:solidFill>
                <a:latin typeface="Arial" pitchFamily="34" charset="0"/>
              </a:rPr>
              <a:t>FrutigerNext</a:t>
            </a:r>
            <a:r>
              <a:rPr lang="en-US" altLang="zh-CN" sz="1100" dirty="0">
                <a:solidFill>
                  <a:srgbClr val="FFFFFF"/>
                </a:solidFill>
                <a:latin typeface="Arial" pitchFamily="34" charset="0"/>
              </a:rPr>
              <a:t> LT Regular</a:t>
            </a:r>
          </a:p>
          <a:p>
            <a:pPr marL="342900" indent="-342900" algn="r">
              <a:lnSpc>
                <a:spcPct val="125000"/>
              </a:lnSpc>
              <a:spcBef>
                <a:spcPct val="20000"/>
              </a:spcBef>
            </a:pPr>
            <a:r>
              <a:rPr lang="zh-CN" altLang="en-US" sz="1100" dirty="0">
                <a:solidFill>
                  <a:srgbClr val="FFFFFF"/>
                </a:solidFill>
                <a:latin typeface="Arial" pitchFamily="34" charset="0"/>
              </a:rPr>
              <a:t>外部使用字体 </a:t>
            </a:r>
            <a:r>
              <a:rPr lang="en-US" altLang="zh-CN" sz="1100" dirty="0">
                <a:solidFill>
                  <a:srgbClr val="FFFFFF"/>
                </a:solidFill>
                <a:latin typeface="Arial" pitchFamily="34" charset="0"/>
              </a:rPr>
              <a:t>: Arial</a:t>
            </a:r>
          </a:p>
          <a:p>
            <a:pPr marL="342900" indent="-342900" algn="r">
              <a:lnSpc>
                <a:spcPct val="75000"/>
              </a:lnSpc>
              <a:spcBef>
                <a:spcPct val="20000"/>
              </a:spcBef>
            </a:pPr>
            <a:endParaRPr lang="en-US" altLang="zh-CN"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中文正文</a:t>
            </a:r>
            <a:r>
              <a:rPr lang="en-US" altLang="zh-CN" sz="1100" dirty="0">
                <a:solidFill>
                  <a:srgbClr val="FFFFFF"/>
                </a:solidFill>
                <a:latin typeface="Arial" pitchFamily="34" charset="0"/>
              </a:rPr>
              <a:t>:18-20pt</a:t>
            </a:r>
          </a:p>
          <a:p>
            <a:pPr marL="342900" indent="-342900" algn="r">
              <a:lnSpc>
                <a:spcPct val="125000"/>
              </a:lnSpc>
              <a:spcBef>
                <a:spcPct val="20000"/>
              </a:spcBef>
            </a:pPr>
            <a:r>
              <a:rPr lang="zh-CN" altLang="en-US" sz="1100" dirty="0">
                <a:solidFill>
                  <a:srgbClr val="FFFFFF"/>
                </a:solidFill>
                <a:latin typeface="Arial" pitchFamily="34" charset="0"/>
              </a:rPr>
              <a:t>子目录</a:t>
            </a:r>
            <a:r>
              <a:rPr lang="en-US" altLang="zh-CN" sz="1100" dirty="0">
                <a:solidFill>
                  <a:srgbClr val="FFFFFF"/>
                </a:solidFill>
                <a:latin typeface="Arial" pitchFamily="34" charset="0"/>
              </a:rPr>
              <a:t>(2-5</a:t>
            </a:r>
            <a:r>
              <a:rPr lang="zh-CN" altLang="en-US" sz="1100" dirty="0">
                <a:solidFill>
                  <a:srgbClr val="FFFFFF"/>
                </a:solidFill>
                <a:latin typeface="Arial" pitchFamily="34" charset="0"/>
              </a:rPr>
              <a:t>级</a:t>
            </a:r>
            <a:r>
              <a:rPr lang="en-US" altLang="zh-CN" sz="1100" dirty="0">
                <a:solidFill>
                  <a:srgbClr val="FFFFFF"/>
                </a:solidFill>
                <a:latin typeface="Arial" pitchFamily="34" charset="0"/>
              </a:rPr>
              <a:t>):18pt </a:t>
            </a: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黑色</a:t>
            </a:r>
          </a:p>
          <a:p>
            <a:pPr marL="342900" indent="-342900" algn="r">
              <a:lnSpc>
                <a:spcPct val="125000"/>
              </a:lnSpc>
              <a:spcBef>
                <a:spcPct val="20000"/>
              </a:spcBef>
            </a:pPr>
            <a:r>
              <a:rPr lang="zh-CN" altLang="en-US" sz="1100" dirty="0">
                <a:solidFill>
                  <a:srgbClr val="FFFFFF"/>
                </a:solidFill>
                <a:latin typeface="Arial" pitchFamily="34" charset="0"/>
              </a:rPr>
              <a:t>字体</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细黑体 </a:t>
            </a:r>
            <a:endParaRPr lang="zh-CN" altLang="en-US" sz="1100" dirty="0">
              <a:solidFill>
                <a:srgbClr val="000000"/>
              </a:solidFill>
              <a:latin typeface="Arial" pitchFamily="34" charset="0"/>
            </a:endParaRPr>
          </a:p>
        </p:txBody>
      </p:sp>
      <p:grpSp>
        <p:nvGrpSpPr>
          <p:cNvPr id="2056" name="Group 22"/>
          <p:cNvGrpSpPr>
            <a:grpSpLocks/>
          </p:cNvGrpSpPr>
          <p:nvPr/>
        </p:nvGrpSpPr>
        <p:grpSpPr bwMode="auto">
          <a:xfrm>
            <a:off x="12433301" y="3511550"/>
            <a:ext cx="1225551" cy="3224212"/>
            <a:chOff x="5839" y="2251"/>
            <a:chExt cx="579" cy="2031"/>
          </a:xfrm>
        </p:grpSpPr>
        <p:sp>
          <p:nvSpPr>
            <p:cNvPr id="2061" name="Rectangle 23"/>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2062" name="Group 24"/>
            <p:cNvGrpSpPr>
              <a:grpSpLocks/>
            </p:cNvGrpSpPr>
            <p:nvPr userDrawn="1"/>
          </p:nvGrpSpPr>
          <p:grpSpPr bwMode="auto">
            <a:xfrm>
              <a:off x="5893" y="2387"/>
              <a:ext cx="466" cy="115"/>
              <a:chOff x="5893" y="2387"/>
              <a:chExt cx="466" cy="115"/>
            </a:xfrm>
          </p:grpSpPr>
          <p:sp>
            <p:nvSpPr>
              <p:cNvPr id="2123" name="Rectangle 25"/>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4" name="Rectangle 26"/>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5" name="Rectangle 27"/>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6" name="Rectangle 28"/>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3" name="Group 29"/>
            <p:cNvGrpSpPr>
              <a:grpSpLocks/>
            </p:cNvGrpSpPr>
            <p:nvPr userDrawn="1"/>
          </p:nvGrpSpPr>
          <p:grpSpPr bwMode="auto">
            <a:xfrm>
              <a:off x="5893" y="2523"/>
              <a:ext cx="466" cy="115"/>
              <a:chOff x="5893" y="2523"/>
              <a:chExt cx="466" cy="115"/>
            </a:xfrm>
          </p:grpSpPr>
          <p:sp>
            <p:nvSpPr>
              <p:cNvPr id="2119" name="Rectangle 30"/>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 name="Rectangle 31"/>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1" name="Rectangle 32"/>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2" name="Rectangle 33"/>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4" name="Group 34"/>
            <p:cNvGrpSpPr>
              <a:grpSpLocks/>
            </p:cNvGrpSpPr>
            <p:nvPr userDrawn="1"/>
          </p:nvGrpSpPr>
          <p:grpSpPr bwMode="auto">
            <a:xfrm>
              <a:off x="5893" y="2659"/>
              <a:ext cx="466" cy="115"/>
              <a:chOff x="5893" y="2659"/>
              <a:chExt cx="466" cy="115"/>
            </a:xfrm>
          </p:grpSpPr>
          <p:sp>
            <p:nvSpPr>
              <p:cNvPr id="2115" name="Rectangle 35"/>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6" name="Rectangle 36"/>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7" name="Rectangle 37"/>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8" name="Rectangle 38"/>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5" name="Group 39"/>
            <p:cNvGrpSpPr>
              <a:grpSpLocks/>
            </p:cNvGrpSpPr>
            <p:nvPr userDrawn="1"/>
          </p:nvGrpSpPr>
          <p:grpSpPr bwMode="auto">
            <a:xfrm>
              <a:off x="5893" y="2251"/>
              <a:ext cx="466" cy="119"/>
              <a:chOff x="5893" y="2251"/>
              <a:chExt cx="466" cy="119"/>
            </a:xfrm>
          </p:grpSpPr>
          <p:sp>
            <p:nvSpPr>
              <p:cNvPr id="2111" name="Rectangle 40"/>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2" name="Rectangle 41"/>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3" name="Rectangle 42"/>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4" name="Rectangle 43"/>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6" name="Group 44"/>
            <p:cNvGrpSpPr>
              <a:grpSpLocks/>
            </p:cNvGrpSpPr>
            <p:nvPr userDrawn="1"/>
          </p:nvGrpSpPr>
          <p:grpSpPr bwMode="auto">
            <a:xfrm>
              <a:off x="5893" y="2886"/>
              <a:ext cx="466" cy="115"/>
              <a:chOff x="5893" y="2886"/>
              <a:chExt cx="466" cy="115"/>
            </a:xfrm>
          </p:grpSpPr>
          <p:sp>
            <p:nvSpPr>
              <p:cNvPr id="2107" name="Rectangle 45"/>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8" name="Rectangle 46"/>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9" name="Rectangle 47"/>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 name="Rectangle 48"/>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7" name="Group 49"/>
            <p:cNvGrpSpPr>
              <a:grpSpLocks/>
            </p:cNvGrpSpPr>
            <p:nvPr userDrawn="1"/>
          </p:nvGrpSpPr>
          <p:grpSpPr bwMode="auto">
            <a:xfrm>
              <a:off x="5893" y="3022"/>
              <a:ext cx="466" cy="115"/>
              <a:chOff x="5893" y="3022"/>
              <a:chExt cx="466" cy="115"/>
            </a:xfrm>
          </p:grpSpPr>
          <p:sp>
            <p:nvSpPr>
              <p:cNvPr id="2103" name="Rectangle 50"/>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4" name="Rectangle 51"/>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5" name="Rectangle 52"/>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6" name="Rectangle 53"/>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8" name="Group 54"/>
            <p:cNvGrpSpPr>
              <a:grpSpLocks/>
            </p:cNvGrpSpPr>
            <p:nvPr userDrawn="1"/>
          </p:nvGrpSpPr>
          <p:grpSpPr bwMode="auto">
            <a:xfrm>
              <a:off x="5893" y="3158"/>
              <a:ext cx="466" cy="115"/>
              <a:chOff x="5893" y="3158"/>
              <a:chExt cx="466" cy="115"/>
            </a:xfrm>
          </p:grpSpPr>
          <p:sp>
            <p:nvSpPr>
              <p:cNvPr id="2099" name="Rectangle 55"/>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0" name="Rectangle 56"/>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1" name="Rectangle 57"/>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2" name="Rectangle 58"/>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9" name="Group 59"/>
            <p:cNvGrpSpPr>
              <a:grpSpLocks/>
            </p:cNvGrpSpPr>
            <p:nvPr userDrawn="1"/>
          </p:nvGrpSpPr>
          <p:grpSpPr bwMode="auto">
            <a:xfrm>
              <a:off x="5893" y="3385"/>
              <a:ext cx="466" cy="115"/>
              <a:chOff x="5893" y="3385"/>
              <a:chExt cx="466" cy="115"/>
            </a:xfrm>
          </p:grpSpPr>
          <p:sp>
            <p:nvSpPr>
              <p:cNvPr id="2095" name="Rectangle 60"/>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6" name="Rectangle 61"/>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7" name="Rectangle 62"/>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8" name="Rectangle 63"/>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0" name="Group 64"/>
            <p:cNvGrpSpPr>
              <a:grpSpLocks/>
            </p:cNvGrpSpPr>
            <p:nvPr userDrawn="1"/>
          </p:nvGrpSpPr>
          <p:grpSpPr bwMode="auto">
            <a:xfrm>
              <a:off x="5893" y="3521"/>
              <a:ext cx="466" cy="115"/>
              <a:chOff x="5893" y="3521"/>
              <a:chExt cx="466" cy="115"/>
            </a:xfrm>
          </p:grpSpPr>
          <p:sp>
            <p:nvSpPr>
              <p:cNvPr id="2091" name="Rectangle 65"/>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2" name="Rectangle 66"/>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3" name="Rectangle 67"/>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4" name="Rectangle 68"/>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1" name="Group 69"/>
            <p:cNvGrpSpPr>
              <a:grpSpLocks/>
            </p:cNvGrpSpPr>
            <p:nvPr userDrawn="1"/>
          </p:nvGrpSpPr>
          <p:grpSpPr bwMode="auto">
            <a:xfrm>
              <a:off x="5893" y="3657"/>
              <a:ext cx="466" cy="115"/>
              <a:chOff x="5893" y="3657"/>
              <a:chExt cx="466" cy="115"/>
            </a:xfrm>
          </p:grpSpPr>
          <p:sp>
            <p:nvSpPr>
              <p:cNvPr id="2087" name="Rectangle 70"/>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8" name="Rectangle 71"/>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9" name="Rectangle 72"/>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0" name="Rectangle 73"/>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2" name="Group 74"/>
            <p:cNvGrpSpPr>
              <a:grpSpLocks/>
            </p:cNvGrpSpPr>
            <p:nvPr userDrawn="1"/>
          </p:nvGrpSpPr>
          <p:grpSpPr bwMode="auto">
            <a:xfrm>
              <a:off x="5893" y="3884"/>
              <a:ext cx="466" cy="115"/>
              <a:chOff x="5893" y="3884"/>
              <a:chExt cx="466" cy="115"/>
            </a:xfrm>
          </p:grpSpPr>
          <p:sp>
            <p:nvSpPr>
              <p:cNvPr id="2083" name="Rectangle 75"/>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4" name="Rectangle 76"/>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5" name="Rectangle 77"/>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6" name="Rectangle 78"/>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3" name="Group 79"/>
            <p:cNvGrpSpPr>
              <a:grpSpLocks/>
            </p:cNvGrpSpPr>
            <p:nvPr userDrawn="1"/>
          </p:nvGrpSpPr>
          <p:grpSpPr bwMode="auto">
            <a:xfrm>
              <a:off x="5893" y="4026"/>
              <a:ext cx="466" cy="115"/>
              <a:chOff x="5893" y="4026"/>
              <a:chExt cx="466" cy="115"/>
            </a:xfrm>
          </p:grpSpPr>
          <p:sp>
            <p:nvSpPr>
              <p:cNvPr id="2079" name="Rectangle 80"/>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0" name="Rectangle 81"/>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1" name="Rectangle 82"/>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2" name="Rectangle 83"/>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4" name="Group 84"/>
            <p:cNvGrpSpPr>
              <a:grpSpLocks/>
            </p:cNvGrpSpPr>
            <p:nvPr userDrawn="1"/>
          </p:nvGrpSpPr>
          <p:grpSpPr bwMode="auto">
            <a:xfrm>
              <a:off x="5893" y="4167"/>
              <a:ext cx="466" cy="115"/>
              <a:chOff x="5893" y="4167"/>
              <a:chExt cx="466" cy="115"/>
            </a:xfrm>
          </p:grpSpPr>
          <p:sp>
            <p:nvSpPr>
              <p:cNvPr id="2075" name="Rectangle 85"/>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6" name="Rectangle 86"/>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7" name="Rectangle 87"/>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 name="Rectangle 88"/>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057" name="Rectangle 89"/>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配色参考方案：</a:t>
            </a:r>
          </a:p>
          <a:p>
            <a:pPr>
              <a:lnSpc>
                <a:spcPct val="120000"/>
              </a:lnSpc>
              <a:spcBef>
                <a:spcPct val="20000"/>
              </a:spcBef>
            </a:pPr>
            <a:r>
              <a:rPr lang="zh-CN" altLang="en-US" sz="1100">
                <a:solidFill>
                  <a:srgbClr val="FFFFFF"/>
                </a:solidFill>
                <a:latin typeface="Arial" pitchFamily="34" charset="0"/>
              </a:rPr>
              <a:t>建议同一页面内不超过四种颜色，以下是</a:t>
            </a:r>
            <a:r>
              <a:rPr lang="en-US" altLang="zh-CN" sz="1100">
                <a:solidFill>
                  <a:srgbClr val="FFFFFF"/>
                </a:solidFill>
                <a:latin typeface="Arial" pitchFamily="34" charset="0"/>
              </a:rPr>
              <a:t>13</a:t>
            </a:r>
            <a:r>
              <a:rPr lang="zh-CN" altLang="en-US" sz="1100">
                <a:solidFill>
                  <a:srgbClr val="FFFFFF"/>
                </a:solidFill>
                <a:latin typeface="Arial" pitchFamily="34" charset="0"/>
              </a:rPr>
              <a:t>组配色方案，同一页面内只选择一组使用。（仅供参考）</a:t>
            </a:r>
          </a:p>
        </p:txBody>
      </p:sp>
      <p:sp>
        <p:nvSpPr>
          <p:cNvPr id="2058" name="Rectangle 90"/>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客户或者合作伙伴的标志放在右上角</a:t>
            </a:r>
            <a:r>
              <a:rPr lang="en-US" altLang="zh-CN" sz="1100">
                <a:solidFill>
                  <a:srgbClr val="FFFFFF"/>
                </a:solidFill>
                <a:latin typeface="Arial" pitchFamily="34" charset="0"/>
              </a:rPr>
              <a:t>.</a:t>
            </a:r>
            <a:endParaRPr lang="zh-CN" altLang="en-US" sz="1100">
              <a:solidFill>
                <a:srgbClr val="FFFFFF"/>
              </a:solidFill>
              <a:latin typeface="Arial" pitchFamily="34" charset="0"/>
            </a:endParaRPr>
          </a:p>
        </p:txBody>
      </p:sp>
      <p:sp>
        <p:nvSpPr>
          <p:cNvPr id="152" name="Text Box 5"/>
          <p:cNvSpPr txBox="1">
            <a:spLocks noChangeArrowheads="1"/>
          </p:cNvSpPr>
          <p:nvPr/>
        </p:nvSpPr>
        <p:spPr bwMode="auto">
          <a:xfrm>
            <a:off x="1007534" y="6230938"/>
            <a:ext cx="2951770" cy="215444"/>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smtClean="0">
                <a:solidFill>
                  <a:srgbClr val="000000"/>
                </a:solidFill>
                <a:latin typeface="FrutigerNext LT Bold" pitchFamily="34" charset="0"/>
                <a:ea typeface="MS PGothic" pitchFamily="34" charset="-128"/>
              </a:rPr>
              <a:t>HUAWEI TECHNOLOGIES CO., LTD.</a:t>
            </a:r>
          </a:p>
        </p:txBody>
      </p:sp>
      <p:sp>
        <p:nvSpPr>
          <p:cNvPr id="153" name="Text Box 7"/>
          <p:cNvSpPr txBox="1">
            <a:spLocks noChangeArrowheads="1"/>
          </p:cNvSpPr>
          <p:nvPr/>
        </p:nvSpPr>
        <p:spPr bwMode="auto">
          <a:xfrm>
            <a:off x="9639300" y="4019551"/>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pic>
        <p:nvPicPr>
          <p:cNvPr id="79" name="Picture 6" descr="Logo"/>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16" r:id="rId1"/>
    <p:sldLayoutId id="2147483824"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bg1"/>
          </a:solidFill>
          <a:latin typeface="+mn-lt"/>
          <a:ea typeface="黑体" pitchFamily="49" charset="-122"/>
          <a:cs typeface="+mj-cs"/>
        </a:defRPr>
      </a:lvl1pPr>
      <a:lvl2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0"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smtClean="0">
                <a:solidFill>
                  <a:srgbClr val="000000"/>
                </a:solidFill>
                <a:latin typeface="FrutigerNext LT Bold" pitchFamily="34" charset="0"/>
                <a:ea typeface="MS PGothic" pitchFamily="34" charset="-128"/>
              </a:rPr>
              <a:t>HUAWEI TECHNOLOGIES CO., LTD.</a:t>
            </a:r>
          </a:p>
        </p:txBody>
      </p:sp>
      <p:pic>
        <p:nvPicPr>
          <p:cNvPr id="5125" name="Picture 6" descr="Logo"/>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7" name="Rectangle 8"/>
          <p:cNvSpPr>
            <a:spLocks noGrp="1" noChangeArrowheads="1"/>
          </p:cNvSpPr>
          <p:nvPr>
            <p:ph type="title"/>
          </p:nvPr>
        </p:nvSpPr>
        <p:spPr bwMode="auto">
          <a:xfrm>
            <a:off x="1007534" y="4508501"/>
            <a:ext cx="7397751" cy="584775"/>
          </a:xfrm>
          <a:prstGeom prst="rect">
            <a:avLst/>
          </a:prstGeom>
          <a:noFill/>
          <a:ln>
            <a:noFill/>
          </a:ln>
          <a:effectLst/>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5128"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9426"/>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mn-lt"/>
                <a:ea typeface="+mj-ea"/>
              </a:defRPr>
            </a:lvl1pPr>
          </a:lstStyle>
          <a:p>
            <a:pPr>
              <a:defRPr/>
            </a:pPr>
            <a:endParaRPr lang="en-US" altLang="zh-CN"/>
          </a:p>
        </p:txBody>
      </p:sp>
      <p:sp>
        <p:nvSpPr>
          <p:cNvPr id="5130" name="Rectangle 17"/>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a:lnSpc>
                <a:spcPct val="125000"/>
              </a:lnSpc>
              <a:spcBef>
                <a:spcPct val="20000"/>
              </a:spcBef>
            </a:pPr>
            <a:r>
              <a:rPr lang="zh-CN" altLang="en-US" sz="1100">
                <a:solidFill>
                  <a:srgbClr val="FFFFFF"/>
                </a:solidFill>
                <a:latin typeface="Arial" pitchFamily="34" charset="0"/>
              </a:rPr>
              <a:t>英文标题</a:t>
            </a:r>
            <a:r>
              <a:rPr lang="en-US" altLang="zh-CN" sz="1100">
                <a:solidFill>
                  <a:srgbClr val="FFFFFF"/>
                </a:solidFill>
                <a:latin typeface="Arial" pitchFamily="34" charset="0"/>
              </a:rPr>
              <a:t>:32-35pt  </a:t>
            </a: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 R153 G0 B0</a:t>
            </a:r>
          </a:p>
          <a:p>
            <a:pPr marL="342900" indent="-342900" algn="r">
              <a:lnSpc>
                <a:spcPct val="125000"/>
              </a:lnSpc>
              <a:spcBef>
                <a:spcPct val="20000"/>
              </a:spcBef>
            </a:pPr>
            <a:r>
              <a:rPr lang="zh-CN" altLang="en-US" sz="1100">
                <a:solidFill>
                  <a:srgbClr val="FFFFFF"/>
                </a:solidFill>
                <a:latin typeface="Arial" pitchFamily="34" charset="0"/>
              </a:rPr>
              <a:t>内部使用字体 </a:t>
            </a:r>
            <a:r>
              <a:rPr lang="en-US" altLang="zh-CN" sz="1100">
                <a:solidFill>
                  <a:srgbClr val="FFFFFF"/>
                </a:solidFill>
                <a:latin typeface="Arial" pitchFamily="34" charset="0"/>
              </a:rPr>
              <a:t>:</a:t>
            </a:r>
          </a:p>
          <a:p>
            <a:pPr marL="342900" indent="-342900" algn="r">
              <a:lnSpc>
                <a:spcPct val="125000"/>
              </a:lnSpc>
              <a:spcBef>
                <a:spcPct val="20000"/>
              </a:spcBef>
            </a:pPr>
            <a:r>
              <a:rPr lang="en-US" altLang="zh-CN" sz="1100">
                <a:solidFill>
                  <a:srgbClr val="FFFFFF"/>
                </a:solidFill>
                <a:latin typeface="Arial" pitchFamily="34" charset="0"/>
              </a:rPr>
              <a:t>FrutigerNext LT Medium</a:t>
            </a:r>
          </a:p>
          <a:p>
            <a:pPr marL="342900" indent="-342900" algn="r">
              <a:lnSpc>
                <a:spcPct val="125000"/>
              </a:lnSpc>
              <a:spcBef>
                <a:spcPct val="20000"/>
              </a:spcBef>
            </a:pPr>
            <a:r>
              <a:rPr lang="zh-CN" altLang="en-US" sz="1100">
                <a:solidFill>
                  <a:srgbClr val="FFFFFF"/>
                </a:solidFill>
                <a:latin typeface="Arial" pitchFamily="34" charset="0"/>
              </a:rPr>
              <a:t>外部使用字体 </a:t>
            </a:r>
            <a:r>
              <a:rPr lang="en-US" altLang="zh-CN" sz="1100">
                <a:solidFill>
                  <a:srgbClr val="FFFFFF"/>
                </a:solidFill>
                <a:latin typeface="Arial" pitchFamily="34" charset="0"/>
              </a:rPr>
              <a:t>: Arial</a:t>
            </a:r>
          </a:p>
          <a:p>
            <a:pPr marL="342900" indent="-342900" algn="r">
              <a:lnSpc>
                <a:spcPct val="75000"/>
              </a:lnSpc>
              <a:spcBef>
                <a:spcPct val="20000"/>
              </a:spcBef>
            </a:pPr>
            <a:endParaRPr lang="en-US" altLang="zh-CN"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中文标题</a:t>
            </a:r>
            <a:r>
              <a:rPr lang="en-US" altLang="zh-CN" sz="1100">
                <a:solidFill>
                  <a:srgbClr val="FFFFFF"/>
                </a:solidFill>
                <a:latin typeface="Arial" pitchFamily="34" charset="0"/>
              </a:rPr>
              <a:t>:30-32pt  </a:t>
            </a: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 R153 G0 B0</a:t>
            </a:r>
          </a:p>
          <a:p>
            <a:pPr marL="342900" indent="-342900" algn="r">
              <a:lnSpc>
                <a:spcPct val="125000"/>
              </a:lnSpc>
              <a:spcBef>
                <a:spcPct val="20000"/>
              </a:spcBef>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黑体</a:t>
            </a:r>
          </a:p>
          <a:p>
            <a:pPr marL="342900" indent="-342900" algn="r">
              <a:lnSpc>
                <a:spcPct val="125000"/>
              </a:lnSpc>
              <a:spcBef>
                <a:spcPct val="20000"/>
              </a:spcBef>
            </a:pPr>
            <a:endParaRPr lang="zh-CN" altLang="en-US" sz="1100">
              <a:solidFill>
                <a:srgbClr val="FFFFFF"/>
              </a:solidFill>
              <a:latin typeface="Arial" pitchFamily="34" charset="0"/>
            </a:endParaRPr>
          </a:p>
          <a:p>
            <a:pPr marL="342900" indent="-342900" algn="r">
              <a:lnSpc>
                <a:spcPct val="125000"/>
              </a:lnSpc>
              <a:spcBef>
                <a:spcPct val="20000"/>
              </a:spcBef>
            </a:pPr>
            <a:endParaRPr lang="zh-CN" altLang="en-US" sz="1100">
              <a:solidFill>
                <a:srgbClr val="FFFFFF"/>
              </a:solidFill>
              <a:latin typeface="Arial" pitchFamily="34" charset="0"/>
            </a:endParaRPr>
          </a:p>
          <a:p>
            <a:pPr marL="342900" indent="-342900" algn="r">
              <a:lnSpc>
                <a:spcPct val="125000"/>
              </a:lnSpc>
              <a:spcBef>
                <a:spcPct val="20000"/>
              </a:spcBef>
            </a:pP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英文正文</a:t>
            </a:r>
            <a:r>
              <a:rPr lang="en-US" altLang="zh-CN" sz="1100">
                <a:solidFill>
                  <a:srgbClr val="FFFFFF"/>
                </a:solidFill>
                <a:latin typeface="Arial" pitchFamily="34" charset="0"/>
              </a:rPr>
              <a:t>:20-22pt</a:t>
            </a:r>
          </a:p>
          <a:p>
            <a:pPr marL="342900" indent="-342900" algn="r">
              <a:lnSpc>
                <a:spcPct val="125000"/>
              </a:lnSpc>
              <a:spcBef>
                <a:spcPct val="20000"/>
              </a:spcBef>
            </a:pPr>
            <a:r>
              <a:rPr lang="zh-CN" altLang="en-US" sz="1100">
                <a:solidFill>
                  <a:srgbClr val="FFFFFF"/>
                </a:solidFill>
                <a:latin typeface="Arial" pitchFamily="34" charset="0"/>
              </a:rPr>
              <a:t>子目录 </a:t>
            </a:r>
            <a:r>
              <a:rPr lang="en-US" altLang="zh-CN" sz="1100">
                <a:solidFill>
                  <a:srgbClr val="FFFFFF"/>
                </a:solidFill>
                <a:latin typeface="Arial" pitchFamily="34" charset="0"/>
              </a:rPr>
              <a:t>(2-5</a:t>
            </a:r>
            <a:r>
              <a:rPr lang="zh-CN" altLang="en-US" sz="1100">
                <a:solidFill>
                  <a:srgbClr val="FFFFFF"/>
                </a:solidFill>
                <a:latin typeface="Arial" pitchFamily="34" charset="0"/>
              </a:rPr>
              <a:t>级</a:t>
            </a:r>
            <a:r>
              <a:rPr lang="en-US" altLang="zh-CN" sz="1100">
                <a:solidFill>
                  <a:srgbClr val="FFFFFF"/>
                </a:solidFill>
                <a:latin typeface="Arial" pitchFamily="34" charset="0"/>
              </a:rPr>
              <a:t>) :18pt  </a:t>
            </a: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a:t>
            </a:r>
            <a:r>
              <a:rPr lang="zh-CN" altLang="en-US" sz="1100">
                <a:solidFill>
                  <a:srgbClr val="FFFFFF"/>
                </a:solidFill>
                <a:latin typeface="Arial" pitchFamily="34" charset="0"/>
              </a:rPr>
              <a:t>黑色</a:t>
            </a:r>
          </a:p>
          <a:p>
            <a:pPr marL="342900" indent="-342900" algn="r">
              <a:lnSpc>
                <a:spcPct val="125000"/>
              </a:lnSpc>
              <a:spcBef>
                <a:spcPct val="20000"/>
              </a:spcBef>
            </a:pPr>
            <a:r>
              <a:rPr lang="zh-CN" altLang="en-US" sz="1100">
                <a:solidFill>
                  <a:srgbClr val="FFFFFF"/>
                </a:solidFill>
                <a:latin typeface="Arial" pitchFamily="34" charset="0"/>
              </a:rPr>
              <a:t>内部使用字体 </a:t>
            </a:r>
            <a:r>
              <a:rPr lang="en-US" altLang="zh-CN" sz="1100">
                <a:solidFill>
                  <a:srgbClr val="FFFFFF"/>
                </a:solidFill>
                <a:latin typeface="Arial" pitchFamily="34" charset="0"/>
              </a:rPr>
              <a:t>:</a:t>
            </a:r>
          </a:p>
          <a:p>
            <a:pPr marL="342900" indent="-342900" algn="r">
              <a:lnSpc>
                <a:spcPct val="125000"/>
              </a:lnSpc>
              <a:spcBef>
                <a:spcPct val="20000"/>
              </a:spcBef>
            </a:pPr>
            <a:r>
              <a:rPr lang="en-US" altLang="zh-CN" sz="1100">
                <a:solidFill>
                  <a:srgbClr val="FFFFFF"/>
                </a:solidFill>
                <a:latin typeface="Arial" pitchFamily="34" charset="0"/>
              </a:rPr>
              <a:t>FrutigerNext LT Regular</a:t>
            </a:r>
          </a:p>
          <a:p>
            <a:pPr marL="342900" indent="-342900" algn="r">
              <a:lnSpc>
                <a:spcPct val="125000"/>
              </a:lnSpc>
              <a:spcBef>
                <a:spcPct val="20000"/>
              </a:spcBef>
            </a:pPr>
            <a:r>
              <a:rPr lang="zh-CN" altLang="en-US" sz="1100">
                <a:solidFill>
                  <a:srgbClr val="FFFFFF"/>
                </a:solidFill>
                <a:latin typeface="Arial" pitchFamily="34" charset="0"/>
              </a:rPr>
              <a:t>外部使用字体 </a:t>
            </a:r>
            <a:r>
              <a:rPr lang="en-US" altLang="zh-CN" sz="1100">
                <a:solidFill>
                  <a:srgbClr val="FFFFFF"/>
                </a:solidFill>
                <a:latin typeface="Arial" pitchFamily="34" charset="0"/>
              </a:rPr>
              <a:t>: Arial</a:t>
            </a:r>
          </a:p>
          <a:p>
            <a:pPr marL="342900" indent="-342900" algn="r">
              <a:lnSpc>
                <a:spcPct val="75000"/>
              </a:lnSpc>
              <a:spcBef>
                <a:spcPct val="20000"/>
              </a:spcBef>
            </a:pPr>
            <a:endParaRPr lang="en-US" altLang="zh-CN"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中文正文</a:t>
            </a:r>
            <a:r>
              <a:rPr lang="en-US" altLang="zh-CN" sz="1100">
                <a:solidFill>
                  <a:srgbClr val="FFFFFF"/>
                </a:solidFill>
                <a:latin typeface="Arial" pitchFamily="34" charset="0"/>
              </a:rPr>
              <a:t>:18-20pt</a:t>
            </a:r>
          </a:p>
          <a:p>
            <a:pPr marL="342900" indent="-342900" algn="r">
              <a:lnSpc>
                <a:spcPct val="125000"/>
              </a:lnSpc>
              <a:spcBef>
                <a:spcPct val="20000"/>
              </a:spcBef>
            </a:pPr>
            <a:r>
              <a:rPr lang="zh-CN" altLang="en-US" sz="1100">
                <a:solidFill>
                  <a:srgbClr val="FFFFFF"/>
                </a:solidFill>
                <a:latin typeface="Arial" pitchFamily="34" charset="0"/>
              </a:rPr>
              <a:t>子目录</a:t>
            </a:r>
            <a:r>
              <a:rPr lang="en-US" altLang="zh-CN" sz="1100">
                <a:solidFill>
                  <a:srgbClr val="FFFFFF"/>
                </a:solidFill>
                <a:latin typeface="Arial" pitchFamily="34" charset="0"/>
              </a:rPr>
              <a:t>(2-5</a:t>
            </a:r>
            <a:r>
              <a:rPr lang="zh-CN" altLang="en-US" sz="1100">
                <a:solidFill>
                  <a:srgbClr val="FFFFFF"/>
                </a:solidFill>
                <a:latin typeface="Arial" pitchFamily="34" charset="0"/>
              </a:rPr>
              <a:t>级</a:t>
            </a:r>
            <a:r>
              <a:rPr lang="en-US" altLang="zh-CN" sz="1100">
                <a:solidFill>
                  <a:srgbClr val="FFFFFF"/>
                </a:solidFill>
                <a:latin typeface="Arial" pitchFamily="34" charset="0"/>
              </a:rPr>
              <a:t>):18pt </a:t>
            </a: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a:t>
            </a:r>
            <a:r>
              <a:rPr lang="zh-CN" altLang="en-US" sz="1100">
                <a:solidFill>
                  <a:srgbClr val="FFFFFF"/>
                </a:solidFill>
                <a:latin typeface="Arial" pitchFamily="34" charset="0"/>
              </a:rPr>
              <a:t>黑色</a:t>
            </a:r>
          </a:p>
          <a:p>
            <a:pPr marL="342900" indent="-342900" algn="r">
              <a:lnSpc>
                <a:spcPct val="125000"/>
              </a:lnSpc>
              <a:spcBef>
                <a:spcPct val="20000"/>
              </a:spcBef>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细黑体 </a:t>
            </a:r>
            <a:endParaRPr lang="zh-CN" altLang="en-US" sz="1100">
              <a:solidFill>
                <a:srgbClr val="000000"/>
              </a:solidFill>
              <a:latin typeface="Arial" pitchFamily="34" charset="0"/>
            </a:endParaRPr>
          </a:p>
        </p:txBody>
      </p:sp>
      <p:grpSp>
        <p:nvGrpSpPr>
          <p:cNvPr id="5131" name="Group 85"/>
          <p:cNvGrpSpPr>
            <a:grpSpLocks/>
          </p:cNvGrpSpPr>
          <p:nvPr/>
        </p:nvGrpSpPr>
        <p:grpSpPr bwMode="auto">
          <a:xfrm>
            <a:off x="12433301" y="3511550"/>
            <a:ext cx="1225551" cy="3224212"/>
            <a:chOff x="5839" y="2251"/>
            <a:chExt cx="579" cy="2031"/>
          </a:xfrm>
        </p:grpSpPr>
        <p:sp>
          <p:nvSpPr>
            <p:cNvPr id="5134" name="Rectangle 86"/>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5135" name="Group 87"/>
            <p:cNvGrpSpPr>
              <a:grpSpLocks/>
            </p:cNvGrpSpPr>
            <p:nvPr userDrawn="1"/>
          </p:nvGrpSpPr>
          <p:grpSpPr bwMode="auto">
            <a:xfrm>
              <a:off x="5893" y="2387"/>
              <a:ext cx="466" cy="115"/>
              <a:chOff x="5893" y="2387"/>
              <a:chExt cx="466" cy="115"/>
            </a:xfrm>
          </p:grpSpPr>
          <p:sp>
            <p:nvSpPr>
              <p:cNvPr id="5196" name="Rectangle 88"/>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7" name="Rectangle 89"/>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8" name="Rectangle 90"/>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9" name="Rectangle 91"/>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6" name="Group 92"/>
            <p:cNvGrpSpPr>
              <a:grpSpLocks/>
            </p:cNvGrpSpPr>
            <p:nvPr userDrawn="1"/>
          </p:nvGrpSpPr>
          <p:grpSpPr bwMode="auto">
            <a:xfrm>
              <a:off x="5893" y="2523"/>
              <a:ext cx="466" cy="115"/>
              <a:chOff x="5893" y="2523"/>
              <a:chExt cx="466" cy="115"/>
            </a:xfrm>
          </p:grpSpPr>
          <p:sp>
            <p:nvSpPr>
              <p:cNvPr id="5192" name="Rectangle 93"/>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3" name="Rectangle 94"/>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4" name="Rectangle 95"/>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5" name="Rectangle 96"/>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7" name="Group 97"/>
            <p:cNvGrpSpPr>
              <a:grpSpLocks/>
            </p:cNvGrpSpPr>
            <p:nvPr userDrawn="1"/>
          </p:nvGrpSpPr>
          <p:grpSpPr bwMode="auto">
            <a:xfrm>
              <a:off x="5893" y="2659"/>
              <a:ext cx="466" cy="115"/>
              <a:chOff x="5893" y="2659"/>
              <a:chExt cx="466" cy="115"/>
            </a:xfrm>
          </p:grpSpPr>
          <p:sp>
            <p:nvSpPr>
              <p:cNvPr id="5188" name="Rectangle 98"/>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9" name="Rectangle 99"/>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0" name="Rectangle 100"/>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1" name="Rectangle 101"/>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8" name="Group 102"/>
            <p:cNvGrpSpPr>
              <a:grpSpLocks/>
            </p:cNvGrpSpPr>
            <p:nvPr userDrawn="1"/>
          </p:nvGrpSpPr>
          <p:grpSpPr bwMode="auto">
            <a:xfrm>
              <a:off x="5893" y="2251"/>
              <a:ext cx="466" cy="119"/>
              <a:chOff x="5893" y="2251"/>
              <a:chExt cx="466" cy="119"/>
            </a:xfrm>
          </p:grpSpPr>
          <p:sp>
            <p:nvSpPr>
              <p:cNvPr id="5184" name="Rectangle 103"/>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5" name="Rectangle 104"/>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6" name="Rectangle 105"/>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7" name="Rectangle 106"/>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9" name="Group 107"/>
            <p:cNvGrpSpPr>
              <a:grpSpLocks/>
            </p:cNvGrpSpPr>
            <p:nvPr userDrawn="1"/>
          </p:nvGrpSpPr>
          <p:grpSpPr bwMode="auto">
            <a:xfrm>
              <a:off x="5893" y="2886"/>
              <a:ext cx="466" cy="115"/>
              <a:chOff x="5893" y="2886"/>
              <a:chExt cx="466" cy="115"/>
            </a:xfrm>
          </p:grpSpPr>
          <p:sp>
            <p:nvSpPr>
              <p:cNvPr id="5180" name="Rectangle 108"/>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1" name="Rectangle 109"/>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2" name="Rectangle 110"/>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3" name="Rectangle 111"/>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0" name="Group 112"/>
            <p:cNvGrpSpPr>
              <a:grpSpLocks/>
            </p:cNvGrpSpPr>
            <p:nvPr userDrawn="1"/>
          </p:nvGrpSpPr>
          <p:grpSpPr bwMode="auto">
            <a:xfrm>
              <a:off x="5893" y="3022"/>
              <a:ext cx="466" cy="115"/>
              <a:chOff x="5893" y="3022"/>
              <a:chExt cx="466" cy="115"/>
            </a:xfrm>
          </p:grpSpPr>
          <p:sp>
            <p:nvSpPr>
              <p:cNvPr id="5176" name="Rectangle 113"/>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7" name="Rectangle 114"/>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8" name="Rectangle 115"/>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9" name="Rectangle 116"/>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1" name="Group 117"/>
            <p:cNvGrpSpPr>
              <a:grpSpLocks/>
            </p:cNvGrpSpPr>
            <p:nvPr userDrawn="1"/>
          </p:nvGrpSpPr>
          <p:grpSpPr bwMode="auto">
            <a:xfrm>
              <a:off x="5893" y="3158"/>
              <a:ext cx="466" cy="115"/>
              <a:chOff x="5893" y="3158"/>
              <a:chExt cx="466" cy="115"/>
            </a:xfrm>
          </p:grpSpPr>
          <p:sp>
            <p:nvSpPr>
              <p:cNvPr id="5172" name="Rectangle 118"/>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3" name="Rectangle 119"/>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4" name="Rectangle 120"/>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5" name="Rectangle 121"/>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2" name="Group 122"/>
            <p:cNvGrpSpPr>
              <a:grpSpLocks/>
            </p:cNvGrpSpPr>
            <p:nvPr userDrawn="1"/>
          </p:nvGrpSpPr>
          <p:grpSpPr bwMode="auto">
            <a:xfrm>
              <a:off x="5893" y="3385"/>
              <a:ext cx="466" cy="115"/>
              <a:chOff x="5893" y="3385"/>
              <a:chExt cx="466" cy="115"/>
            </a:xfrm>
          </p:grpSpPr>
          <p:sp>
            <p:nvSpPr>
              <p:cNvPr id="5168" name="Rectangle 123"/>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9" name="Rectangle 124"/>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0" name="Rectangle 125"/>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1" name="Rectangle 126"/>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3" name="Group 127"/>
            <p:cNvGrpSpPr>
              <a:grpSpLocks/>
            </p:cNvGrpSpPr>
            <p:nvPr userDrawn="1"/>
          </p:nvGrpSpPr>
          <p:grpSpPr bwMode="auto">
            <a:xfrm>
              <a:off x="5893" y="3521"/>
              <a:ext cx="466" cy="115"/>
              <a:chOff x="5893" y="3521"/>
              <a:chExt cx="466" cy="115"/>
            </a:xfrm>
          </p:grpSpPr>
          <p:sp>
            <p:nvSpPr>
              <p:cNvPr id="5164" name="Rectangle 128"/>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5" name="Rectangle 129"/>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6" name="Rectangle 130"/>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7" name="Rectangle 131"/>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4" name="Group 132"/>
            <p:cNvGrpSpPr>
              <a:grpSpLocks/>
            </p:cNvGrpSpPr>
            <p:nvPr userDrawn="1"/>
          </p:nvGrpSpPr>
          <p:grpSpPr bwMode="auto">
            <a:xfrm>
              <a:off x="5893" y="3657"/>
              <a:ext cx="466" cy="115"/>
              <a:chOff x="5893" y="3657"/>
              <a:chExt cx="466" cy="115"/>
            </a:xfrm>
          </p:grpSpPr>
          <p:sp>
            <p:nvSpPr>
              <p:cNvPr id="5160" name="Rectangle 133"/>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1" name="Rectangle 134"/>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2" name="Rectangle 135"/>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3" name="Rectangle 136"/>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5" name="Group 137"/>
            <p:cNvGrpSpPr>
              <a:grpSpLocks/>
            </p:cNvGrpSpPr>
            <p:nvPr userDrawn="1"/>
          </p:nvGrpSpPr>
          <p:grpSpPr bwMode="auto">
            <a:xfrm>
              <a:off x="5893" y="3884"/>
              <a:ext cx="466" cy="115"/>
              <a:chOff x="5893" y="3884"/>
              <a:chExt cx="466" cy="115"/>
            </a:xfrm>
          </p:grpSpPr>
          <p:sp>
            <p:nvSpPr>
              <p:cNvPr id="5156" name="Rectangle 138"/>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7" name="Rectangle 139"/>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8" name="Rectangle 140"/>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9" name="Rectangle 141"/>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6" name="Group 142"/>
            <p:cNvGrpSpPr>
              <a:grpSpLocks/>
            </p:cNvGrpSpPr>
            <p:nvPr userDrawn="1"/>
          </p:nvGrpSpPr>
          <p:grpSpPr bwMode="auto">
            <a:xfrm>
              <a:off x="5893" y="4026"/>
              <a:ext cx="466" cy="115"/>
              <a:chOff x="5893" y="4026"/>
              <a:chExt cx="466" cy="115"/>
            </a:xfrm>
          </p:grpSpPr>
          <p:sp>
            <p:nvSpPr>
              <p:cNvPr id="5152" name="Rectangle 143"/>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3" name="Rectangle 144"/>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4" name="Rectangle 145"/>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5" name="Rectangle 146"/>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7" name="Group 147"/>
            <p:cNvGrpSpPr>
              <a:grpSpLocks/>
            </p:cNvGrpSpPr>
            <p:nvPr userDrawn="1"/>
          </p:nvGrpSpPr>
          <p:grpSpPr bwMode="auto">
            <a:xfrm>
              <a:off x="5893" y="4167"/>
              <a:ext cx="466" cy="115"/>
              <a:chOff x="5893" y="4167"/>
              <a:chExt cx="466" cy="115"/>
            </a:xfrm>
          </p:grpSpPr>
          <p:sp>
            <p:nvSpPr>
              <p:cNvPr id="5148" name="Rectangle 148"/>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9" name="Rectangle 149"/>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0" name="Rectangle 150"/>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1" name="Rectangle 151"/>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5132" name="Rectangle 152"/>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配色参考方案：</a:t>
            </a:r>
          </a:p>
          <a:p>
            <a:pPr>
              <a:lnSpc>
                <a:spcPct val="120000"/>
              </a:lnSpc>
              <a:spcBef>
                <a:spcPct val="20000"/>
              </a:spcBef>
            </a:pPr>
            <a:r>
              <a:rPr lang="zh-CN" altLang="en-US" sz="1100">
                <a:solidFill>
                  <a:srgbClr val="FFFFFF"/>
                </a:solidFill>
                <a:latin typeface="Arial" pitchFamily="34" charset="0"/>
              </a:rPr>
              <a:t>建议同一页面内不超过四种颜色，以下是</a:t>
            </a:r>
            <a:r>
              <a:rPr lang="en-US" altLang="zh-CN" sz="1100">
                <a:solidFill>
                  <a:srgbClr val="FFFFFF"/>
                </a:solidFill>
                <a:latin typeface="Arial" pitchFamily="34" charset="0"/>
              </a:rPr>
              <a:t>13</a:t>
            </a:r>
            <a:r>
              <a:rPr lang="zh-CN" altLang="en-US" sz="1100">
                <a:solidFill>
                  <a:srgbClr val="FFFFFF"/>
                </a:solidFill>
                <a:latin typeface="Arial" pitchFamily="34" charset="0"/>
              </a:rPr>
              <a:t>组配色方案，同一页面内只选择一组使用。（仅供参考）</a:t>
            </a:r>
          </a:p>
        </p:txBody>
      </p:sp>
      <p:sp>
        <p:nvSpPr>
          <p:cNvPr id="5133" name="Rectangle 153"/>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客户或者合作伙伴的标志放在右上角</a:t>
            </a:r>
            <a:r>
              <a:rPr lang="en-US" altLang="zh-CN" sz="1100">
                <a:solidFill>
                  <a:srgbClr val="FFFFFF"/>
                </a:solidFill>
                <a:latin typeface="Arial" pitchFamily="34" charset="0"/>
              </a:rPr>
              <a:t>.</a:t>
            </a:r>
            <a:endParaRPr lang="zh-CN" altLang="en-US" sz="1100">
              <a:solidFill>
                <a:srgbClr val="FFFFFF"/>
              </a:solidFill>
              <a:latin typeface="Arial" pitchFamily="34" charset="0"/>
            </a:endParaRPr>
          </a:p>
        </p:txBody>
      </p:sp>
      <p:pic>
        <p:nvPicPr>
          <p:cNvPr id="5200" name="Picture 80" descr="200016582-001副本"/>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5201" name="Picture 81" descr="未标题-2"/>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8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7" r:id="rId1"/>
    <p:sldLayoutId id="2147483825"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9" name="Rectangle 8"/>
          <p:cNvSpPr>
            <a:spLocks noGrp="1" noChangeArrowheads="1"/>
          </p:cNvSpPr>
          <p:nvPr>
            <p:ph type="title"/>
          </p:nvPr>
        </p:nvSpPr>
        <p:spPr bwMode="auto">
          <a:xfrm>
            <a:off x="1007534" y="4508500"/>
            <a:ext cx="7397751"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82"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400" smtClean="0">
                <a:latin typeface="FrutigerNext LT Bold" pitchFamily="34" charset="0"/>
                <a:ea typeface="MS PGothic" pitchFamily="34" charset="-128"/>
              </a:rPr>
              <a:t>HUAWEI TECHNOLOGIES CO., LTD.</a:t>
            </a:r>
          </a:p>
        </p:txBody>
      </p:sp>
      <p:pic>
        <p:nvPicPr>
          <p:cNvPr id="6151" name="Picture 6" descr="Log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2"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6251"/>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Arial" charset="0"/>
                <a:ea typeface="黑体" pitchFamily="49" charset="-122"/>
              </a:defRPr>
            </a:lvl1pPr>
          </a:lstStyle>
          <a:p>
            <a:pPr>
              <a:defRPr/>
            </a:pPr>
            <a:endParaRPr lang="en-US" altLang="zh-CN"/>
          </a:p>
        </p:txBody>
      </p:sp>
      <p:sp>
        <p:nvSpPr>
          <p:cNvPr id="6154" name="Rectangle 14"/>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endParaRPr lang="zh-CN" altLang="en-US" sz="1100">
              <a:solidFill>
                <a:srgbClr val="000000"/>
              </a:solidFill>
            </a:endParaRPr>
          </a:p>
        </p:txBody>
      </p:sp>
      <p:grpSp>
        <p:nvGrpSpPr>
          <p:cNvPr id="6155" name="Group 149"/>
          <p:cNvGrpSpPr>
            <a:grpSpLocks/>
          </p:cNvGrpSpPr>
          <p:nvPr/>
        </p:nvGrpSpPr>
        <p:grpSpPr bwMode="auto">
          <a:xfrm>
            <a:off x="12433301" y="3511550"/>
            <a:ext cx="1225551" cy="3224212"/>
            <a:chOff x="5839" y="2251"/>
            <a:chExt cx="579" cy="2031"/>
          </a:xfrm>
        </p:grpSpPr>
        <p:sp>
          <p:nvSpPr>
            <p:cNvPr id="6158" name="Rectangle 150"/>
            <p:cNvSpPr>
              <a:spLocks noChangeArrowheads="1"/>
            </p:cNvSpPr>
            <p:nvPr userDrawn="1"/>
          </p:nvSpPr>
          <p:spPr bwMode="auto">
            <a:xfrm>
              <a:off x="5839" y="3143"/>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6159" name="Group 151"/>
            <p:cNvGrpSpPr>
              <a:grpSpLocks/>
            </p:cNvGrpSpPr>
            <p:nvPr userDrawn="1"/>
          </p:nvGrpSpPr>
          <p:grpSpPr bwMode="auto">
            <a:xfrm>
              <a:off x="5893" y="2387"/>
              <a:ext cx="466" cy="115"/>
              <a:chOff x="5893" y="2387"/>
              <a:chExt cx="466" cy="115"/>
            </a:xfrm>
          </p:grpSpPr>
          <p:sp>
            <p:nvSpPr>
              <p:cNvPr id="6220" name="Rectangle 152"/>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1" name="Rectangle 153"/>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2" name="Rectangle 154"/>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3" name="Rectangle 155"/>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0" name="Group 156"/>
            <p:cNvGrpSpPr>
              <a:grpSpLocks/>
            </p:cNvGrpSpPr>
            <p:nvPr userDrawn="1"/>
          </p:nvGrpSpPr>
          <p:grpSpPr bwMode="auto">
            <a:xfrm>
              <a:off x="5893" y="2523"/>
              <a:ext cx="466" cy="115"/>
              <a:chOff x="5893" y="2523"/>
              <a:chExt cx="466" cy="115"/>
            </a:xfrm>
          </p:grpSpPr>
          <p:sp>
            <p:nvSpPr>
              <p:cNvPr id="6216" name="Rectangle 157"/>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7" name="Rectangle 158"/>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8" name="Rectangle 159"/>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9" name="Rectangle 160"/>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1" name="Group 161"/>
            <p:cNvGrpSpPr>
              <a:grpSpLocks/>
            </p:cNvGrpSpPr>
            <p:nvPr userDrawn="1"/>
          </p:nvGrpSpPr>
          <p:grpSpPr bwMode="auto">
            <a:xfrm>
              <a:off x="5893" y="2659"/>
              <a:ext cx="466" cy="115"/>
              <a:chOff x="5893" y="2659"/>
              <a:chExt cx="466" cy="115"/>
            </a:xfrm>
          </p:grpSpPr>
          <p:sp>
            <p:nvSpPr>
              <p:cNvPr id="6212" name="Rectangle 162"/>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3" name="Rectangle 163"/>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4" name="Rectangle 164"/>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5" name="Rectangle 165"/>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2" name="Group 166"/>
            <p:cNvGrpSpPr>
              <a:grpSpLocks/>
            </p:cNvGrpSpPr>
            <p:nvPr userDrawn="1"/>
          </p:nvGrpSpPr>
          <p:grpSpPr bwMode="auto">
            <a:xfrm>
              <a:off x="5893" y="2251"/>
              <a:ext cx="466" cy="119"/>
              <a:chOff x="5893" y="2251"/>
              <a:chExt cx="466" cy="119"/>
            </a:xfrm>
          </p:grpSpPr>
          <p:sp>
            <p:nvSpPr>
              <p:cNvPr id="6208" name="Rectangle 167"/>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9" name="Rectangle 168"/>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0" name="Rectangle 169"/>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1" name="Rectangle 170"/>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3" name="Group 171"/>
            <p:cNvGrpSpPr>
              <a:grpSpLocks/>
            </p:cNvGrpSpPr>
            <p:nvPr userDrawn="1"/>
          </p:nvGrpSpPr>
          <p:grpSpPr bwMode="auto">
            <a:xfrm>
              <a:off x="5893" y="2886"/>
              <a:ext cx="466" cy="115"/>
              <a:chOff x="5893" y="2886"/>
              <a:chExt cx="466" cy="115"/>
            </a:xfrm>
          </p:grpSpPr>
          <p:sp>
            <p:nvSpPr>
              <p:cNvPr id="6204" name="Rectangle 172"/>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5" name="Rectangle 173"/>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6" name="Rectangle 174"/>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7" name="Rectangle 175"/>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4" name="Group 176"/>
            <p:cNvGrpSpPr>
              <a:grpSpLocks/>
            </p:cNvGrpSpPr>
            <p:nvPr userDrawn="1"/>
          </p:nvGrpSpPr>
          <p:grpSpPr bwMode="auto">
            <a:xfrm>
              <a:off x="5893" y="3022"/>
              <a:ext cx="466" cy="115"/>
              <a:chOff x="5893" y="3022"/>
              <a:chExt cx="466" cy="115"/>
            </a:xfrm>
          </p:grpSpPr>
          <p:sp>
            <p:nvSpPr>
              <p:cNvPr id="6200" name="Rectangle 177"/>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1" name="Rectangle 178"/>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2" name="Rectangle 179"/>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3" name="Rectangle 180"/>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5" name="Group 181"/>
            <p:cNvGrpSpPr>
              <a:grpSpLocks/>
            </p:cNvGrpSpPr>
            <p:nvPr userDrawn="1"/>
          </p:nvGrpSpPr>
          <p:grpSpPr bwMode="auto">
            <a:xfrm>
              <a:off x="5893" y="3158"/>
              <a:ext cx="466" cy="115"/>
              <a:chOff x="5893" y="3158"/>
              <a:chExt cx="466" cy="115"/>
            </a:xfrm>
          </p:grpSpPr>
          <p:sp>
            <p:nvSpPr>
              <p:cNvPr id="6196" name="Rectangle 182"/>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7" name="Rectangle 183"/>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8" name="Rectangle 184"/>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9" name="Rectangle 185"/>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6" name="Group 186"/>
            <p:cNvGrpSpPr>
              <a:grpSpLocks/>
            </p:cNvGrpSpPr>
            <p:nvPr userDrawn="1"/>
          </p:nvGrpSpPr>
          <p:grpSpPr bwMode="auto">
            <a:xfrm>
              <a:off x="5893" y="3385"/>
              <a:ext cx="466" cy="115"/>
              <a:chOff x="5893" y="3385"/>
              <a:chExt cx="466" cy="115"/>
            </a:xfrm>
          </p:grpSpPr>
          <p:sp>
            <p:nvSpPr>
              <p:cNvPr id="6192" name="Rectangle 187"/>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3" name="Rectangle 188"/>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4" name="Rectangle 189"/>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5" name="Rectangle 190"/>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7" name="Group 191"/>
            <p:cNvGrpSpPr>
              <a:grpSpLocks/>
            </p:cNvGrpSpPr>
            <p:nvPr userDrawn="1"/>
          </p:nvGrpSpPr>
          <p:grpSpPr bwMode="auto">
            <a:xfrm>
              <a:off x="5893" y="3521"/>
              <a:ext cx="466" cy="115"/>
              <a:chOff x="5893" y="3521"/>
              <a:chExt cx="466" cy="115"/>
            </a:xfrm>
          </p:grpSpPr>
          <p:sp>
            <p:nvSpPr>
              <p:cNvPr id="6188" name="Rectangle 192"/>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9" name="Rectangle 193"/>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0" name="Rectangle 194"/>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1" name="Rectangle 195"/>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8" name="Group 196"/>
            <p:cNvGrpSpPr>
              <a:grpSpLocks/>
            </p:cNvGrpSpPr>
            <p:nvPr userDrawn="1"/>
          </p:nvGrpSpPr>
          <p:grpSpPr bwMode="auto">
            <a:xfrm>
              <a:off x="5893" y="3657"/>
              <a:ext cx="466" cy="115"/>
              <a:chOff x="5893" y="3657"/>
              <a:chExt cx="466" cy="115"/>
            </a:xfrm>
          </p:grpSpPr>
          <p:sp>
            <p:nvSpPr>
              <p:cNvPr id="6184" name="Rectangle 197"/>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5" name="Rectangle 198"/>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6" name="Rectangle 199"/>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7" name="Rectangle 200"/>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9" name="Group 201"/>
            <p:cNvGrpSpPr>
              <a:grpSpLocks/>
            </p:cNvGrpSpPr>
            <p:nvPr userDrawn="1"/>
          </p:nvGrpSpPr>
          <p:grpSpPr bwMode="auto">
            <a:xfrm>
              <a:off x="5893" y="3884"/>
              <a:ext cx="466" cy="115"/>
              <a:chOff x="5893" y="3884"/>
              <a:chExt cx="466" cy="115"/>
            </a:xfrm>
          </p:grpSpPr>
          <p:sp>
            <p:nvSpPr>
              <p:cNvPr id="6180" name="Rectangle 202"/>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1" name="Rectangle 203"/>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2" name="Rectangle 204"/>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3" name="Rectangle 205"/>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70" name="Group 206"/>
            <p:cNvGrpSpPr>
              <a:grpSpLocks/>
            </p:cNvGrpSpPr>
            <p:nvPr userDrawn="1"/>
          </p:nvGrpSpPr>
          <p:grpSpPr bwMode="auto">
            <a:xfrm>
              <a:off x="5893" y="4026"/>
              <a:ext cx="466" cy="115"/>
              <a:chOff x="5893" y="4026"/>
              <a:chExt cx="466" cy="115"/>
            </a:xfrm>
          </p:grpSpPr>
          <p:sp>
            <p:nvSpPr>
              <p:cNvPr id="6176" name="Rectangle 207"/>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7" name="Rectangle 208"/>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8" name="Rectangle 209"/>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9" name="Rectangle 210"/>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71" name="Group 211"/>
            <p:cNvGrpSpPr>
              <a:grpSpLocks/>
            </p:cNvGrpSpPr>
            <p:nvPr userDrawn="1"/>
          </p:nvGrpSpPr>
          <p:grpSpPr bwMode="auto">
            <a:xfrm>
              <a:off x="5893" y="4167"/>
              <a:ext cx="466" cy="115"/>
              <a:chOff x="5893" y="4167"/>
              <a:chExt cx="466" cy="115"/>
            </a:xfrm>
          </p:grpSpPr>
          <p:sp>
            <p:nvSpPr>
              <p:cNvPr id="6172" name="Rectangle 212"/>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3" name="Rectangle 213"/>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4" name="Rectangle 214"/>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5" name="Rectangle 215"/>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6156" name="Rectangle 216"/>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6157" name="Rectangle 217"/>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pic>
        <p:nvPicPr>
          <p:cNvPr id="6224" name="Picture 80" descr="bra200912090008_M副本"/>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6225" name="Picture 81" descr="未标题-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8" r:id="rId1"/>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3" name="Rectangle 8"/>
          <p:cNvSpPr>
            <a:spLocks noGrp="1" noChangeArrowheads="1"/>
          </p:cNvSpPr>
          <p:nvPr>
            <p:ph type="title"/>
          </p:nvPr>
        </p:nvSpPr>
        <p:spPr bwMode="auto">
          <a:xfrm>
            <a:off x="1007534" y="4508500"/>
            <a:ext cx="7397751"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82"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400" smtClean="0">
                <a:latin typeface="FrutigerNext LT Bold" pitchFamily="34" charset="0"/>
                <a:ea typeface="MS PGothic" pitchFamily="34" charset="-128"/>
              </a:rPr>
              <a:t>HUAWEI TECHNOLOGIES CO., LTD.</a:t>
            </a:r>
          </a:p>
        </p:txBody>
      </p:sp>
      <p:pic>
        <p:nvPicPr>
          <p:cNvPr id="7175" name="Picture 6" descr="Logo"/>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6251"/>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Arial" charset="0"/>
                <a:ea typeface="黑体" pitchFamily="49" charset="-122"/>
              </a:defRPr>
            </a:lvl1pPr>
          </a:lstStyle>
          <a:p>
            <a:pPr>
              <a:defRPr/>
            </a:pPr>
            <a:endParaRPr lang="en-US" altLang="zh-CN"/>
          </a:p>
        </p:txBody>
      </p:sp>
      <p:sp>
        <p:nvSpPr>
          <p:cNvPr id="7178" name="Rectangle 13"/>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endParaRPr lang="zh-CN" altLang="en-US" sz="1100">
              <a:solidFill>
                <a:srgbClr val="000000"/>
              </a:solidFill>
            </a:endParaRPr>
          </a:p>
        </p:txBody>
      </p:sp>
      <p:grpSp>
        <p:nvGrpSpPr>
          <p:cNvPr id="7179" name="Group 148"/>
          <p:cNvGrpSpPr>
            <a:grpSpLocks/>
          </p:cNvGrpSpPr>
          <p:nvPr/>
        </p:nvGrpSpPr>
        <p:grpSpPr bwMode="auto">
          <a:xfrm>
            <a:off x="12433301" y="3511550"/>
            <a:ext cx="1225551" cy="3224212"/>
            <a:chOff x="5839" y="2251"/>
            <a:chExt cx="579" cy="2031"/>
          </a:xfrm>
        </p:grpSpPr>
        <p:sp>
          <p:nvSpPr>
            <p:cNvPr id="7182" name="Rectangle 149"/>
            <p:cNvSpPr>
              <a:spLocks noChangeArrowheads="1"/>
            </p:cNvSpPr>
            <p:nvPr userDrawn="1"/>
          </p:nvSpPr>
          <p:spPr bwMode="auto">
            <a:xfrm>
              <a:off x="5839" y="3143"/>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7183" name="Group 150"/>
            <p:cNvGrpSpPr>
              <a:grpSpLocks/>
            </p:cNvGrpSpPr>
            <p:nvPr userDrawn="1"/>
          </p:nvGrpSpPr>
          <p:grpSpPr bwMode="auto">
            <a:xfrm>
              <a:off x="5893" y="2387"/>
              <a:ext cx="466" cy="115"/>
              <a:chOff x="5893" y="2387"/>
              <a:chExt cx="466" cy="115"/>
            </a:xfrm>
          </p:grpSpPr>
          <p:sp>
            <p:nvSpPr>
              <p:cNvPr id="7244" name="Rectangle 151"/>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5" name="Rectangle 152"/>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6" name="Rectangle 153"/>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7" name="Rectangle 154"/>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4" name="Group 155"/>
            <p:cNvGrpSpPr>
              <a:grpSpLocks/>
            </p:cNvGrpSpPr>
            <p:nvPr userDrawn="1"/>
          </p:nvGrpSpPr>
          <p:grpSpPr bwMode="auto">
            <a:xfrm>
              <a:off x="5893" y="2523"/>
              <a:ext cx="466" cy="115"/>
              <a:chOff x="5893" y="2523"/>
              <a:chExt cx="466" cy="115"/>
            </a:xfrm>
          </p:grpSpPr>
          <p:sp>
            <p:nvSpPr>
              <p:cNvPr id="7240" name="Rectangle 156"/>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1" name="Rectangle 157"/>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2" name="Rectangle 158"/>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3" name="Rectangle 159"/>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5" name="Group 160"/>
            <p:cNvGrpSpPr>
              <a:grpSpLocks/>
            </p:cNvGrpSpPr>
            <p:nvPr userDrawn="1"/>
          </p:nvGrpSpPr>
          <p:grpSpPr bwMode="auto">
            <a:xfrm>
              <a:off x="5893" y="2659"/>
              <a:ext cx="466" cy="115"/>
              <a:chOff x="5893" y="2659"/>
              <a:chExt cx="466" cy="115"/>
            </a:xfrm>
          </p:grpSpPr>
          <p:sp>
            <p:nvSpPr>
              <p:cNvPr id="7236" name="Rectangle 161"/>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7" name="Rectangle 162"/>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8" name="Rectangle 163"/>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9" name="Rectangle 164"/>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6" name="Group 165"/>
            <p:cNvGrpSpPr>
              <a:grpSpLocks/>
            </p:cNvGrpSpPr>
            <p:nvPr userDrawn="1"/>
          </p:nvGrpSpPr>
          <p:grpSpPr bwMode="auto">
            <a:xfrm>
              <a:off x="5893" y="2251"/>
              <a:ext cx="466" cy="119"/>
              <a:chOff x="5893" y="2251"/>
              <a:chExt cx="466" cy="119"/>
            </a:xfrm>
          </p:grpSpPr>
          <p:sp>
            <p:nvSpPr>
              <p:cNvPr id="7232" name="Rectangle 166"/>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3" name="Rectangle 167"/>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4" name="Rectangle 168"/>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5" name="Rectangle 169"/>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7" name="Group 170"/>
            <p:cNvGrpSpPr>
              <a:grpSpLocks/>
            </p:cNvGrpSpPr>
            <p:nvPr userDrawn="1"/>
          </p:nvGrpSpPr>
          <p:grpSpPr bwMode="auto">
            <a:xfrm>
              <a:off x="5893" y="2886"/>
              <a:ext cx="466" cy="115"/>
              <a:chOff x="5893" y="2886"/>
              <a:chExt cx="466" cy="115"/>
            </a:xfrm>
          </p:grpSpPr>
          <p:sp>
            <p:nvSpPr>
              <p:cNvPr id="7228" name="Rectangle 171"/>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9" name="Rectangle 172"/>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0" name="Rectangle 173"/>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1" name="Rectangle 174"/>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8" name="Group 175"/>
            <p:cNvGrpSpPr>
              <a:grpSpLocks/>
            </p:cNvGrpSpPr>
            <p:nvPr userDrawn="1"/>
          </p:nvGrpSpPr>
          <p:grpSpPr bwMode="auto">
            <a:xfrm>
              <a:off x="5893" y="3022"/>
              <a:ext cx="466" cy="115"/>
              <a:chOff x="5893" y="3022"/>
              <a:chExt cx="466" cy="115"/>
            </a:xfrm>
          </p:grpSpPr>
          <p:sp>
            <p:nvSpPr>
              <p:cNvPr id="7224" name="Rectangle 176"/>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5" name="Rectangle 177"/>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6" name="Rectangle 178"/>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7" name="Rectangle 179"/>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9" name="Group 180"/>
            <p:cNvGrpSpPr>
              <a:grpSpLocks/>
            </p:cNvGrpSpPr>
            <p:nvPr userDrawn="1"/>
          </p:nvGrpSpPr>
          <p:grpSpPr bwMode="auto">
            <a:xfrm>
              <a:off x="5893" y="3158"/>
              <a:ext cx="466" cy="115"/>
              <a:chOff x="5893" y="3158"/>
              <a:chExt cx="466" cy="115"/>
            </a:xfrm>
          </p:grpSpPr>
          <p:sp>
            <p:nvSpPr>
              <p:cNvPr id="7220" name="Rectangle 181"/>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1" name="Rectangle 182"/>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2" name="Rectangle 183"/>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3" name="Rectangle 184"/>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0" name="Group 185"/>
            <p:cNvGrpSpPr>
              <a:grpSpLocks/>
            </p:cNvGrpSpPr>
            <p:nvPr userDrawn="1"/>
          </p:nvGrpSpPr>
          <p:grpSpPr bwMode="auto">
            <a:xfrm>
              <a:off x="5893" y="3385"/>
              <a:ext cx="466" cy="115"/>
              <a:chOff x="5893" y="3385"/>
              <a:chExt cx="466" cy="115"/>
            </a:xfrm>
          </p:grpSpPr>
          <p:sp>
            <p:nvSpPr>
              <p:cNvPr id="7216" name="Rectangle 186"/>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7" name="Rectangle 187"/>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8" name="Rectangle 188"/>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9" name="Rectangle 189"/>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1" name="Group 190"/>
            <p:cNvGrpSpPr>
              <a:grpSpLocks/>
            </p:cNvGrpSpPr>
            <p:nvPr userDrawn="1"/>
          </p:nvGrpSpPr>
          <p:grpSpPr bwMode="auto">
            <a:xfrm>
              <a:off x="5893" y="3521"/>
              <a:ext cx="466" cy="115"/>
              <a:chOff x="5893" y="3521"/>
              <a:chExt cx="466" cy="115"/>
            </a:xfrm>
          </p:grpSpPr>
          <p:sp>
            <p:nvSpPr>
              <p:cNvPr id="7212" name="Rectangle 191"/>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3" name="Rectangle 192"/>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4" name="Rectangle 193"/>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5" name="Rectangle 194"/>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2" name="Group 195"/>
            <p:cNvGrpSpPr>
              <a:grpSpLocks/>
            </p:cNvGrpSpPr>
            <p:nvPr userDrawn="1"/>
          </p:nvGrpSpPr>
          <p:grpSpPr bwMode="auto">
            <a:xfrm>
              <a:off x="5893" y="3657"/>
              <a:ext cx="466" cy="115"/>
              <a:chOff x="5893" y="3657"/>
              <a:chExt cx="466" cy="115"/>
            </a:xfrm>
          </p:grpSpPr>
          <p:sp>
            <p:nvSpPr>
              <p:cNvPr id="7208" name="Rectangle 196"/>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9" name="Rectangle 197"/>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0" name="Rectangle 198"/>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1" name="Rectangle 199"/>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3" name="Group 200"/>
            <p:cNvGrpSpPr>
              <a:grpSpLocks/>
            </p:cNvGrpSpPr>
            <p:nvPr userDrawn="1"/>
          </p:nvGrpSpPr>
          <p:grpSpPr bwMode="auto">
            <a:xfrm>
              <a:off x="5893" y="3884"/>
              <a:ext cx="466" cy="115"/>
              <a:chOff x="5893" y="3884"/>
              <a:chExt cx="466" cy="115"/>
            </a:xfrm>
          </p:grpSpPr>
          <p:sp>
            <p:nvSpPr>
              <p:cNvPr id="7204" name="Rectangle 201"/>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5" name="Rectangle 202"/>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6" name="Rectangle 203"/>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7" name="Rectangle 204"/>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4" name="Group 205"/>
            <p:cNvGrpSpPr>
              <a:grpSpLocks/>
            </p:cNvGrpSpPr>
            <p:nvPr userDrawn="1"/>
          </p:nvGrpSpPr>
          <p:grpSpPr bwMode="auto">
            <a:xfrm>
              <a:off x="5893" y="4026"/>
              <a:ext cx="466" cy="115"/>
              <a:chOff x="5893" y="4026"/>
              <a:chExt cx="466" cy="115"/>
            </a:xfrm>
          </p:grpSpPr>
          <p:sp>
            <p:nvSpPr>
              <p:cNvPr id="7200" name="Rectangle 206"/>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1" name="Rectangle 207"/>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2" name="Rectangle 208"/>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3" name="Rectangle 209"/>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5" name="Group 210"/>
            <p:cNvGrpSpPr>
              <a:grpSpLocks/>
            </p:cNvGrpSpPr>
            <p:nvPr userDrawn="1"/>
          </p:nvGrpSpPr>
          <p:grpSpPr bwMode="auto">
            <a:xfrm>
              <a:off x="5893" y="4167"/>
              <a:ext cx="466" cy="115"/>
              <a:chOff x="5893" y="4167"/>
              <a:chExt cx="466" cy="115"/>
            </a:xfrm>
          </p:grpSpPr>
          <p:sp>
            <p:nvSpPr>
              <p:cNvPr id="7196" name="Rectangle 211"/>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7" name="Rectangle 212"/>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8" name="Rectangle 213"/>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9" name="Rectangle 214"/>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7180" name="Rectangle 215"/>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7181" name="Rectangle 216"/>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pic>
        <p:nvPicPr>
          <p:cNvPr id="7248" name="Picture 80" descr="sb10064568n-001副本"/>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7249" name="Picture 81" descr="未标题-2"/>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9" r:id="rId1"/>
    <p:sldLayoutId id="2147483826"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7" name="Rectangle 8"/>
          <p:cNvSpPr>
            <a:spLocks noGrp="1" noChangeArrowheads="1"/>
          </p:cNvSpPr>
          <p:nvPr>
            <p:ph type="title"/>
          </p:nvPr>
        </p:nvSpPr>
        <p:spPr bwMode="auto">
          <a:xfrm>
            <a:off x="1007534" y="4508500"/>
            <a:ext cx="7397751"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82"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400" smtClean="0">
                <a:latin typeface="FrutigerNext LT Bold" pitchFamily="34" charset="0"/>
                <a:ea typeface="MS PGothic" pitchFamily="34" charset="-128"/>
              </a:rPr>
              <a:t>HUAWEI TECHNOLOGIES CO., LTD.</a:t>
            </a:r>
          </a:p>
        </p:txBody>
      </p:sp>
      <p:pic>
        <p:nvPicPr>
          <p:cNvPr id="8199" name="Picture 6" descr="Log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0"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6251"/>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Arial" charset="0"/>
                <a:ea typeface="黑体" pitchFamily="49" charset="-122"/>
              </a:defRPr>
            </a:lvl1pPr>
          </a:lstStyle>
          <a:p>
            <a:pPr>
              <a:defRPr/>
            </a:pPr>
            <a:endParaRPr lang="en-US" altLang="zh-CN"/>
          </a:p>
        </p:txBody>
      </p:sp>
      <p:sp>
        <p:nvSpPr>
          <p:cNvPr id="8202" name="Rectangle 15"/>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endParaRPr lang="zh-CN" altLang="en-US" sz="1100">
              <a:solidFill>
                <a:srgbClr val="000000"/>
              </a:solidFill>
            </a:endParaRPr>
          </a:p>
        </p:txBody>
      </p:sp>
      <p:grpSp>
        <p:nvGrpSpPr>
          <p:cNvPr id="8203" name="Group 83"/>
          <p:cNvGrpSpPr>
            <a:grpSpLocks/>
          </p:cNvGrpSpPr>
          <p:nvPr/>
        </p:nvGrpSpPr>
        <p:grpSpPr bwMode="auto">
          <a:xfrm>
            <a:off x="12433301" y="3511550"/>
            <a:ext cx="1225551" cy="3224212"/>
            <a:chOff x="5839" y="2251"/>
            <a:chExt cx="579" cy="2031"/>
          </a:xfrm>
        </p:grpSpPr>
        <p:sp>
          <p:nvSpPr>
            <p:cNvPr id="8206" name="Rectangle 84"/>
            <p:cNvSpPr>
              <a:spLocks noChangeArrowheads="1"/>
            </p:cNvSpPr>
            <p:nvPr userDrawn="1"/>
          </p:nvSpPr>
          <p:spPr bwMode="auto">
            <a:xfrm>
              <a:off x="5839" y="3143"/>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8207" name="Group 85"/>
            <p:cNvGrpSpPr>
              <a:grpSpLocks/>
            </p:cNvGrpSpPr>
            <p:nvPr userDrawn="1"/>
          </p:nvGrpSpPr>
          <p:grpSpPr bwMode="auto">
            <a:xfrm>
              <a:off x="5893" y="2387"/>
              <a:ext cx="466" cy="115"/>
              <a:chOff x="5893" y="2387"/>
              <a:chExt cx="466" cy="115"/>
            </a:xfrm>
          </p:grpSpPr>
          <p:sp>
            <p:nvSpPr>
              <p:cNvPr id="8268" name="Rectangle 86"/>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9" name="Rectangle 87"/>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0" name="Rectangle 88"/>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1" name="Rectangle 89"/>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08" name="Group 90"/>
            <p:cNvGrpSpPr>
              <a:grpSpLocks/>
            </p:cNvGrpSpPr>
            <p:nvPr userDrawn="1"/>
          </p:nvGrpSpPr>
          <p:grpSpPr bwMode="auto">
            <a:xfrm>
              <a:off x="5893" y="2523"/>
              <a:ext cx="466" cy="115"/>
              <a:chOff x="5893" y="2523"/>
              <a:chExt cx="466" cy="115"/>
            </a:xfrm>
          </p:grpSpPr>
          <p:sp>
            <p:nvSpPr>
              <p:cNvPr id="8264" name="Rectangle 91"/>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5" name="Rectangle 92"/>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6" name="Rectangle 93"/>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7" name="Rectangle 94"/>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09" name="Group 95"/>
            <p:cNvGrpSpPr>
              <a:grpSpLocks/>
            </p:cNvGrpSpPr>
            <p:nvPr userDrawn="1"/>
          </p:nvGrpSpPr>
          <p:grpSpPr bwMode="auto">
            <a:xfrm>
              <a:off x="5893" y="2659"/>
              <a:ext cx="466" cy="115"/>
              <a:chOff x="5893" y="2659"/>
              <a:chExt cx="466" cy="115"/>
            </a:xfrm>
          </p:grpSpPr>
          <p:sp>
            <p:nvSpPr>
              <p:cNvPr id="8260" name="Rectangle 96"/>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1" name="Rectangle 97"/>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2" name="Rectangle 98"/>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3" name="Rectangle 99"/>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0" name="Group 100"/>
            <p:cNvGrpSpPr>
              <a:grpSpLocks/>
            </p:cNvGrpSpPr>
            <p:nvPr userDrawn="1"/>
          </p:nvGrpSpPr>
          <p:grpSpPr bwMode="auto">
            <a:xfrm>
              <a:off x="5893" y="2251"/>
              <a:ext cx="466" cy="119"/>
              <a:chOff x="5893" y="2251"/>
              <a:chExt cx="466" cy="119"/>
            </a:xfrm>
          </p:grpSpPr>
          <p:sp>
            <p:nvSpPr>
              <p:cNvPr id="8256" name="Rectangle 101"/>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7" name="Rectangle 102"/>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8" name="Rectangle 103"/>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9" name="Rectangle 104"/>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1" name="Group 105"/>
            <p:cNvGrpSpPr>
              <a:grpSpLocks/>
            </p:cNvGrpSpPr>
            <p:nvPr userDrawn="1"/>
          </p:nvGrpSpPr>
          <p:grpSpPr bwMode="auto">
            <a:xfrm>
              <a:off x="5893" y="2886"/>
              <a:ext cx="466" cy="115"/>
              <a:chOff x="5893" y="2886"/>
              <a:chExt cx="466" cy="115"/>
            </a:xfrm>
          </p:grpSpPr>
          <p:sp>
            <p:nvSpPr>
              <p:cNvPr id="8252" name="Rectangle 106"/>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3" name="Rectangle 107"/>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4" name="Rectangle 108"/>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5" name="Rectangle 109"/>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2" name="Group 110"/>
            <p:cNvGrpSpPr>
              <a:grpSpLocks/>
            </p:cNvGrpSpPr>
            <p:nvPr userDrawn="1"/>
          </p:nvGrpSpPr>
          <p:grpSpPr bwMode="auto">
            <a:xfrm>
              <a:off x="5893" y="3022"/>
              <a:ext cx="466" cy="115"/>
              <a:chOff x="5893" y="3022"/>
              <a:chExt cx="466" cy="115"/>
            </a:xfrm>
          </p:grpSpPr>
          <p:sp>
            <p:nvSpPr>
              <p:cNvPr id="8248" name="Rectangle 111"/>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9" name="Rectangle 112"/>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0" name="Rectangle 113"/>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1" name="Rectangle 114"/>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3" name="Group 115"/>
            <p:cNvGrpSpPr>
              <a:grpSpLocks/>
            </p:cNvGrpSpPr>
            <p:nvPr userDrawn="1"/>
          </p:nvGrpSpPr>
          <p:grpSpPr bwMode="auto">
            <a:xfrm>
              <a:off x="5893" y="3158"/>
              <a:ext cx="466" cy="115"/>
              <a:chOff x="5893" y="3158"/>
              <a:chExt cx="466" cy="115"/>
            </a:xfrm>
          </p:grpSpPr>
          <p:sp>
            <p:nvSpPr>
              <p:cNvPr id="8244" name="Rectangle 116"/>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5" name="Rectangle 117"/>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6" name="Rectangle 118"/>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7" name="Rectangle 119"/>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4" name="Group 120"/>
            <p:cNvGrpSpPr>
              <a:grpSpLocks/>
            </p:cNvGrpSpPr>
            <p:nvPr userDrawn="1"/>
          </p:nvGrpSpPr>
          <p:grpSpPr bwMode="auto">
            <a:xfrm>
              <a:off x="5893" y="3385"/>
              <a:ext cx="466" cy="115"/>
              <a:chOff x="5893" y="3385"/>
              <a:chExt cx="466" cy="115"/>
            </a:xfrm>
          </p:grpSpPr>
          <p:sp>
            <p:nvSpPr>
              <p:cNvPr id="8240" name="Rectangle 121"/>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1" name="Rectangle 122"/>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2" name="Rectangle 123"/>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3" name="Rectangle 124"/>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5" name="Group 125"/>
            <p:cNvGrpSpPr>
              <a:grpSpLocks/>
            </p:cNvGrpSpPr>
            <p:nvPr userDrawn="1"/>
          </p:nvGrpSpPr>
          <p:grpSpPr bwMode="auto">
            <a:xfrm>
              <a:off x="5893" y="3521"/>
              <a:ext cx="466" cy="115"/>
              <a:chOff x="5893" y="3521"/>
              <a:chExt cx="466" cy="115"/>
            </a:xfrm>
          </p:grpSpPr>
          <p:sp>
            <p:nvSpPr>
              <p:cNvPr id="8236" name="Rectangle 126"/>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7" name="Rectangle 127"/>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8" name="Rectangle 128"/>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9" name="Rectangle 129"/>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6" name="Group 130"/>
            <p:cNvGrpSpPr>
              <a:grpSpLocks/>
            </p:cNvGrpSpPr>
            <p:nvPr userDrawn="1"/>
          </p:nvGrpSpPr>
          <p:grpSpPr bwMode="auto">
            <a:xfrm>
              <a:off x="5893" y="3657"/>
              <a:ext cx="466" cy="115"/>
              <a:chOff x="5893" y="3657"/>
              <a:chExt cx="466" cy="115"/>
            </a:xfrm>
          </p:grpSpPr>
          <p:sp>
            <p:nvSpPr>
              <p:cNvPr id="8232" name="Rectangle 131"/>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3" name="Rectangle 132"/>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4" name="Rectangle 133"/>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5" name="Rectangle 134"/>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7" name="Group 135"/>
            <p:cNvGrpSpPr>
              <a:grpSpLocks/>
            </p:cNvGrpSpPr>
            <p:nvPr userDrawn="1"/>
          </p:nvGrpSpPr>
          <p:grpSpPr bwMode="auto">
            <a:xfrm>
              <a:off x="5893" y="3884"/>
              <a:ext cx="466" cy="115"/>
              <a:chOff x="5893" y="3884"/>
              <a:chExt cx="466" cy="115"/>
            </a:xfrm>
          </p:grpSpPr>
          <p:sp>
            <p:nvSpPr>
              <p:cNvPr id="8228" name="Rectangle 136"/>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9" name="Rectangle 137"/>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0" name="Rectangle 138"/>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1" name="Rectangle 139"/>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8" name="Group 140"/>
            <p:cNvGrpSpPr>
              <a:grpSpLocks/>
            </p:cNvGrpSpPr>
            <p:nvPr userDrawn="1"/>
          </p:nvGrpSpPr>
          <p:grpSpPr bwMode="auto">
            <a:xfrm>
              <a:off x="5893" y="4026"/>
              <a:ext cx="466" cy="115"/>
              <a:chOff x="5893" y="4026"/>
              <a:chExt cx="466" cy="115"/>
            </a:xfrm>
          </p:grpSpPr>
          <p:sp>
            <p:nvSpPr>
              <p:cNvPr id="8224" name="Rectangle 141"/>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5" name="Rectangle 142"/>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6" name="Rectangle 143"/>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7" name="Rectangle 144"/>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9" name="Group 145"/>
            <p:cNvGrpSpPr>
              <a:grpSpLocks/>
            </p:cNvGrpSpPr>
            <p:nvPr userDrawn="1"/>
          </p:nvGrpSpPr>
          <p:grpSpPr bwMode="auto">
            <a:xfrm>
              <a:off x="5893" y="4167"/>
              <a:ext cx="466" cy="115"/>
              <a:chOff x="5893" y="4167"/>
              <a:chExt cx="466" cy="115"/>
            </a:xfrm>
          </p:grpSpPr>
          <p:sp>
            <p:nvSpPr>
              <p:cNvPr id="8220" name="Rectangle 146"/>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1" name="Rectangle 147"/>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2" name="Rectangle 148"/>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3" name="Rectangle 149"/>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204" name="Rectangle 150"/>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8205" name="Rectangle 151"/>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pic>
        <p:nvPicPr>
          <p:cNvPr id="8272" name="Picture 80" descr="89738649副本"/>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8273" name="Picture 81" descr="未标题-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20" r:id="rId1"/>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ChangeArrowheads="1"/>
          </p:cNvSpPr>
          <p:nvPr/>
        </p:nvSpPr>
        <p:spPr bwMode="auto">
          <a:xfrm>
            <a:off x="0" y="3232031"/>
            <a:ext cx="12192000" cy="393938"/>
          </a:xfrm>
          <a:prstGeom prst="rect">
            <a:avLst/>
          </a:prstGeom>
          <a:solidFill>
            <a:srgbClr val="EAEAEA"/>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pPr>
              <a:lnSpc>
                <a:spcPct val="140000"/>
              </a:lnSpc>
              <a:buClr>
                <a:srgbClr val="FF0000"/>
              </a:buClr>
              <a:buSzPct val="90000"/>
              <a:buFont typeface="Wingdings" pitchFamily="2" charset="2"/>
              <a:buChar char="l"/>
            </a:pPr>
            <a:endParaRPr lang="zh-CN" altLang="en-US" sz="1400" b="1">
              <a:solidFill>
                <a:srgbClr val="000000"/>
              </a:solidFill>
              <a:latin typeface="Arial" pitchFamily="34" charset="0"/>
              <a:ea typeface="华文细黑" pitchFamily="2" charset="-122"/>
            </a:endParaRPr>
          </a:p>
        </p:txBody>
      </p:sp>
      <p:sp>
        <p:nvSpPr>
          <p:cNvPr id="9219" name="Rectangle 13"/>
          <p:cNvSpPr>
            <a:spLocks noGrp="1" noChangeArrowheads="1"/>
          </p:cNvSpPr>
          <p:nvPr>
            <p:ph type="title"/>
          </p:nvPr>
        </p:nvSpPr>
        <p:spPr bwMode="auto">
          <a:xfrm>
            <a:off x="1007534" y="325439"/>
            <a:ext cx="10176933" cy="871537"/>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smtClean="0"/>
              <a:t>单击此处编辑母版标题样式</a:t>
            </a:r>
          </a:p>
        </p:txBody>
      </p:sp>
      <p:sp>
        <p:nvSpPr>
          <p:cNvPr id="9220" name="Rectangle 68"/>
          <p:cNvSpPr>
            <a:spLocks noGrp="1" noChangeArrowheads="1"/>
          </p:cNvSpPr>
          <p:nvPr>
            <p:ph type="body" idx="1"/>
          </p:nvPr>
        </p:nvSpPr>
        <p:spPr bwMode="auto">
          <a:xfrm>
            <a:off x="1007534" y="1628776"/>
            <a:ext cx="10176933"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9221" name="Rectangle 13"/>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dirty="0">
                <a:solidFill>
                  <a:srgbClr val="FFFFFF"/>
                </a:solidFill>
              </a:rPr>
              <a:t>英文标题</a:t>
            </a:r>
            <a:r>
              <a:rPr lang="en-US" altLang="zh-CN" sz="1100" dirty="0">
                <a:solidFill>
                  <a:srgbClr val="FFFFFF"/>
                </a:solidFill>
              </a:rPr>
              <a:t>:32-</a:t>
            </a:r>
            <a:r>
              <a:rPr lang="en-US" altLang="zh-CN" sz="1100" dirty="0" err="1">
                <a:solidFill>
                  <a:srgbClr val="FFFFFF"/>
                </a:solidFill>
              </a:rPr>
              <a:t>35pt</a:t>
            </a:r>
            <a:r>
              <a:rPr lang="en-US" altLang="zh-CN" sz="1100" dirty="0">
                <a:solidFill>
                  <a:srgbClr val="FFFFFF"/>
                </a:solidFill>
              </a:rPr>
              <a:t>  </a:t>
            </a: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a:t>
            </a:r>
            <a:r>
              <a:rPr lang="en-US" altLang="zh-CN" sz="1100" dirty="0" err="1">
                <a:solidFill>
                  <a:srgbClr val="FFFFFF"/>
                </a:solidFill>
              </a:rPr>
              <a:t>R153</a:t>
            </a:r>
            <a:r>
              <a:rPr lang="en-US" altLang="zh-CN" sz="1100" dirty="0">
                <a:solidFill>
                  <a:srgbClr val="FFFFFF"/>
                </a:solidFill>
              </a:rPr>
              <a:t> </a:t>
            </a:r>
            <a:r>
              <a:rPr lang="en-US" altLang="zh-CN" sz="1100" dirty="0" err="1">
                <a:solidFill>
                  <a:srgbClr val="FFFFFF"/>
                </a:solidFill>
              </a:rPr>
              <a:t>G0</a:t>
            </a:r>
            <a:r>
              <a:rPr lang="en-US" altLang="zh-CN" sz="1100" dirty="0">
                <a:solidFill>
                  <a:srgbClr val="FFFFFF"/>
                </a:solidFill>
              </a:rPr>
              <a:t> </a:t>
            </a:r>
            <a:r>
              <a:rPr lang="en-US" altLang="zh-CN" sz="1100" dirty="0" err="1">
                <a:solidFill>
                  <a:srgbClr val="FFFFFF"/>
                </a:solidFill>
              </a:rPr>
              <a:t>B0</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900" indent="-342900"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Medium</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中文标题</a:t>
            </a:r>
            <a:r>
              <a:rPr lang="en-US" altLang="zh-CN" sz="1100" dirty="0">
                <a:solidFill>
                  <a:srgbClr val="FFFFFF"/>
                </a:solidFill>
              </a:rPr>
              <a:t>:30-</a:t>
            </a:r>
            <a:r>
              <a:rPr lang="en-US" altLang="zh-CN" sz="1100" dirty="0" err="1">
                <a:solidFill>
                  <a:srgbClr val="FFFFFF"/>
                </a:solidFill>
              </a:rPr>
              <a:t>32pt</a:t>
            </a:r>
            <a:r>
              <a:rPr lang="en-US" altLang="zh-CN" sz="1100" dirty="0">
                <a:solidFill>
                  <a:srgbClr val="FFFFFF"/>
                </a:solidFill>
              </a:rPr>
              <a:t>  </a:t>
            </a: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a:t>
            </a:r>
            <a:r>
              <a:rPr lang="en-US" altLang="zh-CN" sz="1100" dirty="0" err="1">
                <a:solidFill>
                  <a:srgbClr val="FFFFFF"/>
                </a:solidFill>
              </a:rPr>
              <a:t>R153</a:t>
            </a:r>
            <a:r>
              <a:rPr lang="en-US" altLang="zh-CN" sz="1100" dirty="0">
                <a:solidFill>
                  <a:srgbClr val="FFFFFF"/>
                </a:solidFill>
              </a:rPr>
              <a:t> </a:t>
            </a:r>
            <a:r>
              <a:rPr lang="en-US" altLang="zh-CN" sz="1100" dirty="0" err="1">
                <a:solidFill>
                  <a:srgbClr val="FFFFFF"/>
                </a:solidFill>
              </a:rPr>
              <a:t>G0</a:t>
            </a:r>
            <a:r>
              <a:rPr lang="en-US" altLang="zh-CN" sz="1100" dirty="0">
                <a:solidFill>
                  <a:srgbClr val="FFFFFF"/>
                </a:solidFill>
              </a:rPr>
              <a:t> </a:t>
            </a:r>
            <a:r>
              <a:rPr lang="en-US" altLang="zh-CN" sz="1100" dirty="0" err="1">
                <a:solidFill>
                  <a:srgbClr val="FFFFFF"/>
                </a:solidFill>
              </a:rPr>
              <a:t>B0</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英文正文</a:t>
            </a:r>
            <a:r>
              <a:rPr lang="en-US" altLang="zh-CN" sz="1100" dirty="0">
                <a:solidFill>
                  <a:srgbClr val="FFFFFF"/>
                </a:solidFill>
              </a:rPr>
              <a:t>:20-</a:t>
            </a:r>
            <a:r>
              <a:rPr lang="en-US" altLang="zh-CN" sz="1100" dirty="0" err="1">
                <a:solidFill>
                  <a:srgbClr val="FFFFFF"/>
                </a:solidFill>
              </a:rPr>
              <a:t>22pt</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子目录 </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 :</a:t>
            </a:r>
            <a:r>
              <a:rPr lang="en-US" altLang="zh-CN" sz="1100" dirty="0" err="1">
                <a:solidFill>
                  <a:srgbClr val="FFFFFF"/>
                </a:solidFill>
              </a:rPr>
              <a:t>18pt</a:t>
            </a:r>
            <a:r>
              <a:rPr lang="en-US" altLang="zh-CN" sz="1100" dirty="0">
                <a:solidFill>
                  <a:srgbClr val="FFFFFF"/>
                </a:solidFill>
              </a:rPr>
              <a:t>  </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900" indent="-342900"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Regular</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中文正文</a:t>
            </a:r>
            <a:r>
              <a:rPr lang="en-US" altLang="zh-CN" sz="1100" dirty="0">
                <a:solidFill>
                  <a:srgbClr val="FFFFFF"/>
                </a:solidFill>
              </a:rPr>
              <a:t>:18-</a:t>
            </a:r>
            <a:r>
              <a:rPr lang="en-US" altLang="zh-CN" sz="1100" dirty="0" err="1">
                <a:solidFill>
                  <a:srgbClr val="FFFFFF"/>
                </a:solidFill>
              </a:rPr>
              <a:t>20pt</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子目录</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a:t>
            </a:r>
            <a:r>
              <a:rPr lang="en-US" altLang="zh-CN" sz="1100" dirty="0" err="1">
                <a:solidFill>
                  <a:srgbClr val="FFFFFF"/>
                </a:solidFill>
              </a:rPr>
              <a:t>18pt</a:t>
            </a:r>
            <a:r>
              <a:rPr lang="en-US" altLang="zh-CN" sz="1100" dirty="0">
                <a:solidFill>
                  <a:srgbClr val="FFFFFF"/>
                </a:solidFill>
              </a:rPr>
              <a:t> </a:t>
            </a: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细黑体</a:t>
            </a:r>
            <a:r>
              <a:rPr lang="zh-CN" altLang="en-US" sz="1100" dirty="0">
                <a:solidFill>
                  <a:srgbClr val="FFFFFF"/>
                </a:solidFill>
                <a:latin typeface="Arial" pitchFamily="34" charset="0"/>
                <a:ea typeface="黑体" pitchFamily="49" charset="-122"/>
              </a:rPr>
              <a:t> </a:t>
            </a:r>
          </a:p>
        </p:txBody>
      </p:sp>
      <p:grpSp>
        <p:nvGrpSpPr>
          <p:cNvPr id="9222" name="Group 14"/>
          <p:cNvGrpSpPr>
            <a:grpSpLocks/>
          </p:cNvGrpSpPr>
          <p:nvPr/>
        </p:nvGrpSpPr>
        <p:grpSpPr bwMode="auto">
          <a:xfrm>
            <a:off x="12433301" y="3511550"/>
            <a:ext cx="1225551" cy="3224212"/>
            <a:chOff x="5839" y="2251"/>
            <a:chExt cx="579" cy="2031"/>
          </a:xfrm>
        </p:grpSpPr>
        <p:sp>
          <p:nvSpPr>
            <p:cNvPr id="9225" name="Rectangle 15"/>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9226" name="Group 16"/>
            <p:cNvGrpSpPr>
              <a:grpSpLocks/>
            </p:cNvGrpSpPr>
            <p:nvPr userDrawn="1"/>
          </p:nvGrpSpPr>
          <p:grpSpPr bwMode="auto">
            <a:xfrm>
              <a:off x="5893" y="2387"/>
              <a:ext cx="466" cy="115"/>
              <a:chOff x="5893" y="2387"/>
              <a:chExt cx="466" cy="115"/>
            </a:xfrm>
          </p:grpSpPr>
          <p:sp>
            <p:nvSpPr>
              <p:cNvPr id="9287" name="Rectangle 17"/>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8" name="Rectangle 18"/>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9" name="Rectangle 19"/>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0" name="Rectangle 20"/>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7" name="Group 21"/>
            <p:cNvGrpSpPr>
              <a:grpSpLocks/>
            </p:cNvGrpSpPr>
            <p:nvPr userDrawn="1"/>
          </p:nvGrpSpPr>
          <p:grpSpPr bwMode="auto">
            <a:xfrm>
              <a:off x="5893" y="2523"/>
              <a:ext cx="466" cy="115"/>
              <a:chOff x="5893" y="2523"/>
              <a:chExt cx="466" cy="115"/>
            </a:xfrm>
          </p:grpSpPr>
          <p:sp>
            <p:nvSpPr>
              <p:cNvPr id="9283" name="Rectangle 22"/>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4" name="Rectangle 23"/>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5" name="Rectangle 24"/>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6" name="Rectangle 25"/>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8" name="Group 26"/>
            <p:cNvGrpSpPr>
              <a:grpSpLocks/>
            </p:cNvGrpSpPr>
            <p:nvPr userDrawn="1"/>
          </p:nvGrpSpPr>
          <p:grpSpPr bwMode="auto">
            <a:xfrm>
              <a:off x="5893" y="2659"/>
              <a:ext cx="466" cy="115"/>
              <a:chOff x="5893" y="2659"/>
              <a:chExt cx="466" cy="115"/>
            </a:xfrm>
          </p:grpSpPr>
          <p:sp>
            <p:nvSpPr>
              <p:cNvPr id="9279" name="Rectangle 27"/>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0" name="Rectangle 28"/>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1" name="Rectangle 29"/>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2" name="Rectangle 30"/>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9" name="Group 31"/>
            <p:cNvGrpSpPr>
              <a:grpSpLocks/>
            </p:cNvGrpSpPr>
            <p:nvPr userDrawn="1"/>
          </p:nvGrpSpPr>
          <p:grpSpPr bwMode="auto">
            <a:xfrm>
              <a:off x="5893" y="2251"/>
              <a:ext cx="466" cy="119"/>
              <a:chOff x="5893" y="2251"/>
              <a:chExt cx="466" cy="119"/>
            </a:xfrm>
          </p:grpSpPr>
          <p:sp>
            <p:nvSpPr>
              <p:cNvPr id="9275" name="Rectangle 32"/>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6" name="Rectangle 33"/>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7" name="Rectangle 34"/>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8" name="Rectangle 35"/>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0" name="Group 36"/>
            <p:cNvGrpSpPr>
              <a:grpSpLocks/>
            </p:cNvGrpSpPr>
            <p:nvPr userDrawn="1"/>
          </p:nvGrpSpPr>
          <p:grpSpPr bwMode="auto">
            <a:xfrm>
              <a:off x="5893" y="2886"/>
              <a:ext cx="466" cy="115"/>
              <a:chOff x="5893" y="2886"/>
              <a:chExt cx="466" cy="115"/>
            </a:xfrm>
          </p:grpSpPr>
          <p:sp>
            <p:nvSpPr>
              <p:cNvPr id="9271" name="Rectangle 37"/>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2" name="Rectangle 38"/>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3" name="Rectangle 39"/>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4" name="Rectangle 40"/>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1" name="Group 41"/>
            <p:cNvGrpSpPr>
              <a:grpSpLocks/>
            </p:cNvGrpSpPr>
            <p:nvPr userDrawn="1"/>
          </p:nvGrpSpPr>
          <p:grpSpPr bwMode="auto">
            <a:xfrm>
              <a:off x="5893" y="3022"/>
              <a:ext cx="466" cy="115"/>
              <a:chOff x="5893" y="3022"/>
              <a:chExt cx="466" cy="115"/>
            </a:xfrm>
          </p:grpSpPr>
          <p:sp>
            <p:nvSpPr>
              <p:cNvPr id="9267" name="Rectangle 42"/>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8" name="Rectangle 43"/>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9" name="Rectangle 44"/>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0" name="Rectangle 45"/>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2" name="Group 46"/>
            <p:cNvGrpSpPr>
              <a:grpSpLocks/>
            </p:cNvGrpSpPr>
            <p:nvPr userDrawn="1"/>
          </p:nvGrpSpPr>
          <p:grpSpPr bwMode="auto">
            <a:xfrm>
              <a:off x="5893" y="3158"/>
              <a:ext cx="466" cy="115"/>
              <a:chOff x="5893" y="3158"/>
              <a:chExt cx="466" cy="115"/>
            </a:xfrm>
          </p:grpSpPr>
          <p:sp>
            <p:nvSpPr>
              <p:cNvPr id="9263" name="Rectangle 47"/>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4" name="Rectangle 48"/>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5" name="Rectangle 49"/>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6" name="Rectangle 50"/>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3" name="Group 51"/>
            <p:cNvGrpSpPr>
              <a:grpSpLocks/>
            </p:cNvGrpSpPr>
            <p:nvPr userDrawn="1"/>
          </p:nvGrpSpPr>
          <p:grpSpPr bwMode="auto">
            <a:xfrm>
              <a:off x="5893" y="3385"/>
              <a:ext cx="466" cy="115"/>
              <a:chOff x="5893" y="3385"/>
              <a:chExt cx="466" cy="115"/>
            </a:xfrm>
          </p:grpSpPr>
          <p:sp>
            <p:nvSpPr>
              <p:cNvPr id="9259" name="Rectangle 52"/>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0" name="Rectangle 53"/>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1" name="Rectangle 54"/>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2" name="Rectangle 55"/>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4" name="Group 56"/>
            <p:cNvGrpSpPr>
              <a:grpSpLocks/>
            </p:cNvGrpSpPr>
            <p:nvPr userDrawn="1"/>
          </p:nvGrpSpPr>
          <p:grpSpPr bwMode="auto">
            <a:xfrm>
              <a:off x="5893" y="3521"/>
              <a:ext cx="466" cy="115"/>
              <a:chOff x="5893" y="3521"/>
              <a:chExt cx="466" cy="115"/>
            </a:xfrm>
          </p:grpSpPr>
          <p:sp>
            <p:nvSpPr>
              <p:cNvPr id="9255" name="Rectangle 57"/>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6" name="Rectangle 58"/>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 name="Rectangle 59"/>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8" name="Rectangle 60"/>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5" name="Group 61"/>
            <p:cNvGrpSpPr>
              <a:grpSpLocks/>
            </p:cNvGrpSpPr>
            <p:nvPr userDrawn="1"/>
          </p:nvGrpSpPr>
          <p:grpSpPr bwMode="auto">
            <a:xfrm>
              <a:off x="5893" y="3657"/>
              <a:ext cx="466" cy="115"/>
              <a:chOff x="5893" y="3657"/>
              <a:chExt cx="466" cy="115"/>
            </a:xfrm>
          </p:grpSpPr>
          <p:sp>
            <p:nvSpPr>
              <p:cNvPr id="9251" name="Rectangle 62"/>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2" name="Rectangle 63"/>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3" name="Rectangle 64"/>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4" name="Rectangle 65"/>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6" name="Group 66"/>
            <p:cNvGrpSpPr>
              <a:grpSpLocks/>
            </p:cNvGrpSpPr>
            <p:nvPr userDrawn="1"/>
          </p:nvGrpSpPr>
          <p:grpSpPr bwMode="auto">
            <a:xfrm>
              <a:off x="5893" y="3884"/>
              <a:ext cx="466" cy="115"/>
              <a:chOff x="5893" y="3884"/>
              <a:chExt cx="466" cy="115"/>
            </a:xfrm>
          </p:grpSpPr>
          <p:sp>
            <p:nvSpPr>
              <p:cNvPr id="9247" name="Rectangle 67"/>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8" name="Rectangle 68"/>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9" name="Rectangle 69"/>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Rectangle 70"/>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7" name="Group 71"/>
            <p:cNvGrpSpPr>
              <a:grpSpLocks/>
            </p:cNvGrpSpPr>
            <p:nvPr userDrawn="1"/>
          </p:nvGrpSpPr>
          <p:grpSpPr bwMode="auto">
            <a:xfrm>
              <a:off x="5893" y="4026"/>
              <a:ext cx="466" cy="115"/>
              <a:chOff x="5893" y="4026"/>
              <a:chExt cx="466" cy="115"/>
            </a:xfrm>
          </p:grpSpPr>
          <p:sp>
            <p:nvSpPr>
              <p:cNvPr id="9243" name="Rectangle 72"/>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4" name="Rectangle 73"/>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5" name="Rectangle 74"/>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6" name="Rectangle 75"/>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8" name="Group 76"/>
            <p:cNvGrpSpPr>
              <a:grpSpLocks/>
            </p:cNvGrpSpPr>
            <p:nvPr userDrawn="1"/>
          </p:nvGrpSpPr>
          <p:grpSpPr bwMode="auto">
            <a:xfrm>
              <a:off x="5893" y="4167"/>
              <a:ext cx="466" cy="115"/>
              <a:chOff x="5893" y="4167"/>
              <a:chExt cx="466" cy="115"/>
            </a:xfrm>
          </p:grpSpPr>
          <p:sp>
            <p:nvSpPr>
              <p:cNvPr id="9239" name="Rectangle 77"/>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0" name="Rectangle 78"/>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1" name="Rectangle 79"/>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2" name="Rectangle 80"/>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9223" name="Rectangle 81"/>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9224" name="Rectangle 82"/>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chemeClr val="bg2"/>
              </a:buClr>
              <a:buSzPct val="60000"/>
              <a:buFont typeface="Wingdings" pitchFamily="2" charset="2"/>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Tree>
  </p:cSld>
  <p:clrMap bg1="lt1" tx1="dk1" bg2="lt2" tx2="dk2" accent1="accent1" accent2="accent2" accent3="accent3" accent4="accent4" accent5="accent5" accent6="accent6" hlink="hlink" folHlink="folHlink"/>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808080"/>
        </a:buClr>
        <a:buSzPct val="60000"/>
        <a:buFont typeface="Wingdings" pitchFamily="2" charset="2"/>
        <a:buChar char="l"/>
        <a:defRPr sz="2000">
          <a:solidFill>
            <a:schemeClr val="tx1"/>
          </a:solidFill>
          <a:latin typeface="+mn-lt"/>
          <a:ea typeface="黑体" pitchFamily="49" charset="-122"/>
          <a:cs typeface="Arial" pitchFamily="34" charset="0"/>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0" y="6224589"/>
            <a:ext cx="12200467"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534" y="6451600"/>
            <a:ext cx="2532337"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smtClean="0">
                <a:latin typeface="FrutigerNext LT Bold" pitchFamily="34" charset="0"/>
                <a:ea typeface="MS PGothic" pitchFamily="34" charset="-128"/>
              </a:rPr>
              <a:t>HUAWEI TECHNOLOGIES CO., LTD.</a:t>
            </a:r>
          </a:p>
        </p:txBody>
      </p:sp>
      <p:pic>
        <p:nvPicPr>
          <p:cNvPr id="10244" name="Picture 9" descr="8"/>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11834" y="6386514"/>
            <a:ext cx="1748367"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534" y="325439"/>
            <a:ext cx="10176933"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smtClean="0"/>
              <a:t>单击此处编辑母版标题样式</a:t>
            </a:r>
          </a:p>
        </p:txBody>
      </p:sp>
      <p:sp>
        <p:nvSpPr>
          <p:cNvPr id="10248" name="Rectangle 68"/>
          <p:cNvSpPr>
            <a:spLocks noGrp="1" noChangeArrowheads="1"/>
          </p:cNvSpPr>
          <p:nvPr>
            <p:ph type="body" idx="1"/>
          </p:nvPr>
        </p:nvSpPr>
        <p:spPr bwMode="auto">
          <a:xfrm>
            <a:off x="1007534" y="1628776"/>
            <a:ext cx="10176933"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10249" name="Rectangle 15"/>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r>
              <a:rPr lang="zh-CN" altLang="en-US" sz="1100" b="1">
                <a:solidFill>
                  <a:srgbClr val="FFFFFF"/>
                </a:solidFill>
                <a:latin typeface="Arial" pitchFamily="34" charset="0"/>
                <a:ea typeface="华文细黑" pitchFamily="2" charset="-122"/>
              </a:rPr>
              <a:t> </a:t>
            </a:r>
          </a:p>
        </p:txBody>
      </p:sp>
      <p:grpSp>
        <p:nvGrpSpPr>
          <p:cNvPr id="10250" name="Group 16"/>
          <p:cNvGrpSpPr>
            <a:grpSpLocks/>
          </p:cNvGrpSpPr>
          <p:nvPr/>
        </p:nvGrpSpPr>
        <p:grpSpPr bwMode="auto">
          <a:xfrm>
            <a:off x="12433301" y="3511550"/>
            <a:ext cx="1225551" cy="3224212"/>
            <a:chOff x="5839" y="2251"/>
            <a:chExt cx="579" cy="2031"/>
          </a:xfrm>
        </p:grpSpPr>
        <p:sp>
          <p:nvSpPr>
            <p:cNvPr id="10253" name="Rectangle 17"/>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0254"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5"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6"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7"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8"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9"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0"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1"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2"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3"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4"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5"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6"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251" name="Rectangle 83"/>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10252" name="Rectangle 84"/>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rgbClr val="777777"/>
              </a:buClr>
              <a:buSzPct val="60000"/>
              <a:buFont typeface="Wingdings" pitchFamily="2" charset="2"/>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
        <p:nvSpPr>
          <p:cNvPr id="79" name="Rectangle 21"/>
          <p:cNvSpPr>
            <a:spLocks noChangeArrowheads="1"/>
          </p:cNvSpPr>
          <p:nvPr userDrawn="1"/>
        </p:nvSpPr>
        <p:spPr bwMode="auto">
          <a:xfrm>
            <a:off x="5047622" y="6465937"/>
            <a:ext cx="1623667" cy="184666"/>
          </a:xfrm>
          <a:prstGeom prst="rect">
            <a:avLst/>
          </a:prstGeom>
          <a:noFill/>
          <a:ln w="9525" algn="ctr">
            <a:noFill/>
            <a:miter lim="800000"/>
            <a:headEnd/>
            <a:tailEnd/>
          </a:ln>
          <a:effectLst/>
        </p:spPr>
        <p:txBody>
          <a:bodyPr wrap="none" lIns="80082" tIns="0" rIns="80082" bIns="0">
            <a:spAutoFit/>
          </a:bodyPr>
          <a:lstStyle/>
          <a:p>
            <a:pPr defTabSz="801688" eaLnBrk="0" hangingPunct="0">
              <a:defRPr/>
            </a:pPr>
            <a:r>
              <a:rPr lang="en-US" altLang="zh-CN" sz="1200" baseline="0" dirty="0" smtClean="0">
                <a:solidFill>
                  <a:srgbClr val="000000"/>
                </a:solidFill>
                <a:latin typeface="+mn-lt"/>
                <a:ea typeface="+mn-ea"/>
              </a:rPr>
              <a:t>Huawei Confidential</a:t>
            </a:r>
            <a:endParaRPr lang="en-US" altLang="zh-CN" sz="1200" dirty="0">
              <a:latin typeface="+mn-lt"/>
              <a:ea typeface="+mn-ea"/>
            </a:endParaRPr>
          </a:p>
        </p:txBody>
      </p:sp>
      <p:sp>
        <p:nvSpPr>
          <p:cNvPr id="81" name="Rectangle 5"/>
          <p:cNvSpPr>
            <a:spLocks noChangeArrowheads="1"/>
          </p:cNvSpPr>
          <p:nvPr userDrawn="1"/>
        </p:nvSpPr>
        <p:spPr bwMode="auto">
          <a:xfrm>
            <a:off x="8461165" y="6489701"/>
            <a:ext cx="240453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00" dirty="0" smtClean="0">
                <a:solidFill>
                  <a:srgbClr val="000000"/>
                </a:solidFill>
                <a:latin typeface="FrutigerNext LT Bold" pitchFamily="34" charset="0"/>
                <a:ea typeface="MS PGothic" pitchFamily="34" charset="-128"/>
              </a:rPr>
              <a:t> </a:t>
            </a:r>
            <a:fld id="{A4C34F22-587E-473D-9099-376F4F013A30}" type="slidenum">
              <a:rPr lang="de-DE" altLang="zh-CN" sz="1200">
                <a:solidFill>
                  <a:srgbClr val="000000"/>
                </a:solidFill>
                <a:latin typeface="FrutigerNext LT Bold" pitchFamily="34" charset="0"/>
                <a:ea typeface="MS PGothic" pitchFamily="34" charset="-128"/>
              </a:rPr>
              <a:pPr eaLnBrk="0" hangingPunct="0">
                <a:lnSpc>
                  <a:spcPct val="85000"/>
                </a:lnSpc>
              </a:pPr>
              <a:t>‹#›</a:t>
            </a:fld>
            <a:endParaRPr lang="en-GB" altLang="zh-CN" sz="1200" dirty="0">
              <a:solidFill>
                <a:srgbClr val="000000"/>
              </a:solidFill>
              <a:latin typeface="FrutigerNext LT Bold" pitchFamily="34" charset="0"/>
              <a:ea typeface="MS PGothic" pitchFamily="34" charset="-128"/>
            </a:endParaRPr>
          </a:p>
        </p:txBody>
      </p:sp>
    </p:spTree>
  </p:cSld>
  <p:clrMap bg1="lt1" tx1="dk1" bg2="lt2" tx2="dk2" accent1="accent1" accent2="accent2" accent3="accent3" accent4="accent4" accent5="accent5" accent6="accent6" hlink="hlink" folHlink="folHlink"/>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lt"/>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266" name="Picture 6" descr="5"/>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5897564"/>
            <a:ext cx="12192000" cy="96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10"/>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pPr>
            <a:r>
              <a:rPr lang="en-US" altLang="zh-CN" sz="1100">
                <a:solidFill>
                  <a:srgbClr val="FFFFFF"/>
                </a:solidFill>
              </a:rPr>
              <a:t>FrutigerNext LT Medium</a:t>
            </a:r>
          </a:p>
          <a:p>
            <a:pPr marL="342900" indent="-342900" algn="r" eaLnBrk="0" hangingPunct="0">
              <a:lnSpc>
                <a:spcPct val="125000"/>
              </a:lnSpc>
              <a:spcBef>
                <a:spcPct val="20000"/>
              </a:spcBef>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pPr>
            <a:endParaRPr lang="en-US" altLang="zh-CN" sz="1100">
              <a:solidFill>
                <a:srgbClr val="FFFFFF"/>
              </a:solidFill>
            </a:endParaRPr>
          </a:p>
          <a:p>
            <a:pPr marL="342900" indent="-342900" algn="r" eaLnBrk="0" hangingPunct="0">
              <a:lnSpc>
                <a:spcPct val="125000"/>
              </a:lnSpc>
              <a:spcBef>
                <a:spcPct val="20000"/>
              </a:spcBef>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pPr>
            <a:endParaRPr lang="zh-CN" altLang="en-US" sz="1100">
              <a:solidFill>
                <a:srgbClr val="FFFFFF"/>
              </a:solidFill>
            </a:endParaRPr>
          </a:p>
          <a:p>
            <a:pPr marL="342900" indent="-342900" algn="r" eaLnBrk="0" hangingPunct="0">
              <a:lnSpc>
                <a:spcPct val="125000"/>
              </a:lnSpc>
              <a:spcBef>
                <a:spcPct val="20000"/>
              </a:spcBef>
            </a:pPr>
            <a:endParaRPr lang="zh-CN" altLang="en-US" sz="1100">
              <a:solidFill>
                <a:srgbClr val="FFFFFF"/>
              </a:solidFill>
            </a:endParaRPr>
          </a:p>
          <a:p>
            <a:pPr marL="342900" indent="-342900" algn="r" eaLnBrk="0" hangingPunct="0">
              <a:lnSpc>
                <a:spcPct val="125000"/>
              </a:lnSpc>
              <a:spcBef>
                <a:spcPct val="20000"/>
              </a:spcBef>
            </a:pP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pPr>
            <a:r>
              <a:rPr lang="en-US" altLang="zh-CN" sz="1100">
                <a:solidFill>
                  <a:srgbClr val="FFFFFF"/>
                </a:solidFill>
              </a:rPr>
              <a:t>FrutigerNext LT Regular</a:t>
            </a:r>
          </a:p>
          <a:p>
            <a:pPr marL="342900" indent="-342900" algn="r" eaLnBrk="0" hangingPunct="0">
              <a:lnSpc>
                <a:spcPct val="125000"/>
              </a:lnSpc>
              <a:spcBef>
                <a:spcPct val="20000"/>
              </a:spcBef>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pPr>
            <a:endParaRPr lang="en-US" altLang="zh-CN" sz="1100">
              <a:solidFill>
                <a:srgbClr val="FFFFFF"/>
              </a:solidFill>
            </a:endParaRPr>
          </a:p>
          <a:p>
            <a:pPr marL="342900" indent="-342900" algn="r" eaLnBrk="0" hangingPunct="0">
              <a:lnSpc>
                <a:spcPct val="125000"/>
              </a:lnSpc>
              <a:spcBef>
                <a:spcPct val="20000"/>
              </a:spcBef>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r>
              <a:rPr lang="zh-CN" altLang="en-US" sz="1100">
                <a:solidFill>
                  <a:srgbClr val="FFFFFF"/>
                </a:solidFill>
                <a:latin typeface="Arial" pitchFamily="34" charset="0"/>
              </a:rPr>
              <a:t> </a:t>
            </a:r>
          </a:p>
        </p:txBody>
      </p:sp>
      <p:grpSp>
        <p:nvGrpSpPr>
          <p:cNvPr id="11270" name="Group 11"/>
          <p:cNvGrpSpPr>
            <a:grpSpLocks/>
          </p:cNvGrpSpPr>
          <p:nvPr/>
        </p:nvGrpSpPr>
        <p:grpSpPr bwMode="auto">
          <a:xfrm>
            <a:off x="12433301" y="3511550"/>
            <a:ext cx="1225551" cy="3224212"/>
            <a:chOff x="5839" y="2251"/>
            <a:chExt cx="579" cy="2031"/>
          </a:xfrm>
        </p:grpSpPr>
        <p:sp>
          <p:nvSpPr>
            <p:cNvPr id="11273" name="Rectangle 12"/>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1274" name="Group 13"/>
            <p:cNvGrpSpPr>
              <a:grpSpLocks/>
            </p:cNvGrpSpPr>
            <p:nvPr userDrawn="1"/>
          </p:nvGrpSpPr>
          <p:grpSpPr bwMode="auto">
            <a:xfrm>
              <a:off x="5893" y="2387"/>
              <a:ext cx="466" cy="115"/>
              <a:chOff x="5893" y="2387"/>
              <a:chExt cx="466" cy="115"/>
            </a:xfrm>
          </p:grpSpPr>
          <p:sp>
            <p:nvSpPr>
              <p:cNvPr id="11335" name="Rectangle 14"/>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6" name="Rectangle 15"/>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7" name="Rectangle 16"/>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8" name="Rectangle 17"/>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5" name="Group 18"/>
            <p:cNvGrpSpPr>
              <a:grpSpLocks/>
            </p:cNvGrpSpPr>
            <p:nvPr userDrawn="1"/>
          </p:nvGrpSpPr>
          <p:grpSpPr bwMode="auto">
            <a:xfrm>
              <a:off x="5893" y="2523"/>
              <a:ext cx="466" cy="115"/>
              <a:chOff x="5893" y="2523"/>
              <a:chExt cx="466" cy="115"/>
            </a:xfrm>
          </p:grpSpPr>
          <p:sp>
            <p:nvSpPr>
              <p:cNvPr id="11331" name="Rectangle 19"/>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2" name="Rectangle 20"/>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3" name="Rectangle 21"/>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4" name="Rectangle 22"/>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6" name="Group 23"/>
            <p:cNvGrpSpPr>
              <a:grpSpLocks/>
            </p:cNvGrpSpPr>
            <p:nvPr userDrawn="1"/>
          </p:nvGrpSpPr>
          <p:grpSpPr bwMode="auto">
            <a:xfrm>
              <a:off x="5893" y="2659"/>
              <a:ext cx="466" cy="115"/>
              <a:chOff x="5893" y="2659"/>
              <a:chExt cx="466" cy="115"/>
            </a:xfrm>
          </p:grpSpPr>
          <p:sp>
            <p:nvSpPr>
              <p:cNvPr id="11327" name="Rectangle 24"/>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8" name="Rectangle 25"/>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9" name="Rectangle 26"/>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0" name="Rectangle 27"/>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7" name="Group 28"/>
            <p:cNvGrpSpPr>
              <a:grpSpLocks/>
            </p:cNvGrpSpPr>
            <p:nvPr userDrawn="1"/>
          </p:nvGrpSpPr>
          <p:grpSpPr bwMode="auto">
            <a:xfrm>
              <a:off x="5893" y="2251"/>
              <a:ext cx="466" cy="119"/>
              <a:chOff x="5893" y="2251"/>
              <a:chExt cx="466" cy="119"/>
            </a:xfrm>
          </p:grpSpPr>
          <p:sp>
            <p:nvSpPr>
              <p:cNvPr id="11323" name="Rectangle 29"/>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4" name="Rectangle 30"/>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5" name="Rectangle 31"/>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6" name="Rectangle 32"/>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8" name="Group 33"/>
            <p:cNvGrpSpPr>
              <a:grpSpLocks/>
            </p:cNvGrpSpPr>
            <p:nvPr userDrawn="1"/>
          </p:nvGrpSpPr>
          <p:grpSpPr bwMode="auto">
            <a:xfrm>
              <a:off x="5893" y="2886"/>
              <a:ext cx="466" cy="115"/>
              <a:chOff x="5893" y="2886"/>
              <a:chExt cx="466" cy="115"/>
            </a:xfrm>
          </p:grpSpPr>
          <p:sp>
            <p:nvSpPr>
              <p:cNvPr id="11319" name="Rectangle 34"/>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0" name="Rectangle 35"/>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1" name="Rectangle 36"/>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2" name="Rectangle 37"/>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9" name="Group 38"/>
            <p:cNvGrpSpPr>
              <a:grpSpLocks/>
            </p:cNvGrpSpPr>
            <p:nvPr userDrawn="1"/>
          </p:nvGrpSpPr>
          <p:grpSpPr bwMode="auto">
            <a:xfrm>
              <a:off x="5893" y="3022"/>
              <a:ext cx="466" cy="115"/>
              <a:chOff x="5893" y="3022"/>
              <a:chExt cx="466" cy="115"/>
            </a:xfrm>
          </p:grpSpPr>
          <p:sp>
            <p:nvSpPr>
              <p:cNvPr id="11315" name="Rectangle 39"/>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6" name="Rectangle 40"/>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7" name="Rectangle 41"/>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8" name="Rectangle 42"/>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0" name="Group 43"/>
            <p:cNvGrpSpPr>
              <a:grpSpLocks/>
            </p:cNvGrpSpPr>
            <p:nvPr userDrawn="1"/>
          </p:nvGrpSpPr>
          <p:grpSpPr bwMode="auto">
            <a:xfrm>
              <a:off x="5893" y="3158"/>
              <a:ext cx="466" cy="115"/>
              <a:chOff x="5893" y="3158"/>
              <a:chExt cx="466" cy="115"/>
            </a:xfrm>
          </p:grpSpPr>
          <p:sp>
            <p:nvSpPr>
              <p:cNvPr id="11311" name="Rectangle 44"/>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2" name="Rectangle 45"/>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3" name="Rectangle 46"/>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4" name="Rectangle 47"/>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1" name="Group 48"/>
            <p:cNvGrpSpPr>
              <a:grpSpLocks/>
            </p:cNvGrpSpPr>
            <p:nvPr userDrawn="1"/>
          </p:nvGrpSpPr>
          <p:grpSpPr bwMode="auto">
            <a:xfrm>
              <a:off x="5893" y="3385"/>
              <a:ext cx="466" cy="115"/>
              <a:chOff x="5893" y="3385"/>
              <a:chExt cx="466" cy="115"/>
            </a:xfrm>
          </p:grpSpPr>
          <p:sp>
            <p:nvSpPr>
              <p:cNvPr id="11307" name="Rectangle 49"/>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8" name="Rectangle 50"/>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9" name="Rectangle 51"/>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0" name="Rectangle 52"/>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2" name="Group 53"/>
            <p:cNvGrpSpPr>
              <a:grpSpLocks/>
            </p:cNvGrpSpPr>
            <p:nvPr userDrawn="1"/>
          </p:nvGrpSpPr>
          <p:grpSpPr bwMode="auto">
            <a:xfrm>
              <a:off x="5893" y="3521"/>
              <a:ext cx="466" cy="115"/>
              <a:chOff x="5893" y="3521"/>
              <a:chExt cx="466" cy="115"/>
            </a:xfrm>
          </p:grpSpPr>
          <p:sp>
            <p:nvSpPr>
              <p:cNvPr id="11303" name="Rectangle 54"/>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4" name="Rectangle 55"/>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5" name="Rectangle 56"/>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6" name="Rectangle 57"/>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3" name="Group 58"/>
            <p:cNvGrpSpPr>
              <a:grpSpLocks/>
            </p:cNvGrpSpPr>
            <p:nvPr userDrawn="1"/>
          </p:nvGrpSpPr>
          <p:grpSpPr bwMode="auto">
            <a:xfrm>
              <a:off x="5893" y="3657"/>
              <a:ext cx="466" cy="115"/>
              <a:chOff x="5893" y="3657"/>
              <a:chExt cx="466" cy="115"/>
            </a:xfrm>
          </p:grpSpPr>
          <p:sp>
            <p:nvSpPr>
              <p:cNvPr id="11299" name="Rectangle 59"/>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0" name="Rectangle 60"/>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1" name="Rectangle 61"/>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2" name="Rectangle 62"/>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4" name="Group 63"/>
            <p:cNvGrpSpPr>
              <a:grpSpLocks/>
            </p:cNvGrpSpPr>
            <p:nvPr userDrawn="1"/>
          </p:nvGrpSpPr>
          <p:grpSpPr bwMode="auto">
            <a:xfrm>
              <a:off x="5893" y="3884"/>
              <a:ext cx="466" cy="115"/>
              <a:chOff x="5893" y="3884"/>
              <a:chExt cx="466" cy="115"/>
            </a:xfrm>
          </p:grpSpPr>
          <p:sp>
            <p:nvSpPr>
              <p:cNvPr id="11295" name="Rectangle 64"/>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6" name="Rectangle 65"/>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7" name="Rectangle 66"/>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8" name="Rectangle 67"/>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5" name="Group 68"/>
            <p:cNvGrpSpPr>
              <a:grpSpLocks/>
            </p:cNvGrpSpPr>
            <p:nvPr userDrawn="1"/>
          </p:nvGrpSpPr>
          <p:grpSpPr bwMode="auto">
            <a:xfrm>
              <a:off x="5893" y="4026"/>
              <a:ext cx="466" cy="115"/>
              <a:chOff x="5893" y="4026"/>
              <a:chExt cx="466" cy="115"/>
            </a:xfrm>
          </p:grpSpPr>
          <p:sp>
            <p:nvSpPr>
              <p:cNvPr id="11291" name="Rectangle 69"/>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2" name="Rectangle 70"/>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3" name="Rectangle 71"/>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4" name="Rectangle 72"/>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6" name="Group 73"/>
            <p:cNvGrpSpPr>
              <a:grpSpLocks/>
            </p:cNvGrpSpPr>
            <p:nvPr userDrawn="1"/>
          </p:nvGrpSpPr>
          <p:grpSpPr bwMode="auto">
            <a:xfrm>
              <a:off x="5893" y="4167"/>
              <a:ext cx="466" cy="115"/>
              <a:chOff x="5893" y="4167"/>
              <a:chExt cx="466" cy="115"/>
            </a:xfrm>
          </p:grpSpPr>
          <p:sp>
            <p:nvSpPr>
              <p:cNvPr id="11287" name="Rectangle 74"/>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8" name="Rectangle 75"/>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9" name="Rectangle 76"/>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0" name="Rectangle 77"/>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1271" name="Rectangle 78"/>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pPr>
            <a:r>
              <a:rPr lang="zh-CN" altLang="en-US" sz="1100">
                <a:solidFill>
                  <a:srgbClr val="FFFFFF"/>
                </a:solidFill>
              </a:rPr>
              <a:t>配色参考方案：</a:t>
            </a:r>
          </a:p>
          <a:p>
            <a:pPr eaLnBrk="0" hangingPunct="0">
              <a:lnSpc>
                <a:spcPct val="120000"/>
              </a:lnSpc>
              <a:spcBef>
                <a:spcPct val="20000"/>
              </a:spcBef>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11272" name="Rectangle 79"/>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
        <p:nvSpPr>
          <p:cNvPr id="75" name="TextBox 74"/>
          <p:cNvSpPr txBox="1"/>
          <p:nvPr/>
        </p:nvSpPr>
        <p:spPr>
          <a:xfrm>
            <a:off x="1007534" y="4508501"/>
            <a:ext cx="10176933" cy="1246495"/>
          </a:xfrm>
          <a:prstGeom prst="rect">
            <a:avLst/>
          </a:prstGeom>
          <a:noFill/>
        </p:spPr>
        <p:txBody>
          <a:bodyPr wrap="square" rtlCol="0">
            <a:spAutoFit/>
          </a:bodyPr>
          <a:lstStyle/>
          <a:p>
            <a:pPr algn="just">
              <a:lnSpc>
                <a:spcPct val="100000"/>
              </a:lnSpc>
            </a:pPr>
            <a:r>
              <a:rPr lang="en-US" altLang="zh-CN" sz="1250" b="1" kern="1200" dirty="0" smtClean="0">
                <a:solidFill>
                  <a:schemeClr val="tx1"/>
                </a:solidFill>
                <a:effectLst/>
                <a:latin typeface="FrutigerNext LT Regular" pitchFamily="34" charset="0"/>
                <a:ea typeface="宋体" charset="-122"/>
                <a:cs typeface="+mn-cs"/>
              </a:rPr>
              <a:t>Copyright©2011 Huawei Technologies Co., Ltd. All Rights Reserved.</a:t>
            </a:r>
            <a:endParaRPr lang="zh-CN" altLang="zh-CN" sz="1250" kern="1200" dirty="0" smtClean="0">
              <a:solidFill>
                <a:schemeClr val="tx1"/>
              </a:solidFill>
              <a:effectLst/>
              <a:latin typeface="FrutigerNext LT Regular" pitchFamily="34" charset="0"/>
              <a:ea typeface="宋体" charset="-122"/>
              <a:cs typeface="+mn-cs"/>
            </a:endParaRPr>
          </a:p>
          <a:p>
            <a:pPr algn="just">
              <a:lnSpc>
                <a:spcPct val="100000"/>
              </a:lnSpc>
            </a:pPr>
            <a:r>
              <a:rPr lang="en-US" altLang="zh-CN" sz="1250" kern="1200" dirty="0" smtClean="0">
                <a:solidFill>
                  <a:schemeClr val="tx1"/>
                </a:solidFill>
                <a:effectLst/>
                <a:latin typeface="FrutigerNext LT Regular" pitchFamily="34" charset="0"/>
                <a:ea typeface="宋体" charset="-122"/>
                <a:cs typeface="+mn-cs"/>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1250" kern="1200" dirty="0">
              <a:solidFill>
                <a:schemeClr val="tx1"/>
              </a:solidFill>
              <a:effectLst/>
              <a:latin typeface="FrutigerNext LT Regular" pitchFamily="34" charset="0"/>
              <a:ea typeface="宋体" charset="-122"/>
              <a:cs typeface="+mn-cs"/>
            </a:endParaRPr>
          </a:p>
        </p:txBody>
      </p:sp>
      <p:sp>
        <p:nvSpPr>
          <p:cNvPr id="78" name="Text Box 7"/>
          <p:cNvSpPr txBox="1">
            <a:spLocks noChangeArrowheads="1"/>
          </p:cNvSpPr>
          <p:nvPr/>
        </p:nvSpPr>
        <p:spPr bwMode="auto">
          <a:xfrm>
            <a:off x="4742159" y="2668589"/>
            <a:ext cx="2707682" cy="7613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83448" tIns="41724" rIns="83448" bIns="41724">
            <a:spAutoFit/>
          </a:bodyPr>
          <a:lstStyle>
            <a:lvl1pPr defTabSz="835025" eaLnBrk="0" hangingPunct="0">
              <a:defRPr>
                <a:solidFill>
                  <a:schemeClr val="tx1"/>
                </a:solidFill>
                <a:latin typeface="Calibri" pitchFamily="34" charset="0"/>
                <a:ea typeface="宋体" pitchFamily="2" charset="-122"/>
              </a:defRPr>
            </a:lvl1pPr>
            <a:lvl2pPr marL="742950" indent="-285750" defTabSz="835025" eaLnBrk="0" hangingPunct="0">
              <a:defRPr>
                <a:solidFill>
                  <a:schemeClr val="tx1"/>
                </a:solidFill>
                <a:latin typeface="Calibri" pitchFamily="34" charset="0"/>
                <a:ea typeface="宋体" pitchFamily="2" charset="-122"/>
              </a:defRPr>
            </a:lvl2pPr>
            <a:lvl3pPr marL="1143000" indent="-228600" defTabSz="835025" eaLnBrk="0" hangingPunct="0">
              <a:defRPr>
                <a:solidFill>
                  <a:schemeClr val="tx1"/>
                </a:solidFill>
                <a:latin typeface="Calibri" pitchFamily="34" charset="0"/>
                <a:ea typeface="宋体" pitchFamily="2" charset="-122"/>
              </a:defRPr>
            </a:lvl3pPr>
            <a:lvl4pPr marL="1600200" indent="-228600" defTabSz="835025" eaLnBrk="0" hangingPunct="0">
              <a:defRPr>
                <a:solidFill>
                  <a:schemeClr val="tx1"/>
                </a:solidFill>
                <a:latin typeface="Calibri" pitchFamily="34" charset="0"/>
                <a:ea typeface="宋体" pitchFamily="2" charset="-122"/>
              </a:defRPr>
            </a:lvl4pPr>
            <a:lvl5pPr marL="2057400" indent="-228600" defTabSz="835025" eaLnBrk="0" hangingPunct="0">
              <a:defRPr>
                <a:solidFill>
                  <a:schemeClr val="tx1"/>
                </a:solidFill>
                <a:latin typeface="Calibri" pitchFamily="34" charset="0"/>
                <a:ea typeface="宋体" pitchFamily="2" charset="-122"/>
              </a:defRPr>
            </a:lvl5pPr>
            <a:lvl6pPr marL="2514600" indent="-228600" defTabSz="835025"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35025"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35025"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35025" eaLnBrk="0" fontAlgn="base" hangingPunct="0">
              <a:spcBef>
                <a:spcPct val="0"/>
              </a:spcBef>
              <a:spcAft>
                <a:spcPct val="0"/>
              </a:spcAft>
              <a:defRPr>
                <a:solidFill>
                  <a:schemeClr val="tx1"/>
                </a:solidFill>
                <a:latin typeface="Calibri" pitchFamily="34" charset="0"/>
                <a:ea typeface="宋体" pitchFamily="2" charset="-122"/>
              </a:defRPr>
            </a:lvl9pPr>
          </a:lstStyle>
          <a:p>
            <a:pPr algn="ctr">
              <a:defRPr/>
            </a:pPr>
            <a:r>
              <a:rPr lang="en-US" altLang="zh-CN" sz="4400" dirty="0" smtClean="0">
                <a:solidFill>
                  <a:srgbClr val="990000"/>
                </a:solidFill>
                <a:latin typeface="+mn-lt"/>
                <a:ea typeface="MS PGothic" pitchFamily="34" charset="-128"/>
              </a:rPr>
              <a:t>Thank you</a:t>
            </a:r>
          </a:p>
        </p:txBody>
      </p:sp>
      <p:sp>
        <p:nvSpPr>
          <p:cNvPr id="79" name="Text Box 8"/>
          <p:cNvSpPr txBox="1">
            <a:spLocks noChangeArrowheads="1"/>
          </p:cNvSpPr>
          <p:nvPr/>
        </p:nvSpPr>
        <p:spPr bwMode="auto">
          <a:xfrm>
            <a:off x="4844750" y="3429000"/>
            <a:ext cx="2502498" cy="484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83448" tIns="41724" rIns="83448" bIns="41724">
            <a:spAutoFit/>
          </a:bodyPr>
          <a:lstStyle>
            <a:lvl1pPr defTabSz="835025" eaLnBrk="0" hangingPunct="0">
              <a:defRPr>
                <a:solidFill>
                  <a:schemeClr val="tx1"/>
                </a:solidFill>
                <a:latin typeface="Calibri" pitchFamily="34" charset="0"/>
                <a:ea typeface="宋体" charset="-122"/>
              </a:defRPr>
            </a:lvl1pPr>
            <a:lvl2pPr marL="742950" indent="-285750" defTabSz="835025" eaLnBrk="0" hangingPunct="0">
              <a:defRPr>
                <a:solidFill>
                  <a:schemeClr val="tx1"/>
                </a:solidFill>
                <a:latin typeface="Calibri" pitchFamily="34" charset="0"/>
                <a:ea typeface="宋体" charset="-122"/>
              </a:defRPr>
            </a:lvl2pPr>
            <a:lvl3pPr marL="1143000" indent="-228600" defTabSz="835025" eaLnBrk="0" hangingPunct="0">
              <a:defRPr>
                <a:solidFill>
                  <a:schemeClr val="tx1"/>
                </a:solidFill>
                <a:latin typeface="Calibri" pitchFamily="34" charset="0"/>
                <a:ea typeface="宋体" charset="-122"/>
              </a:defRPr>
            </a:lvl3pPr>
            <a:lvl4pPr marL="1600200" indent="-228600" defTabSz="835025" eaLnBrk="0" hangingPunct="0">
              <a:defRPr>
                <a:solidFill>
                  <a:schemeClr val="tx1"/>
                </a:solidFill>
                <a:latin typeface="Calibri" pitchFamily="34" charset="0"/>
                <a:ea typeface="宋体" charset="-122"/>
              </a:defRPr>
            </a:lvl4pPr>
            <a:lvl5pPr marL="2057400" indent="-228600" defTabSz="835025" eaLnBrk="0" hangingPunct="0">
              <a:defRPr>
                <a:solidFill>
                  <a:schemeClr val="tx1"/>
                </a:solidFill>
                <a:latin typeface="Calibri" pitchFamily="34" charset="0"/>
                <a:ea typeface="宋体" charset="-122"/>
              </a:defRPr>
            </a:lvl5pPr>
            <a:lvl6pPr marL="2514600" indent="-228600" defTabSz="835025" eaLnBrk="0" fontAlgn="base" hangingPunct="0">
              <a:spcBef>
                <a:spcPct val="0"/>
              </a:spcBef>
              <a:spcAft>
                <a:spcPct val="0"/>
              </a:spcAft>
              <a:defRPr>
                <a:solidFill>
                  <a:schemeClr val="tx1"/>
                </a:solidFill>
                <a:latin typeface="Calibri" pitchFamily="34" charset="0"/>
                <a:ea typeface="宋体" charset="-122"/>
              </a:defRPr>
            </a:lvl6pPr>
            <a:lvl7pPr marL="2971800" indent="-228600" defTabSz="835025" eaLnBrk="0" fontAlgn="base" hangingPunct="0">
              <a:spcBef>
                <a:spcPct val="0"/>
              </a:spcBef>
              <a:spcAft>
                <a:spcPct val="0"/>
              </a:spcAft>
              <a:defRPr>
                <a:solidFill>
                  <a:schemeClr val="tx1"/>
                </a:solidFill>
                <a:latin typeface="Calibri" pitchFamily="34" charset="0"/>
                <a:ea typeface="宋体" charset="-122"/>
              </a:defRPr>
            </a:lvl7pPr>
            <a:lvl8pPr marL="3429000" indent="-228600" defTabSz="835025" eaLnBrk="0" fontAlgn="base" hangingPunct="0">
              <a:spcBef>
                <a:spcPct val="0"/>
              </a:spcBef>
              <a:spcAft>
                <a:spcPct val="0"/>
              </a:spcAft>
              <a:defRPr>
                <a:solidFill>
                  <a:schemeClr val="tx1"/>
                </a:solidFill>
                <a:latin typeface="Calibri" pitchFamily="34" charset="0"/>
                <a:ea typeface="宋体" charset="-122"/>
              </a:defRPr>
            </a:lvl8pPr>
            <a:lvl9pPr marL="3886200" indent="-228600" defTabSz="835025" eaLnBrk="0" fontAlgn="base" hangingPunct="0">
              <a:spcBef>
                <a:spcPct val="0"/>
              </a:spcBef>
              <a:spcAft>
                <a:spcPct val="0"/>
              </a:spcAft>
              <a:defRPr>
                <a:solidFill>
                  <a:schemeClr val="tx1"/>
                </a:solidFill>
                <a:latin typeface="Calibri" pitchFamily="34" charset="0"/>
                <a:ea typeface="宋体" charset="-122"/>
              </a:defRPr>
            </a:lvl9pPr>
          </a:lstStyle>
          <a:p>
            <a:pPr algn="ctr"/>
            <a:r>
              <a:rPr lang="en-US" altLang="zh-CN" sz="2600" dirty="0">
                <a:solidFill>
                  <a:srgbClr val="666666"/>
                </a:solidFill>
                <a:latin typeface="+mn-lt"/>
                <a:ea typeface="ＭＳ Ｐゴシック" pitchFamily="34" charset="-128"/>
              </a:rPr>
              <a:t>www.huawei.com</a:t>
            </a:r>
            <a:endParaRPr lang="en-US" altLang="zh-CN" sz="2600" dirty="0">
              <a:solidFill>
                <a:srgbClr val="990000"/>
              </a:solidFill>
              <a:latin typeface="+mn-lt"/>
              <a:ea typeface="ＭＳ Ｐゴシック" pitchFamily="34" charset="-128"/>
            </a:endParaRPr>
          </a:p>
        </p:txBody>
      </p:sp>
    </p:spTree>
  </p:cSld>
  <p:clrMap bg1="lt1" tx1="dk1" bg2="lt2" tx2="dk2" accent1="accent1" accent2="accent2" accent3="accent3" accent4="accent4" accent5="accent5" accent6="accent6" hlink="hlink" folHlink="folHlink"/>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mj-lt"/>
          <a:ea typeface="+mj-ea"/>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zh-C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516002001"/>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 id="2147483852" r:id="rId12"/>
  </p:sldLayoutIdLst>
  <p:transition>
    <p:fade thruBlk="1"/>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39.emf"/><Relationship Id="rId21" Type="http://schemas.openxmlformats.org/officeDocument/2006/relationships/image" Target="../media/image34.emf"/><Relationship Id="rId42" Type="http://schemas.openxmlformats.org/officeDocument/2006/relationships/image" Target="../media/image55.emf"/><Relationship Id="rId47" Type="http://schemas.openxmlformats.org/officeDocument/2006/relationships/image" Target="../media/image60.emf"/><Relationship Id="rId63" Type="http://schemas.openxmlformats.org/officeDocument/2006/relationships/image" Target="../media/image76.emf"/><Relationship Id="rId68" Type="http://schemas.openxmlformats.org/officeDocument/2006/relationships/image" Target="../media/image81.emf"/><Relationship Id="rId84" Type="http://schemas.openxmlformats.org/officeDocument/2006/relationships/image" Target="../media/image97.emf"/><Relationship Id="rId16" Type="http://schemas.openxmlformats.org/officeDocument/2006/relationships/image" Target="../media/image29.emf"/><Relationship Id="rId11" Type="http://schemas.openxmlformats.org/officeDocument/2006/relationships/image" Target="../media/image24.emf"/><Relationship Id="rId32" Type="http://schemas.openxmlformats.org/officeDocument/2006/relationships/image" Target="../media/image45.emf"/><Relationship Id="rId37" Type="http://schemas.openxmlformats.org/officeDocument/2006/relationships/image" Target="../media/image50.emf"/><Relationship Id="rId53" Type="http://schemas.openxmlformats.org/officeDocument/2006/relationships/image" Target="../media/image66.emf"/><Relationship Id="rId58" Type="http://schemas.openxmlformats.org/officeDocument/2006/relationships/image" Target="../media/image71.emf"/><Relationship Id="rId74" Type="http://schemas.openxmlformats.org/officeDocument/2006/relationships/image" Target="../media/image87.emf"/><Relationship Id="rId79" Type="http://schemas.openxmlformats.org/officeDocument/2006/relationships/image" Target="../media/image92.emf"/><Relationship Id="rId5" Type="http://schemas.openxmlformats.org/officeDocument/2006/relationships/image" Target="../media/image18.emf"/><Relationship Id="rId19" Type="http://schemas.openxmlformats.org/officeDocument/2006/relationships/image" Target="../media/image32.emf"/><Relationship Id="rId14" Type="http://schemas.openxmlformats.org/officeDocument/2006/relationships/image" Target="../media/image27.emf"/><Relationship Id="rId22" Type="http://schemas.openxmlformats.org/officeDocument/2006/relationships/image" Target="../media/image35.emf"/><Relationship Id="rId27" Type="http://schemas.openxmlformats.org/officeDocument/2006/relationships/image" Target="../media/image40.emf"/><Relationship Id="rId30" Type="http://schemas.openxmlformats.org/officeDocument/2006/relationships/image" Target="../media/image43.emf"/><Relationship Id="rId35" Type="http://schemas.openxmlformats.org/officeDocument/2006/relationships/image" Target="../media/image48.emf"/><Relationship Id="rId43" Type="http://schemas.openxmlformats.org/officeDocument/2006/relationships/image" Target="../media/image56.emf"/><Relationship Id="rId48" Type="http://schemas.openxmlformats.org/officeDocument/2006/relationships/image" Target="../media/image61.emf"/><Relationship Id="rId56" Type="http://schemas.openxmlformats.org/officeDocument/2006/relationships/image" Target="../media/image69.emf"/><Relationship Id="rId64" Type="http://schemas.openxmlformats.org/officeDocument/2006/relationships/image" Target="../media/image77.emf"/><Relationship Id="rId69" Type="http://schemas.openxmlformats.org/officeDocument/2006/relationships/image" Target="../media/image82.emf"/><Relationship Id="rId77" Type="http://schemas.openxmlformats.org/officeDocument/2006/relationships/image" Target="../media/image90.emf"/><Relationship Id="rId8" Type="http://schemas.openxmlformats.org/officeDocument/2006/relationships/image" Target="../media/image21.emf"/><Relationship Id="rId51" Type="http://schemas.openxmlformats.org/officeDocument/2006/relationships/image" Target="../media/image64.emf"/><Relationship Id="rId72" Type="http://schemas.openxmlformats.org/officeDocument/2006/relationships/image" Target="../media/image85.emf"/><Relationship Id="rId80" Type="http://schemas.openxmlformats.org/officeDocument/2006/relationships/image" Target="../media/image93.emf"/><Relationship Id="rId85" Type="http://schemas.openxmlformats.org/officeDocument/2006/relationships/image" Target="../media/image98.emf"/><Relationship Id="rId3" Type="http://schemas.openxmlformats.org/officeDocument/2006/relationships/image" Target="../media/image16.emf"/><Relationship Id="rId12" Type="http://schemas.openxmlformats.org/officeDocument/2006/relationships/image" Target="../media/image25.emf"/><Relationship Id="rId17" Type="http://schemas.openxmlformats.org/officeDocument/2006/relationships/image" Target="../media/image30.emf"/><Relationship Id="rId25" Type="http://schemas.openxmlformats.org/officeDocument/2006/relationships/image" Target="../media/image38.emf"/><Relationship Id="rId33" Type="http://schemas.openxmlformats.org/officeDocument/2006/relationships/image" Target="../media/image46.emf"/><Relationship Id="rId38" Type="http://schemas.openxmlformats.org/officeDocument/2006/relationships/image" Target="../media/image51.emf"/><Relationship Id="rId46" Type="http://schemas.openxmlformats.org/officeDocument/2006/relationships/image" Target="../media/image59.emf"/><Relationship Id="rId59" Type="http://schemas.openxmlformats.org/officeDocument/2006/relationships/image" Target="../media/image72.emf"/><Relationship Id="rId67" Type="http://schemas.openxmlformats.org/officeDocument/2006/relationships/image" Target="../media/image80.emf"/><Relationship Id="rId20" Type="http://schemas.openxmlformats.org/officeDocument/2006/relationships/image" Target="../media/image33.emf"/><Relationship Id="rId41" Type="http://schemas.openxmlformats.org/officeDocument/2006/relationships/image" Target="../media/image54.emf"/><Relationship Id="rId54" Type="http://schemas.openxmlformats.org/officeDocument/2006/relationships/image" Target="../media/image67.emf"/><Relationship Id="rId62" Type="http://schemas.openxmlformats.org/officeDocument/2006/relationships/image" Target="../media/image75.emf"/><Relationship Id="rId70" Type="http://schemas.openxmlformats.org/officeDocument/2006/relationships/image" Target="../media/image83.emf"/><Relationship Id="rId75" Type="http://schemas.openxmlformats.org/officeDocument/2006/relationships/image" Target="../media/image88.emf"/><Relationship Id="rId83" Type="http://schemas.openxmlformats.org/officeDocument/2006/relationships/image" Target="../media/image96.emf"/><Relationship Id="rId88" Type="http://schemas.openxmlformats.org/officeDocument/2006/relationships/image" Target="../media/image101.emf"/><Relationship Id="rId1" Type="http://schemas.openxmlformats.org/officeDocument/2006/relationships/slideLayout" Target="../slideLayouts/slideLayout16.xml"/><Relationship Id="rId6" Type="http://schemas.openxmlformats.org/officeDocument/2006/relationships/image" Target="../media/image19.emf"/><Relationship Id="rId15" Type="http://schemas.openxmlformats.org/officeDocument/2006/relationships/image" Target="../media/image28.emf"/><Relationship Id="rId23" Type="http://schemas.openxmlformats.org/officeDocument/2006/relationships/image" Target="../media/image36.emf"/><Relationship Id="rId28" Type="http://schemas.openxmlformats.org/officeDocument/2006/relationships/image" Target="../media/image41.emf"/><Relationship Id="rId36" Type="http://schemas.openxmlformats.org/officeDocument/2006/relationships/image" Target="../media/image49.emf"/><Relationship Id="rId49" Type="http://schemas.openxmlformats.org/officeDocument/2006/relationships/image" Target="../media/image62.emf"/><Relationship Id="rId57" Type="http://schemas.openxmlformats.org/officeDocument/2006/relationships/image" Target="../media/image70.emf"/><Relationship Id="rId10" Type="http://schemas.openxmlformats.org/officeDocument/2006/relationships/image" Target="../media/image23.emf"/><Relationship Id="rId31" Type="http://schemas.openxmlformats.org/officeDocument/2006/relationships/image" Target="../media/image44.emf"/><Relationship Id="rId44" Type="http://schemas.openxmlformats.org/officeDocument/2006/relationships/image" Target="../media/image57.emf"/><Relationship Id="rId52" Type="http://schemas.openxmlformats.org/officeDocument/2006/relationships/image" Target="../media/image65.emf"/><Relationship Id="rId60" Type="http://schemas.openxmlformats.org/officeDocument/2006/relationships/image" Target="../media/image73.emf"/><Relationship Id="rId65" Type="http://schemas.openxmlformats.org/officeDocument/2006/relationships/image" Target="../media/image78.emf"/><Relationship Id="rId73" Type="http://schemas.openxmlformats.org/officeDocument/2006/relationships/image" Target="../media/image86.emf"/><Relationship Id="rId78" Type="http://schemas.openxmlformats.org/officeDocument/2006/relationships/image" Target="../media/image91.emf"/><Relationship Id="rId81" Type="http://schemas.openxmlformats.org/officeDocument/2006/relationships/image" Target="../media/image94.emf"/><Relationship Id="rId86" Type="http://schemas.openxmlformats.org/officeDocument/2006/relationships/image" Target="../media/image99.emf"/><Relationship Id="rId4" Type="http://schemas.openxmlformats.org/officeDocument/2006/relationships/image" Target="../media/image17.emf"/><Relationship Id="rId9" Type="http://schemas.openxmlformats.org/officeDocument/2006/relationships/image" Target="../media/image22.emf"/><Relationship Id="rId13" Type="http://schemas.openxmlformats.org/officeDocument/2006/relationships/image" Target="../media/image26.emf"/><Relationship Id="rId18" Type="http://schemas.openxmlformats.org/officeDocument/2006/relationships/image" Target="../media/image31.emf"/><Relationship Id="rId39" Type="http://schemas.openxmlformats.org/officeDocument/2006/relationships/image" Target="../media/image52.emf"/><Relationship Id="rId34" Type="http://schemas.openxmlformats.org/officeDocument/2006/relationships/image" Target="../media/image47.emf"/><Relationship Id="rId50" Type="http://schemas.openxmlformats.org/officeDocument/2006/relationships/image" Target="../media/image63.emf"/><Relationship Id="rId55" Type="http://schemas.openxmlformats.org/officeDocument/2006/relationships/image" Target="../media/image68.emf"/><Relationship Id="rId76" Type="http://schemas.openxmlformats.org/officeDocument/2006/relationships/image" Target="../media/image89.emf"/><Relationship Id="rId7" Type="http://schemas.openxmlformats.org/officeDocument/2006/relationships/image" Target="../media/image20.emf"/><Relationship Id="rId71" Type="http://schemas.openxmlformats.org/officeDocument/2006/relationships/image" Target="../media/image84.emf"/><Relationship Id="rId2" Type="http://schemas.openxmlformats.org/officeDocument/2006/relationships/image" Target="../media/image15.jpg"/><Relationship Id="rId29" Type="http://schemas.openxmlformats.org/officeDocument/2006/relationships/image" Target="../media/image42.emf"/><Relationship Id="rId24" Type="http://schemas.openxmlformats.org/officeDocument/2006/relationships/image" Target="../media/image37.emf"/><Relationship Id="rId40" Type="http://schemas.openxmlformats.org/officeDocument/2006/relationships/image" Target="../media/image53.emf"/><Relationship Id="rId45" Type="http://schemas.openxmlformats.org/officeDocument/2006/relationships/image" Target="../media/image58.emf"/><Relationship Id="rId66" Type="http://schemas.openxmlformats.org/officeDocument/2006/relationships/image" Target="../media/image79.emf"/><Relationship Id="rId87" Type="http://schemas.openxmlformats.org/officeDocument/2006/relationships/image" Target="../media/image100.emf"/><Relationship Id="rId61" Type="http://schemas.openxmlformats.org/officeDocument/2006/relationships/image" Target="../media/image74.emf"/><Relationship Id="rId82" Type="http://schemas.openxmlformats.org/officeDocument/2006/relationships/image" Target="../media/image95.emf"/></Relationships>
</file>

<file path=ppt/slides/_rels/slide2.xml.rels><?xml version="1.0" encoding="UTF-8" standalone="yes"?>
<Relationships xmlns="http://schemas.openxmlformats.org/package/2006/relationships"><Relationship Id="rId8" Type="http://schemas.openxmlformats.org/officeDocument/2006/relationships/image" Target="../media/image107.emf"/><Relationship Id="rId13" Type="http://schemas.openxmlformats.org/officeDocument/2006/relationships/image" Target="../media/image112.emf"/><Relationship Id="rId3" Type="http://schemas.openxmlformats.org/officeDocument/2006/relationships/image" Target="../media/image102.emf"/><Relationship Id="rId7" Type="http://schemas.openxmlformats.org/officeDocument/2006/relationships/image" Target="../media/image106.emf"/><Relationship Id="rId12" Type="http://schemas.openxmlformats.org/officeDocument/2006/relationships/image" Target="../media/image111.emf"/><Relationship Id="rId2" Type="http://schemas.openxmlformats.org/officeDocument/2006/relationships/image" Target="../media/image15.jpg"/><Relationship Id="rId1" Type="http://schemas.openxmlformats.org/officeDocument/2006/relationships/slideLayout" Target="../slideLayouts/slideLayout16.xml"/><Relationship Id="rId6" Type="http://schemas.openxmlformats.org/officeDocument/2006/relationships/image" Target="../media/image105.emf"/><Relationship Id="rId11" Type="http://schemas.openxmlformats.org/officeDocument/2006/relationships/image" Target="../media/image110.emf"/><Relationship Id="rId5" Type="http://schemas.openxmlformats.org/officeDocument/2006/relationships/image" Target="../media/image104.emf"/><Relationship Id="rId10" Type="http://schemas.openxmlformats.org/officeDocument/2006/relationships/image" Target="../media/image109.emf"/><Relationship Id="rId4" Type="http://schemas.openxmlformats.org/officeDocument/2006/relationships/image" Target="../media/image103.emf"/><Relationship Id="rId9" Type="http://schemas.openxmlformats.org/officeDocument/2006/relationships/image" Target="../media/image108.emf"/><Relationship Id="rId14" Type="http://schemas.openxmlformats.org/officeDocument/2006/relationships/image" Target="../media/image113.e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29" name="图片 228"/>
          <p:cNvPicPr>
            <a:picLocks noChangeAspect="1"/>
          </p:cNvPicPr>
          <p:nvPr/>
        </p:nvPicPr>
        <p:blipFill>
          <a:blip r:embed="rId3" cstate="print"/>
          <a:stretch>
            <a:fillRect/>
          </a:stretch>
        </p:blipFill>
        <p:spPr>
          <a:xfrm>
            <a:off x="10609664" y="16462"/>
            <a:ext cx="679364" cy="753208"/>
          </a:xfrm>
          <a:prstGeom prst="rect">
            <a:avLst/>
          </a:prstGeom>
        </p:spPr>
      </p:pic>
      <p:pic>
        <p:nvPicPr>
          <p:cNvPr id="230" name="图片 229"/>
          <p:cNvPicPr>
            <a:picLocks noChangeAspect="1"/>
          </p:cNvPicPr>
          <p:nvPr/>
        </p:nvPicPr>
        <p:blipFill>
          <a:blip r:embed="rId4" cstate="print"/>
          <a:stretch>
            <a:fillRect/>
          </a:stretch>
        </p:blipFill>
        <p:spPr>
          <a:xfrm>
            <a:off x="11485072" y="5675"/>
            <a:ext cx="506019" cy="759029"/>
          </a:xfrm>
          <a:prstGeom prst="rect">
            <a:avLst/>
          </a:prstGeom>
        </p:spPr>
      </p:pic>
      <p:pic>
        <p:nvPicPr>
          <p:cNvPr id="231" name="图片 230"/>
          <p:cNvPicPr>
            <a:picLocks noChangeAspect="1"/>
          </p:cNvPicPr>
          <p:nvPr/>
        </p:nvPicPr>
        <p:blipFill>
          <a:blip r:embed="rId5" cstate="print"/>
          <a:stretch>
            <a:fillRect/>
          </a:stretch>
        </p:blipFill>
        <p:spPr>
          <a:xfrm>
            <a:off x="25983" y="1148966"/>
            <a:ext cx="757712" cy="695858"/>
          </a:xfrm>
          <a:prstGeom prst="rect">
            <a:avLst/>
          </a:prstGeom>
        </p:spPr>
      </p:pic>
      <p:pic>
        <p:nvPicPr>
          <p:cNvPr id="232" name="图片 231"/>
          <p:cNvPicPr>
            <a:picLocks noChangeAspect="1"/>
          </p:cNvPicPr>
          <p:nvPr/>
        </p:nvPicPr>
        <p:blipFill>
          <a:blip r:embed="rId6" cstate="print"/>
          <a:stretch>
            <a:fillRect/>
          </a:stretch>
        </p:blipFill>
        <p:spPr>
          <a:xfrm>
            <a:off x="849306" y="1334926"/>
            <a:ext cx="791199" cy="456461"/>
          </a:xfrm>
          <a:prstGeom prst="rect">
            <a:avLst/>
          </a:prstGeom>
        </p:spPr>
      </p:pic>
      <p:pic>
        <p:nvPicPr>
          <p:cNvPr id="233" name="图片 232"/>
          <p:cNvPicPr>
            <a:picLocks noChangeAspect="1"/>
          </p:cNvPicPr>
          <p:nvPr/>
        </p:nvPicPr>
        <p:blipFill>
          <a:blip r:embed="rId7" cstate="print"/>
          <a:stretch>
            <a:fillRect/>
          </a:stretch>
        </p:blipFill>
        <p:spPr>
          <a:xfrm>
            <a:off x="1640505" y="1286474"/>
            <a:ext cx="826430" cy="448382"/>
          </a:xfrm>
          <a:prstGeom prst="rect">
            <a:avLst/>
          </a:prstGeom>
        </p:spPr>
      </p:pic>
      <p:pic>
        <p:nvPicPr>
          <p:cNvPr id="234" name="图片 233"/>
          <p:cNvPicPr>
            <a:picLocks noChangeAspect="1"/>
          </p:cNvPicPr>
          <p:nvPr/>
        </p:nvPicPr>
        <p:blipFill>
          <a:blip r:embed="rId8" cstate="print"/>
          <a:stretch>
            <a:fillRect/>
          </a:stretch>
        </p:blipFill>
        <p:spPr>
          <a:xfrm>
            <a:off x="2431704" y="1214903"/>
            <a:ext cx="828000" cy="708000"/>
          </a:xfrm>
          <a:prstGeom prst="rect">
            <a:avLst/>
          </a:prstGeom>
        </p:spPr>
      </p:pic>
      <p:pic>
        <p:nvPicPr>
          <p:cNvPr id="235" name="图片 234"/>
          <p:cNvPicPr>
            <a:picLocks noChangeAspect="1"/>
          </p:cNvPicPr>
          <p:nvPr/>
        </p:nvPicPr>
        <p:blipFill>
          <a:blip r:embed="rId9" cstate="print"/>
          <a:stretch>
            <a:fillRect/>
          </a:stretch>
        </p:blipFill>
        <p:spPr>
          <a:xfrm>
            <a:off x="3258134" y="1214903"/>
            <a:ext cx="828000" cy="660000"/>
          </a:xfrm>
          <a:prstGeom prst="rect">
            <a:avLst/>
          </a:prstGeom>
        </p:spPr>
      </p:pic>
      <p:pic>
        <p:nvPicPr>
          <p:cNvPr id="236" name="图片 235"/>
          <p:cNvPicPr>
            <a:picLocks noChangeAspect="1"/>
          </p:cNvPicPr>
          <p:nvPr/>
        </p:nvPicPr>
        <p:blipFill>
          <a:blip r:embed="rId10" cstate="print"/>
          <a:stretch>
            <a:fillRect/>
          </a:stretch>
        </p:blipFill>
        <p:spPr>
          <a:xfrm>
            <a:off x="10336" y="16462"/>
            <a:ext cx="831380" cy="748242"/>
          </a:xfrm>
          <a:prstGeom prst="rect">
            <a:avLst/>
          </a:prstGeom>
        </p:spPr>
      </p:pic>
      <p:pic>
        <p:nvPicPr>
          <p:cNvPr id="237" name="图片 236"/>
          <p:cNvPicPr>
            <a:picLocks noChangeAspect="1"/>
          </p:cNvPicPr>
          <p:nvPr/>
        </p:nvPicPr>
        <p:blipFill>
          <a:blip r:embed="rId11" cstate="print"/>
          <a:stretch>
            <a:fillRect/>
          </a:stretch>
        </p:blipFill>
        <p:spPr>
          <a:xfrm>
            <a:off x="869635" y="141764"/>
            <a:ext cx="750542" cy="508988"/>
          </a:xfrm>
          <a:prstGeom prst="rect">
            <a:avLst/>
          </a:prstGeom>
        </p:spPr>
      </p:pic>
      <p:pic>
        <p:nvPicPr>
          <p:cNvPr id="238" name="图片 237"/>
          <p:cNvPicPr>
            <a:picLocks noChangeAspect="1"/>
          </p:cNvPicPr>
          <p:nvPr/>
        </p:nvPicPr>
        <p:blipFill>
          <a:blip r:embed="rId12" cstate="print"/>
          <a:stretch>
            <a:fillRect/>
          </a:stretch>
        </p:blipFill>
        <p:spPr>
          <a:xfrm>
            <a:off x="1733544" y="21194"/>
            <a:ext cx="612000" cy="744000"/>
          </a:xfrm>
          <a:prstGeom prst="rect">
            <a:avLst/>
          </a:prstGeom>
        </p:spPr>
      </p:pic>
      <p:pic>
        <p:nvPicPr>
          <p:cNvPr id="239" name="图片 238"/>
          <p:cNvPicPr>
            <a:picLocks noChangeAspect="1"/>
          </p:cNvPicPr>
          <p:nvPr/>
        </p:nvPicPr>
        <p:blipFill>
          <a:blip r:embed="rId13" cstate="print"/>
          <a:stretch>
            <a:fillRect/>
          </a:stretch>
        </p:blipFill>
        <p:spPr>
          <a:xfrm>
            <a:off x="2471453" y="258846"/>
            <a:ext cx="766167" cy="343454"/>
          </a:xfrm>
          <a:prstGeom prst="rect">
            <a:avLst/>
          </a:prstGeom>
        </p:spPr>
      </p:pic>
      <p:pic>
        <p:nvPicPr>
          <p:cNvPr id="240" name="图片 239"/>
          <p:cNvPicPr>
            <a:picLocks noChangeAspect="1"/>
          </p:cNvPicPr>
          <p:nvPr/>
        </p:nvPicPr>
        <p:blipFill>
          <a:blip r:embed="rId14" cstate="print"/>
          <a:stretch>
            <a:fillRect/>
          </a:stretch>
        </p:blipFill>
        <p:spPr>
          <a:xfrm>
            <a:off x="3266227" y="289616"/>
            <a:ext cx="824618" cy="366497"/>
          </a:xfrm>
          <a:prstGeom prst="rect">
            <a:avLst/>
          </a:prstGeom>
        </p:spPr>
      </p:pic>
      <p:pic>
        <p:nvPicPr>
          <p:cNvPr id="241" name="图片 240"/>
          <p:cNvPicPr>
            <a:picLocks noChangeAspect="1"/>
          </p:cNvPicPr>
          <p:nvPr/>
        </p:nvPicPr>
        <p:blipFill>
          <a:blip r:embed="rId15" cstate="print"/>
          <a:stretch>
            <a:fillRect/>
          </a:stretch>
        </p:blipFill>
        <p:spPr>
          <a:xfrm>
            <a:off x="4897943" y="249983"/>
            <a:ext cx="785938" cy="352317"/>
          </a:xfrm>
          <a:prstGeom prst="rect">
            <a:avLst/>
          </a:prstGeom>
        </p:spPr>
      </p:pic>
      <p:pic>
        <p:nvPicPr>
          <p:cNvPr id="242" name="图片 241"/>
          <p:cNvPicPr>
            <a:picLocks noChangeAspect="1"/>
          </p:cNvPicPr>
          <p:nvPr/>
        </p:nvPicPr>
        <p:blipFill>
          <a:blip r:embed="rId16" cstate="print"/>
          <a:stretch>
            <a:fillRect/>
          </a:stretch>
        </p:blipFill>
        <p:spPr>
          <a:xfrm>
            <a:off x="5779530" y="5675"/>
            <a:ext cx="636336" cy="767992"/>
          </a:xfrm>
          <a:prstGeom prst="rect">
            <a:avLst/>
          </a:prstGeom>
        </p:spPr>
      </p:pic>
      <p:pic>
        <p:nvPicPr>
          <p:cNvPr id="243" name="图片 242"/>
          <p:cNvPicPr>
            <a:picLocks noChangeAspect="1"/>
          </p:cNvPicPr>
          <p:nvPr/>
        </p:nvPicPr>
        <p:blipFill>
          <a:blip r:embed="rId17" cstate="print"/>
          <a:stretch>
            <a:fillRect/>
          </a:stretch>
        </p:blipFill>
        <p:spPr>
          <a:xfrm>
            <a:off x="6524740" y="168141"/>
            <a:ext cx="796869" cy="482611"/>
          </a:xfrm>
          <a:prstGeom prst="rect">
            <a:avLst/>
          </a:prstGeom>
        </p:spPr>
      </p:pic>
      <p:pic>
        <p:nvPicPr>
          <p:cNvPr id="244" name="图片 243"/>
          <p:cNvPicPr>
            <a:picLocks noChangeAspect="1"/>
          </p:cNvPicPr>
          <p:nvPr/>
        </p:nvPicPr>
        <p:blipFill>
          <a:blip r:embed="rId18" cstate="print"/>
          <a:stretch>
            <a:fillRect/>
          </a:stretch>
        </p:blipFill>
        <p:spPr>
          <a:xfrm>
            <a:off x="7316361" y="5675"/>
            <a:ext cx="804000" cy="768000"/>
          </a:xfrm>
          <a:prstGeom prst="rect">
            <a:avLst/>
          </a:prstGeom>
        </p:spPr>
      </p:pic>
      <p:pic>
        <p:nvPicPr>
          <p:cNvPr id="245" name="图片 244"/>
          <p:cNvPicPr>
            <a:picLocks noChangeAspect="1"/>
          </p:cNvPicPr>
          <p:nvPr/>
        </p:nvPicPr>
        <p:blipFill>
          <a:blip r:embed="rId19" cstate="print"/>
          <a:stretch>
            <a:fillRect/>
          </a:stretch>
        </p:blipFill>
        <p:spPr>
          <a:xfrm>
            <a:off x="8140671" y="135477"/>
            <a:ext cx="771311" cy="629227"/>
          </a:xfrm>
          <a:prstGeom prst="rect">
            <a:avLst/>
          </a:prstGeom>
        </p:spPr>
      </p:pic>
      <p:pic>
        <p:nvPicPr>
          <p:cNvPr id="246" name="图片 245"/>
          <p:cNvPicPr>
            <a:picLocks noChangeAspect="1"/>
          </p:cNvPicPr>
          <p:nvPr/>
        </p:nvPicPr>
        <p:blipFill>
          <a:blip r:embed="rId20" cstate="print"/>
          <a:stretch>
            <a:fillRect/>
          </a:stretch>
        </p:blipFill>
        <p:spPr>
          <a:xfrm>
            <a:off x="9108770" y="31661"/>
            <a:ext cx="499713" cy="744253"/>
          </a:xfrm>
          <a:prstGeom prst="rect">
            <a:avLst/>
          </a:prstGeom>
        </p:spPr>
      </p:pic>
      <p:pic>
        <p:nvPicPr>
          <p:cNvPr id="247" name="图片 246"/>
          <p:cNvPicPr>
            <a:picLocks noChangeAspect="1"/>
          </p:cNvPicPr>
          <p:nvPr/>
        </p:nvPicPr>
        <p:blipFill>
          <a:blip r:embed="rId21" cstate="print"/>
          <a:stretch>
            <a:fillRect/>
          </a:stretch>
        </p:blipFill>
        <p:spPr>
          <a:xfrm>
            <a:off x="9768408" y="44624"/>
            <a:ext cx="784186" cy="733043"/>
          </a:xfrm>
          <a:prstGeom prst="rect">
            <a:avLst/>
          </a:prstGeom>
        </p:spPr>
      </p:pic>
      <p:pic>
        <p:nvPicPr>
          <p:cNvPr id="248" name="图片 247"/>
          <p:cNvPicPr>
            <a:picLocks noChangeAspect="1"/>
          </p:cNvPicPr>
          <p:nvPr/>
        </p:nvPicPr>
        <p:blipFill>
          <a:blip r:embed="rId22" cstate="print"/>
          <a:stretch>
            <a:fillRect/>
          </a:stretch>
        </p:blipFill>
        <p:spPr>
          <a:xfrm>
            <a:off x="4119452" y="16462"/>
            <a:ext cx="723173" cy="757205"/>
          </a:xfrm>
          <a:prstGeom prst="rect">
            <a:avLst/>
          </a:prstGeom>
        </p:spPr>
      </p:pic>
      <p:sp>
        <p:nvSpPr>
          <p:cNvPr id="249" name="Rectangle 17"/>
          <p:cNvSpPr>
            <a:spLocks noChangeArrowheads="1"/>
          </p:cNvSpPr>
          <p:nvPr/>
        </p:nvSpPr>
        <p:spPr bwMode="auto">
          <a:xfrm>
            <a:off x="-65690" y="836712"/>
            <a:ext cx="983432" cy="215444"/>
          </a:xfrm>
          <a:prstGeom prst="rect">
            <a:avLst/>
          </a:prstGeom>
          <a:noFill/>
        </p:spPr>
        <p:txBody>
          <a:bodyPr wrap="square" rtlCol="0">
            <a:spAutoFit/>
          </a:bodyPr>
          <a:lstStyle/>
          <a:p>
            <a:r>
              <a:rPr lang="en-US" altLang="zh-CN" sz="800" b="1" dirty="0" err="1" smtClean="0">
                <a:latin typeface="微软雅黑" panose="020B0503020204020204" pitchFamily="34" charset="-122"/>
                <a:ea typeface="微软雅黑" panose="020B0503020204020204" pitchFamily="34" charset="-122"/>
              </a:rPr>
              <a:t>iManager</a:t>
            </a:r>
            <a:r>
              <a:rPr lang="en-US" altLang="zh-CN" sz="800" b="1" dirty="0" smtClean="0">
                <a:latin typeface="微软雅黑" panose="020B0503020204020204" pitchFamily="34" charset="-122"/>
                <a:ea typeface="微软雅黑" panose="020B0503020204020204" pitchFamily="34" charset="-122"/>
              </a:rPr>
              <a:t> I2000</a:t>
            </a:r>
            <a:endParaRPr lang="en-US" altLang="zh-CN" sz="800" b="1" dirty="0">
              <a:latin typeface="微软雅黑" panose="020B0503020204020204" pitchFamily="34" charset="-122"/>
              <a:ea typeface="微软雅黑" panose="020B0503020204020204" pitchFamily="34" charset="-122"/>
            </a:endParaRPr>
          </a:p>
        </p:txBody>
      </p:sp>
      <p:sp>
        <p:nvSpPr>
          <p:cNvPr id="250" name="Rectangle 17"/>
          <p:cNvSpPr>
            <a:spLocks noChangeArrowheads="1"/>
          </p:cNvSpPr>
          <p:nvPr/>
        </p:nvSpPr>
        <p:spPr bwMode="auto">
          <a:xfrm>
            <a:off x="945002" y="836712"/>
            <a:ext cx="599808"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模拟电话</a:t>
            </a:r>
            <a:endParaRPr lang="en-US" altLang="zh-CN" sz="800" b="1" dirty="0">
              <a:latin typeface="微软雅黑" panose="020B0503020204020204" pitchFamily="34" charset="-122"/>
              <a:ea typeface="微软雅黑" panose="020B0503020204020204" pitchFamily="34" charset="-122"/>
            </a:endParaRPr>
          </a:p>
        </p:txBody>
      </p:sp>
      <p:sp>
        <p:nvSpPr>
          <p:cNvPr id="251" name="Rectangle 17"/>
          <p:cNvSpPr>
            <a:spLocks noChangeArrowheads="1"/>
          </p:cNvSpPr>
          <p:nvPr/>
        </p:nvSpPr>
        <p:spPr bwMode="auto">
          <a:xfrm>
            <a:off x="1641777" y="810412"/>
            <a:ext cx="1190511" cy="33855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SHLR/SDC </a:t>
            </a:r>
          </a:p>
          <a:p>
            <a:r>
              <a:rPr lang="en-US" altLang="zh-CN" sz="800" b="1" dirty="0" smtClean="0">
                <a:latin typeface="微软雅黑" panose="020B0503020204020204" pitchFamily="34" charset="-122"/>
                <a:ea typeface="微软雅黑" panose="020B0503020204020204" pitchFamily="34" charset="-122"/>
              </a:rPr>
              <a:t>SHLR9</a:t>
            </a:r>
            <a:endParaRPr lang="en-US" altLang="zh-CN" sz="800" b="1" dirty="0">
              <a:latin typeface="微软雅黑" panose="020B0503020204020204" pitchFamily="34" charset="-122"/>
              <a:ea typeface="微软雅黑" panose="020B0503020204020204" pitchFamily="34" charset="-122"/>
            </a:endParaRPr>
          </a:p>
        </p:txBody>
      </p:sp>
      <p:sp>
        <p:nvSpPr>
          <p:cNvPr id="252" name="Rectangle 17"/>
          <p:cNvSpPr>
            <a:spLocks noChangeArrowheads="1"/>
          </p:cNvSpPr>
          <p:nvPr/>
        </p:nvSpPr>
        <p:spPr bwMode="auto">
          <a:xfrm>
            <a:off x="2466935" y="838721"/>
            <a:ext cx="820753"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以太网交换机</a:t>
            </a:r>
            <a:endParaRPr lang="en-US" altLang="zh-CN" sz="800" b="1" dirty="0">
              <a:latin typeface="微软雅黑" panose="020B0503020204020204" pitchFamily="34" charset="-122"/>
              <a:ea typeface="微软雅黑" panose="020B0503020204020204" pitchFamily="34" charset="-122"/>
            </a:endParaRPr>
          </a:p>
        </p:txBody>
      </p:sp>
      <p:sp>
        <p:nvSpPr>
          <p:cNvPr id="253" name="Rectangle 17"/>
          <p:cNvSpPr>
            <a:spLocks noChangeArrowheads="1"/>
          </p:cNvSpPr>
          <p:nvPr/>
        </p:nvSpPr>
        <p:spPr bwMode="auto">
          <a:xfrm>
            <a:off x="3424303" y="871967"/>
            <a:ext cx="439450"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STB</a:t>
            </a:r>
            <a:endParaRPr lang="en-US" altLang="zh-CN" sz="800" b="1" dirty="0">
              <a:latin typeface="微软雅黑" panose="020B0503020204020204" pitchFamily="34" charset="-122"/>
              <a:ea typeface="微软雅黑" panose="020B0503020204020204" pitchFamily="34" charset="-122"/>
            </a:endParaRPr>
          </a:p>
        </p:txBody>
      </p:sp>
      <p:sp>
        <p:nvSpPr>
          <p:cNvPr id="254" name="Rectangle 17"/>
          <p:cNvSpPr>
            <a:spLocks noChangeArrowheads="1"/>
          </p:cNvSpPr>
          <p:nvPr/>
        </p:nvSpPr>
        <p:spPr bwMode="auto">
          <a:xfrm>
            <a:off x="4154082" y="871967"/>
            <a:ext cx="68854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HSS9820</a:t>
            </a:r>
            <a:endParaRPr lang="en-US" altLang="zh-CN" sz="800" b="1" dirty="0">
              <a:latin typeface="微软雅黑" panose="020B0503020204020204" pitchFamily="34" charset="-122"/>
              <a:ea typeface="微软雅黑" panose="020B0503020204020204" pitchFamily="34" charset="-122"/>
            </a:endParaRPr>
          </a:p>
        </p:txBody>
      </p:sp>
      <p:sp>
        <p:nvSpPr>
          <p:cNvPr id="255" name="Rectangle 17"/>
          <p:cNvSpPr>
            <a:spLocks noChangeArrowheads="1"/>
          </p:cNvSpPr>
          <p:nvPr/>
        </p:nvSpPr>
        <p:spPr bwMode="auto">
          <a:xfrm>
            <a:off x="5099665" y="871670"/>
            <a:ext cx="420272"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HUB</a:t>
            </a:r>
            <a:endParaRPr lang="en-US" altLang="zh-CN" sz="800" b="1" dirty="0">
              <a:latin typeface="微软雅黑" panose="020B0503020204020204" pitchFamily="34" charset="-122"/>
              <a:ea typeface="微软雅黑" panose="020B0503020204020204" pitchFamily="34" charset="-122"/>
            </a:endParaRPr>
          </a:p>
        </p:txBody>
      </p:sp>
      <p:sp>
        <p:nvSpPr>
          <p:cNvPr id="256" name="Rectangle 17"/>
          <p:cNvSpPr>
            <a:spLocks noChangeArrowheads="1"/>
          </p:cNvSpPr>
          <p:nvPr/>
        </p:nvSpPr>
        <p:spPr bwMode="auto">
          <a:xfrm>
            <a:off x="5878315" y="836712"/>
            <a:ext cx="438766"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基站</a:t>
            </a:r>
            <a:endParaRPr lang="en-US" altLang="zh-CN" sz="800" b="1" dirty="0">
              <a:latin typeface="微软雅黑" panose="020B0503020204020204" pitchFamily="34" charset="-122"/>
              <a:ea typeface="微软雅黑" panose="020B0503020204020204" pitchFamily="34" charset="-122"/>
            </a:endParaRPr>
          </a:p>
        </p:txBody>
      </p:sp>
      <p:sp>
        <p:nvSpPr>
          <p:cNvPr id="257" name="Rectangle 17"/>
          <p:cNvSpPr>
            <a:spLocks noChangeArrowheads="1"/>
          </p:cNvSpPr>
          <p:nvPr/>
        </p:nvSpPr>
        <p:spPr bwMode="auto">
          <a:xfrm>
            <a:off x="7232543" y="800779"/>
            <a:ext cx="878022" cy="338554"/>
          </a:xfrm>
          <a:prstGeom prst="rect">
            <a:avLst/>
          </a:prstGeom>
          <a:noFill/>
        </p:spPr>
        <p:txBody>
          <a:bodyPr wrap="square" rtlCol="0">
            <a:spAutoFit/>
          </a:bodyPr>
          <a:lstStyle/>
          <a:p>
            <a:r>
              <a:rPr lang="en-US" altLang="zh-CN" sz="800" b="1" dirty="0" err="1" smtClean="0">
                <a:latin typeface="微软雅黑" panose="020B0503020204020204" pitchFamily="34" charset="-122"/>
                <a:ea typeface="微软雅黑" panose="020B0503020204020204" pitchFamily="34" charset="-122"/>
              </a:rPr>
              <a:t>SoftX</a:t>
            </a:r>
            <a:r>
              <a:rPr lang="en-US" altLang="zh-CN" sz="800" b="1" dirty="0" smtClean="0">
                <a:latin typeface="微软雅黑" panose="020B0503020204020204" pitchFamily="34" charset="-122"/>
                <a:ea typeface="微软雅黑" panose="020B0503020204020204" pitchFamily="34" charset="-122"/>
              </a:rPr>
              <a:t> 3000 /</a:t>
            </a:r>
          </a:p>
          <a:p>
            <a:r>
              <a:rPr lang="en-US" altLang="zh-CN" sz="800" b="1" dirty="0" smtClean="0">
                <a:latin typeface="微软雅黑" panose="020B0503020204020204" pitchFamily="34" charset="-122"/>
                <a:ea typeface="微软雅黑" panose="020B0503020204020204" pitchFamily="34" charset="-122"/>
              </a:rPr>
              <a:t>MSOFTX3000</a:t>
            </a:r>
            <a:endParaRPr lang="en-US" altLang="zh-CN" sz="800" b="1" dirty="0">
              <a:latin typeface="微软雅黑" panose="020B0503020204020204" pitchFamily="34" charset="-122"/>
              <a:ea typeface="微软雅黑" panose="020B0503020204020204" pitchFamily="34" charset="-122"/>
            </a:endParaRPr>
          </a:p>
        </p:txBody>
      </p:sp>
      <p:sp>
        <p:nvSpPr>
          <p:cNvPr id="258" name="Rectangle 17"/>
          <p:cNvSpPr>
            <a:spLocks noChangeArrowheads="1"/>
          </p:cNvSpPr>
          <p:nvPr/>
        </p:nvSpPr>
        <p:spPr bwMode="auto">
          <a:xfrm>
            <a:off x="8219164" y="871670"/>
            <a:ext cx="669563"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CSC3300</a:t>
            </a:r>
            <a:endParaRPr lang="en-US" altLang="zh-CN" sz="800" b="1" dirty="0">
              <a:latin typeface="微软雅黑" panose="020B0503020204020204" pitchFamily="34" charset="-122"/>
              <a:ea typeface="微软雅黑" panose="020B0503020204020204" pitchFamily="34" charset="-122"/>
            </a:endParaRPr>
          </a:p>
        </p:txBody>
      </p:sp>
      <p:sp>
        <p:nvSpPr>
          <p:cNvPr id="259" name="Rectangle 17"/>
          <p:cNvSpPr>
            <a:spLocks noChangeArrowheads="1"/>
          </p:cNvSpPr>
          <p:nvPr/>
        </p:nvSpPr>
        <p:spPr bwMode="auto">
          <a:xfrm>
            <a:off x="9026028" y="862334"/>
            <a:ext cx="79714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MRP6600</a:t>
            </a:r>
            <a:endParaRPr lang="en-US" altLang="zh-CN" sz="800" b="1" dirty="0">
              <a:latin typeface="微软雅黑" panose="020B0503020204020204" pitchFamily="34" charset="-122"/>
              <a:ea typeface="微软雅黑" panose="020B0503020204020204" pitchFamily="34" charset="-122"/>
            </a:endParaRPr>
          </a:p>
        </p:txBody>
      </p:sp>
      <p:sp>
        <p:nvSpPr>
          <p:cNvPr id="260" name="Rectangle 17"/>
          <p:cNvSpPr>
            <a:spLocks noChangeArrowheads="1"/>
          </p:cNvSpPr>
          <p:nvPr/>
        </p:nvSpPr>
        <p:spPr bwMode="auto">
          <a:xfrm>
            <a:off x="9864051" y="856309"/>
            <a:ext cx="55243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合路器</a:t>
            </a:r>
            <a:endParaRPr lang="en-US" altLang="zh-CN" sz="800" b="1" dirty="0">
              <a:latin typeface="微软雅黑" panose="020B0503020204020204" pitchFamily="34" charset="-122"/>
              <a:ea typeface="微软雅黑" panose="020B0503020204020204" pitchFamily="34" charset="-122"/>
            </a:endParaRPr>
          </a:p>
        </p:txBody>
      </p:sp>
      <p:sp>
        <p:nvSpPr>
          <p:cNvPr id="261" name="Rectangle 17"/>
          <p:cNvSpPr>
            <a:spLocks noChangeArrowheads="1"/>
          </p:cNvSpPr>
          <p:nvPr/>
        </p:nvSpPr>
        <p:spPr bwMode="auto">
          <a:xfrm>
            <a:off x="10523295" y="855533"/>
            <a:ext cx="85210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分光器</a:t>
            </a:r>
            <a:r>
              <a:rPr lang="en-US" altLang="zh-CN" sz="800" b="1" dirty="0" smtClean="0">
                <a:latin typeface="微软雅黑" panose="020B0503020204020204" pitchFamily="34" charset="-122"/>
                <a:ea typeface="微软雅黑" panose="020B0503020204020204" pitchFamily="34" charset="-122"/>
              </a:rPr>
              <a:t>/</a:t>
            </a:r>
            <a:r>
              <a:rPr lang="zh-CN" altLang="en-US" sz="800" b="1" dirty="0" smtClean="0">
                <a:latin typeface="微软雅黑" panose="020B0503020204020204" pitchFamily="34" charset="-122"/>
                <a:ea typeface="微软雅黑" panose="020B0503020204020204" pitchFamily="34" charset="-122"/>
              </a:rPr>
              <a:t>合波器</a:t>
            </a:r>
            <a:endParaRPr lang="en-US" altLang="zh-CN" sz="800" b="1" dirty="0">
              <a:latin typeface="微软雅黑" panose="020B0503020204020204" pitchFamily="34" charset="-122"/>
              <a:ea typeface="微软雅黑" panose="020B0503020204020204" pitchFamily="34" charset="-122"/>
            </a:endParaRPr>
          </a:p>
        </p:txBody>
      </p:sp>
      <p:sp>
        <p:nvSpPr>
          <p:cNvPr id="262" name="Rectangle 17"/>
          <p:cNvSpPr>
            <a:spLocks noChangeArrowheads="1"/>
          </p:cNvSpPr>
          <p:nvPr/>
        </p:nvSpPr>
        <p:spPr bwMode="auto">
          <a:xfrm>
            <a:off x="11547359" y="836712"/>
            <a:ext cx="508062"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OLT</a:t>
            </a:r>
            <a:endParaRPr lang="en-US" altLang="zh-CN" sz="800" b="1" dirty="0">
              <a:latin typeface="微软雅黑" panose="020B0503020204020204" pitchFamily="34" charset="-122"/>
              <a:ea typeface="微软雅黑" panose="020B0503020204020204" pitchFamily="34" charset="-122"/>
            </a:endParaRPr>
          </a:p>
        </p:txBody>
      </p:sp>
      <p:sp>
        <p:nvSpPr>
          <p:cNvPr id="263" name="Rectangle 17"/>
          <p:cNvSpPr>
            <a:spLocks noChangeArrowheads="1"/>
          </p:cNvSpPr>
          <p:nvPr/>
        </p:nvSpPr>
        <p:spPr bwMode="auto">
          <a:xfrm>
            <a:off x="181092" y="1988840"/>
            <a:ext cx="60260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MDU</a:t>
            </a:r>
            <a:endParaRPr lang="en-US" altLang="zh-CN" sz="800" b="1" dirty="0">
              <a:latin typeface="微软雅黑" panose="020B0503020204020204" pitchFamily="34" charset="-122"/>
              <a:ea typeface="微软雅黑" panose="020B0503020204020204" pitchFamily="34" charset="-122"/>
            </a:endParaRPr>
          </a:p>
        </p:txBody>
      </p:sp>
      <p:sp>
        <p:nvSpPr>
          <p:cNvPr id="264" name="Rectangle 17"/>
          <p:cNvSpPr>
            <a:spLocks noChangeArrowheads="1"/>
          </p:cNvSpPr>
          <p:nvPr/>
        </p:nvSpPr>
        <p:spPr bwMode="auto">
          <a:xfrm>
            <a:off x="1045001" y="1993305"/>
            <a:ext cx="442488"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ONT</a:t>
            </a:r>
            <a:endParaRPr lang="en-US" altLang="zh-CN" sz="800" b="1" dirty="0">
              <a:latin typeface="微软雅黑" panose="020B0503020204020204" pitchFamily="34" charset="-122"/>
              <a:ea typeface="微软雅黑" panose="020B0503020204020204" pitchFamily="34" charset="-122"/>
            </a:endParaRPr>
          </a:p>
        </p:txBody>
      </p:sp>
      <p:sp>
        <p:nvSpPr>
          <p:cNvPr id="265" name="Rectangle 17"/>
          <p:cNvSpPr>
            <a:spLocks noChangeArrowheads="1"/>
          </p:cNvSpPr>
          <p:nvPr/>
        </p:nvSpPr>
        <p:spPr bwMode="auto">
          <a:xfrm>
            <a:off x="1733544" y="1988840"/>
            <a:ext cx="733391"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组播服务器</a:t>
            </a:r>
            <a:endParaRPr lang="en-US" altLang="zh-CN" sz="800" b="1" dirty="0">
              <a:latin typeface="微软雅黑" panose="020B0503020204020204" pitchFamily="34" charset="-122"/>
              <a:ea typeface="微软雅黑" panose="020B0503020204020204" pitchFamily="34" charset="-122"/>
            </a:endParaRPr>
          </a:p>
        </p:txBody>
      </p:sp>
      <p:sp>
        <p:nvSpPr>
          <p:cNvPr id="266" name="Rectangle 17"/>
          <p:cNvSpPr>
            <a:spLocks noChangeArrowheads="1"/>
          </p:cNvSpPr>
          <p:nvPr/>
        </p:nvSpPr>
        <p:spPr bwMode="auto">
          <a:xfrm>
            <a:off x="2549077" y="1988840"/>
            <a:ext cx="73861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三层交换机</a:t>
            </a:r>
            <a:endParaRPr lang="en-US" altLang="zh-CN" sz="800" b="1" dirty="0">
              <a:latin typeface="微软雅黑" panose="020B0503020204020204" pitchFamily="34" charset="-122"/>
              <a:ea typeface="微软雅黑" panose="020B0503020204020204" pitchFamily="34" charset="-122"/>
            </a:endParaRPr>
          </a:p>
        </p:txBody>
      </p:sp>
      <p:sp>
        <p:nvSpPr>
          <p:cNvPr id="267" name="Rectangle 17"/>
          <p:cNvSpPr>
            <a:spLocks noChangeArrowheads="1"/>
          </p:cNvSpPr>
          <p:nvPr/>
        </p:nvSpPr>
        <p:spPr bwMode="auto">
          <a:xfrm>
            <a:off x="3358035" y="2008636"/>
            <a:ext cx="72810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线路仿真仪</a:t>
            </a:r>
            <a:endParaRPr lang="en-US" altLang="zh-CN" sz="800" b="1" dirty="0">
              <a:latin typeface="微软雅黑" panose="020B0503020204020204" pitchFamily="34" charset="-122"/>
              <a:ea typeface="微软雅黑" panose="020B0503020204020204" pitchFamily="34" charset="-122"/>
            </a:endParaRPr>
          </a:p>
        </p:txBody>
      </p:sp>
      <p:pic>
        <p:nvPicPr>
          <p:cNvPr id="268" name="图片 267"/>
          <p:cNvPicPr>
            <a:picLocks noChangeAspect="1"/>
          </p:cNvPicPr>
          <p:nvPr/>
        </p:nvPicPr>
        <p:blipFill>
          <a:blip r:embed="rId23" cstate="print"/>
          <a:stretch>
            <a:fillRect/>
          </a:stretch>
        </p:blipFill>
        <p:spPr>
          <a:xfrm>
            <a:off x="831211" y="2343219"/>
            <a:ext cx="788965" cy="695359"/>
          </a:xfrm>
          <a:prstGeom prst="rect">
            <a:avLst/>
          </a:prstGeom>
        </p:spPr>
      </p:pic>
      <p:pic>
        <p:nvPicPr>
          <p:cNvPr id="269" name="图片 268"/>
          <p:cNvPicPr>
            <a:picLocks noChangeAspect="1"/>
          </p:cNvPicPr>
          <p:nvPr/>
        </p:nvPicPr>
        <p:blipFill>
          <a:blip r:embed="rId24" cstate="print"/>
          <a:stretch>
            <a:fillRect/>
          </a:stretch>
        </p:blipFill>
        <p:spPr>
          <a:xfrm>
            <a:off x="4907713" y="1259458"/>
            <a:ext cx="756000" cy="576000"/>
          </a:xfrm>
          <a:prstGeom prst="rect">
            <a:avLst/>
          </a:prstGeom>
        </p:spPr>
      </p:pic>
      <p:pic>
        <p:nvPicPr>
          <p:cNvPr id="270" name="图片 269"/>
          <p:cNvPicPr>
            <a:picLocks noChangeAspect="1"/>
          </p:cNvPicPr>
          <p:nvPr/>
        </p:nvPicPr>
        <p:blipFill>
          <a:blip r:embed="rId25" cstate="print"/>
          <a:stretch>
            <a:fillRect/>
          </a:stretch>
        </p:blipFill>
        <p:spPr>
          <a:xfrm>
            <a:off x="5694093" y="1268824"/>
            <a:ext cx="804000" cy="576000"/>
          </a:xfrm>
          <a:prstGeom prst="rect">
            <a:avLst/>
          </a:prstGeom>
        </p:spPr>
      </p:pic>
      <p:pic>
        <p:nvPicPr>
          <p:cNvPr id="271" name="图片 270"/>
          <p:cNvPicPr>
            <a:picLocks noChangeAspect="1"/>
          </p:cNvPicPr>
          <p:nvPr/>
        </p:nvPicPr>
        <p:blipFill>
          <a:blip r:embed="rId26" cstate="print"/>
          <a:stretch>
            <a:fillRect/>
          </a:stretch>
        </p:blipFill>
        <p:spPr>
          <a:xfrm>
            <a:off x="6515043" y="1292538"/>
            <a:ext cx="784228" cy="474955"/>
          </a:xfrm>
          <a:prstGeom prst="rect">
            <a:avLst/>
          </a:prstGeom>
        </p:spPr>
      </p:pic>
      <p:pic>
        <p:nvPicPr>
          <p:cNvPr id="272" name="图片 271"/>
          <p:cNvPicPr>
            <a:picLocks noChangeAspect="1"/>
          </p:cNvPicPr>
          <p:nvPr/>
        </p:nvPicPr>
        <p:blipFill>
          <a:blip r:embed="rId27" cstate="print"/>
          <a:stretch>
            <a:fillRect/>
          </a:stretch>
        </p:blipFill>
        <p:spPr>
          <a:xfrm>
            <a:off x="7326695" y="1268824"/>
            <a:ext cx="779357" cy="472005"/>
          </a:xfrm>
          <a:prstGeom prst="rect">
            <a:avLst/>
          </a:prstGeom>
        </p:spPr>
      </p:pic>
      <p:pic>
        <p:nvPicPr>
          <p:cNvPr id="273" name="图片 272"/>
          <p:cNvPicPr>
            <a:picLocks noChangeAspect="1"/>
          </p:cNvPicPr>
          <p:nvPr/>
        </p:nvPicPr>
        <p:blipFill>
          <a:blip r:embed="rId28" cstate="print"/>
          <a:stretch>
            <a:fillRect/>
          </a:stretch>
        </p:blipFill>
        <p:spPr>
          <a:xfrm>
            <a:off x="8120361" y="1264442"/>
            <a:ext cx="818912" cy="495961"/>
          </a:xfrm>
          <a:prstGeom prst="rect">
            <a:avLst/>
          </a:prstGeom>
        </p:spPr>
      </p:pic>
      <p:pic>
        <p:nvPicPr>
          <p:cNvPr id="274" name="图片 273"/>
          <p:cNvPicPr>
            <a:picLocks noChangeAspect="1"/>
          </p:cNvPicPr>
          <p:nvPr/>
        </p:nvPicPr>
        <p:blipFill>
          <a:blip r:embed="rId29" cstate="print"/>
          <a:stretch>
            <a:fillRect/>
          </a:stretch>
        </p:blipFill>
        <p:spPr>
          <a:xfrm>
            <a:off x="8943203" y="1292000"/>
            <a:ext cx="785117" cy="475493"/>
          </a:xfrm>
          <a:prstGeom prst="rect">
            <a:avLst/>
          </a:prstGeom>
        </p:spPr>
      </p:pic>
      <p:pic>
        <p:nvPicPr>
          <p:cNvPr id="275" name="图片 274"/>
          <p:cNvPicPr>
            <a:picLocks noChangeAspect="1"/>
          </p:cNvPicPr>
          <p:nvPr/>
        </p:nvPicPr>
        <p:blipFill>
          <a:blip r:embed="rId30" cstate="print"/>
          <a:stretch>
            <a:fillRect/>
          </a:stretch>
        </p:blipFill>
        <p:spPr>
          <a:xfrm>
            <a:off x="9755968" y="1268824"/>
            <a:ext cx="811677" cy="491579"/>
          </a:xfrm>
          <a:prstGeom prst="rect">
            <a:avLst/>
          </a:prstGeom>
        </p:spPr>
      </p:pic>
      <p:pic>
        <p:nvPicPr>
          <p:cNvPr id="276" name="图片 275"/>
          <p:cNvPicPr>
            <a:picLocks noChangeAspect="1"/>
          </p:cNvPicPr>
          <p:nvPr/>
        </p:nvPicPr>
        <p:blipFill>
          <a:blip r:embed="rId31" cstate="print"/>
          <a:stretch>
            <a:fillRect/>
          </a:stretch>
        </p:blipFill>
        <p:spPr>
          <a:xfrm>
            <a:off x="10545015" y="1282008"/>
            <a:ext cx="819658" cy="496413"/>
          </a:xfrm>
          <a:prstGeom prst="rect">
            <a:avLst/>
          </a:prstGeom>
        </p:spPr>
      </p:pic>
      <p:pic>
        <p:nvPicPr>
          <p:cNvPr id="277" name="图片 276"/>
          <p:cNvPicPr>
            <a:picLocks noChangeAspect="1"/>
          </p:cNvPicPr>
          <p:nvPr/>
        </p:nvPicPr>
        <p:blipFill>
          <a:blip r:embed="rId32" cstate="print"/>
          <a:stretch>
            <a:fillRect/>
          </a:stretch>
        </p:blipFill>
        <p:spPr>
          <a:xfrm>
            <a:off x="11346193" y="1259458"/>
            <a:ext cx="852000" cy="516000"/>
          </a:xfrm>
          <a:prstGeom prst="rect">
            <a:avLst/>
          </a:prstGeom>
        </p:spPr>
      </p:pic>
      <p:pic>
        <p:nvPicPr>
          <p:cNvPr id="278" name="图片 277"/>
          <p:cNvPicPr>
            <a:picLocks noChangeAspect="1"/>
          </p:cNvPicPr>
          <p:nvPr/>
        </p:nvPicPr>
        <p:blipFill>
          <a:blip r:embed="rId33" cstate="print"/>
          <a:stretch>
            <a:fillRect/>
          </a:stretch>
        </p:blipFill>
        <p:spPr>
          <a:xfrm>
            <a:off x="39775" y="2420888"/>
            <a:ext cx="773842" cy="468665"/>
          </a:xfrm>
          <a:prstGeom prst="rect">
            <a:avLst/>
          </a:prstGeom>
        </p:spPr>
      </p:pic>
      <p:pic>
        <p:nvPicPr>
          <p:cNvPr id="279" name="图片 278"/>
          <p:cNvPicPr>
            <a:picLocks noChangeAspect="1"/>
          </p:cNvPicPr>
          <p:nvPr/>
        </p:nvPicPr>
        <p:blipFill>
          <a:blip r:embed="rId34" cstate="print"/>
          <a:stretch>
            <a:fillRect/>
          </a:stretch>
        </p:blipFill>
        <p:spPr>
          <a:xfrm>
            <a:off x="4076653" y="1316432"/>
            <a:ext cx="800680" cy="486127"/>
          </a:xfrm>
          <a:prstGeom prst="rect">
            <a:avLst/>
          </a:prstGeom>
        </p:spPr>
      </p:pic>
      <p:sp>
        <p:nvSpPr>
          <p:cNvPr id="280" name="Rectangle 17"/>
          <p:cNvSpPr>
            <a:spLocks noChangeArrowheads="1"/>
          </p:cNvSpPr>
          <p:nvPr/>
        </p:nvSpPr>
        <p:spPr bwMode="auto">
          <a:xfrm>
            <a:off x="4227180" y="2001913"/>
            <a:ext cx="499625"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呼叫器</a:t>
            </a:r>
            <a:endParaRPr lang="en-US" altLang="zh-CN" sz="800" b="1" dirty="0">
              <a:latin typeface="微软雅黑" panose="020B0503020204020204" pitchFamily="34" charset="-122"/>
              <a:ea typeface="微软雅黑" panose="020B0503020204020204" pitchFamily="34" charset="-122"/>
            </a:endParaRPr>
          </a:p>
        </p:txBody>
      </p:sp>
      <p:pic>
        <p:nvPicPr>
          <p:cNvPr id="281" name="图片 280"/>
          <p:cNvPicPr>
            <a:picLocks noChangeAspect="1"/>
          </p:cNvPicPr>
          <p:nvPr/>
        </p:nvPicPr>
        <p:blipFill>
          <a:blip r:embed="rId35" cstate="print"/>
          <a:stretch>
            <a:fillRect/>
          </a:stretch>
        </p:blipFill>
        <p:spPr>
          <a:xfrm>
            <a:off x="1667544" y="2306898"/>
            <a:ext cx="744000" cy="768000"/>
          </a:xfrm>
          <a:prstGeom prst="rect">
            <a:avLst/>
          </a:prstGeom>
        </p:spPr>
      </p:pic>
      <p:pic>
        <p:nvPicPr>
          <p:cNvPr id="282" name="图片 281"/>
          <p:cNvPicPr>
            <a:picLocks noChangeAspect="1"/>
          </p:cNvPicPr>
          <p:nvPr/>
        </p:nvPicPr>
        <p:blipFill>
          <a:blip r:embed="rId36" cstate="print"/>
          <a:stretch>
            <a:fillRect/>
          </a:stretch>
        </p:blipFill>
        <p:spPr>
          <a:xfrm>
            <a:off x="2482536" y="2318966"/>
            <a:ext cx="744000" cy="768000"/>
          </a:xfrm>
          <a:prstGeom prst="rect">
            <a:avLst/>
          </a:prstGeom>
        </p:spPr>
      </p:pic>
      <p:pic>
        <p:nvPicPr>
          <p:cNvPr id="283" name="图片 282"/>
          <p:cNvPicPr>
            <a:picLocks noChangeAspect="1"/>
          </p:cNvPicPr>
          <p:nvPr/>
        </p:nvPicPr>
        <p:blipFill>
          <a:blip r:embed="rId37" cstate="print"/>
          <a:stretch>
            <a:fillRect/>
          </a:stretch>
        </p:blipFill>
        <p:spPr>
          <a:xfrm>
            <a:off x="3293709" y="2302551"/>
            <a:ext cx="744000" cy="768000"/>
          </a:xfrm>
          <a:prstGeom prst="rect">
            <a:avLst/>
          </a:prstGeom>
        </p:spPr>
      </p:pic>
      <p:pic>
        <p:nvPicPr>
          <p:cNvPr id="284" name="图片 283"/>
          <p:cNvPicPr>
            <a:picLocks noChangeAspect="1"/>
          </p:cNvPicPr>
          <p:nvPr/>
        </p:nvPicPr>
        <p:blipFill>
          <a:blip r:embed="rId38" cstate="print"/>
          <a:stretch>
            <a:fillRect/>
          </a:stretch>
        </p:blipFill>
        <p:spPr>
          <a:xfrm>
            <a:off x="4097212" y="2318966"/>
            <a:ext cx="744000" cy="768000"/>
          </a:xfrm>
          <a:prstGeom prst="rect">
            <a:avLst/>
          </a:prstGeom>
        </p:spPr>
      </p:pic>
      <p:pic>
        <p:nvPicPr>
          <p:cNvPr id="285" name="图片 284"/>
          <p:cNvPicPr>
            <a:picLocks noChangeAspect="1"/>
          </p:cNvPicPr>
          <p:nvPr/>
        </p:nvPicPr>
        <p:blipFill>
          <a:blip r:embed="rId39" cstate="print"/>
          <a:stretch>
            <a:fillRect/>
          </a:stretch>
        </p:blipFill>
        <p:spPr>
          <a:xfrm>
            <a:off x="4921894" y="2297515"/>
            <a:ext cx="744000" cy="768000"/>
          </a:xfrm>
          <a:prstGeom prst="rect">
            <a:avLst/>
          </a:prstGeom>
        </p:spPr>
      </p:pic>
      <p:pic>
        <p:nvPicPr>
          <p:cNvPr id="286" name="图片 285"/>
          <p:cNvPicPr>
            <a:picLocks noChangeAspect="1"/>
          </p:cNvPicPr>
          <p:nvPr/>
        </p:nvPicPr>
        <p:blipFill>
          <a:blip r:embed="rId40" cstate="print"/>
          <a:stretch>
            <a:fillRect/>
          </a:stretch>
        </p:blipFill>
        <p:spPr>
          <a:xfrm>
            <a:off x="5725397" y="2295825"/>
            <a:ext cx="744000" cy="768000"/>
          </a:xfrm>
          <a:prstGeom prst="rect">
            <a:avLst/>
          </a:prstGeom>
        </p:spPr>
      </p:pic>
      <p:pic>
        <p:nvPicPr>
          <p:cNvPr id="287" name="图片 286"/>
          <p:cNvPicPr>
            <a:picLocks noChangeAspect="1"/>
          </p:cNvPicPr>
          <p:nvPr/>
        </p:nvPicPr>
        <p:blipFill>
          <a:blip r:embed="rId41" cstate="print"/>
          <a:stretch>
            <a:fillRect/>
          </a:stretch>
        </p:blipFill>
        <p:spPr>
          <a:xfrm>
            <a:off x="6515043" y="2295825"/>
            <a:ext cx="744000" cy="768000"/>
          </a:xfrm>
          <a:prstGeom prst="rect">
            <a:avLst/>
          </a:prstGeom>
        </p:spPr>
      </p:pic>
      <p:pic>
        <p:nvPicPr>
          <p:cNvPr id="288" name="图片 287"/>
          <p:cNvPicPr>
            <a:picLocks noChangeAspect="1"/>
          </p:cNvPicPr>
          <p:nvPr/>
        </p:nvPicPr>
        <p:blipFill>
          <a:blip r:embed="rId42" cstate="print"/>
          <a:stretch>
            <a:fillRect/>
          </a:stretch>
        </p:blipFill>
        <p:spPr>
          <a:xfrm>
            <a:off x="7344779" y="2303671"/>
            <a:ext cx="744000" cy="768000"/>
          </a:xfrm>
          <a:prstGeom prst="rect">
            <a:avLst/>
          </a:prstGeom>
        </p:spPr>
      </p:pic>
      <p:pic>
        <p:nvPicPr>
          <p:cNvPr id="289" name="图片 288"/>
          <p:cNvPicPr>
            <a:picLocks noChangeAspect="1"/>
          </p:cNvPicPr>
          <p:nvPr/>
        </p:nvPicPr>
        <p:blipFill>
          <a:blip r:embed="rId43" cstate="print"/>
          <a:stretch>
            <a:fillRect/>
          </a:stretch>
        </p:blipFill>
        <p:spPr>
          <a:xfrm>
            <a:off x="8143534" y="2283048"/>
            <a:ext cx="744000" cy="768000"/>
          </a:xfrm>
          <a:prstGeom prst="rect">
            <a:avLst/>
          </a:prstGeom>
        </p:spPr>
      </p:pic>
      <p:sp>
        <p:nvSpPr>
          <p:cNvPr id="290" name="Rectangle 17"/>
          <p:cNvSpPr>
            <a:spLocks noChangeArrowheads="1"/>
          </p:cNvSpPr>
          <p:nvPr/>
        </p:nvSpPr>
        <p:spPr bwMode="auto">
          <a:xfrm>
            <a:off x="1748052" y="3173937"/>
            <a:ext cx="61038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上行光收</a:t>
            </a:r>
            <a:endParaRPr lang="en-US" altLang="zh-CN" sz="800" b="1" dirty="0">
              <a:latin typeface="微软雅黑" panose="020B0503020204020204" pitchFamily="34" charset="-122"/>
              <a:ea typeface="微软雅黑" panose="020B0503020204020204" pitchFamily="34" charset="-122"/>
            </a:endParaRPr>
          </a:p>
        </p:txBody>
      </p:sp>
      <p:sp>
        <p:nvSpPr>
          <p:cNvPr id="291" name="Rectangle 17"/>
          <p:cNvSpPr>
            <a:spLocks noChangeArrowheads="1"/>
          </p:cNvSpPr>
          <p:nvPr/>
        </p:nvSpPr>
        <p:spPr bwMode="auto">
          <a:xfrm>
            <a:off x="2503360" y="3173937"/>
            <a:ext cx="684687"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上行光发</a:t>
            </a:r>
            <a:endParaRPr lang="en-US" altLang="zh-CN" sz="800" b="1" dirty="0">
              <a:latin typeface="微软雅黑" panose="020B0503020204020204" pitchFamily="34" charset="-122"/>
              <a:ea typeface="微软雅黑" panose="020B0503020204020204" pitchFamily="34" charset="-122"/>
            </a:endParaRPr>
          </a:p>
        </p:txBody>
      </p:sp>
      <p:sp>
        <p:nvSpPr>
          <p:cNvPr id="292" name="Rectangle 17"/>
          <p:cNvSpPr>
            <a:spLocks noChangeArrowheads="1"/>
          </p:cNvSpPr>
          <p:nvPr/>
        </p:nvSpPr>
        <p:spPr bwMode="auto">
          <a:xfrm>
            <a:off x="3361894" y="3152945"/>
            <a:ext cx="62048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下行光收</a:t>
            </a:r>
            <a:endParaRPr lang="en-US" altLang="zh-CN" sz="800" b="1" dirty="0">
              <a:latin typeface="微软雅黑" panose="020B0503020204020204" pitchFamily="34" charset="-122"/>
              <a:ea typeface="微软雅黑" panose="020B0503020204020204" pitchFamily="34" charset="-122"/>
            </a:endParaRPr>
          </a:p>
        </p:txBody>
      </p:sp>
      <p:sp>
        <p:nvSpPr>
          <p:cNvPr id="293" name="Rectangle 17"/>
          <p:cNvSpPr>
            <a:spLocks noChangeArrowheads="1"/>
          </p:cNvSpPr>
          <p:nvPr/>
        </p:nvSpPr>
        <p:spPr bwMode="auto">
          <a:xfrm>
            <a:off x="4173726" y="3173937"/>
            <a:ext cx="60653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下行光发</a:t>
            </a:r>
            <a:endParaRPr lang="en-US" altLang="zh-CN" sz="800" b="1" dirty="0">
              <a:latin typeface="微软雅黑" panose="020B0503020204020204" pitchFamily="34" charset="-122"/>
              <a:ea typeface="微软雅黑" panose="020B0503020204020204" pitchFamily="34" charset="-122"/>
            </a:endParaRPr>
          </a:p>
        </p:txBody>
      </p:sp>
      <p:sp>
        <p:nvSpPr>
          <p:cNvPr id="294" name="Rectangle 17"/>
          <p:cNvSpPr>
            <a:spLocks noChangeArrowheads="1"/>
          </p:cNvSpPr>
          <p:nvPr/>
        </p:nvSpPr>
        <p:spPr bwMode="auto">
          <a:xfrm>
            <a:off x="4966174" y="3152177"/>
            <a:ext cx="636864"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通用光机</a:t>
            </a:r>
            <a:endParaRPr lang="en-US" altLang="zh-CN" sz="800" b="1" dirty="0">
              <a:latin typeface="微软雅黑" panose="020B0503020204020204" pitchFamily="34" charset="-122"/>
              <a:ea typeface="微软雅黑" panose="020B0503020204020204" pitchFamily="34" charset="-122"/>
            </a:endParaRPr>
          </a:p>
        </p:txBody>
      </p:sp>
      <p:sp>
        <p:nvSpPr>
          <p:cNvPr id="295" name="Rectangle 17"/>
          <p:cNvSpPr>
            <a:spLocks noChangeArrowheads="1"/>
          </p:cNvSpPr>
          <p:nvPr/>
        </p:nvSpPr>
        <p:spPr bwMode="auto">
          <a:xfrm>
            <a:off x="5793958" y="3169774"/>
            <a:ext cx="621908"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光放大器</a:t>
            </a:r>
            <a:endParaRPr lang="en-US" altLang="zh-CN" sz="800" b="1" dirty="0">
              <a:latin typeface="微软雅黑" panose="020B0503020204020204" pitchFamily="34" charset="-122"/>
              <a:ea typeface="微软雅黑" panose="020B0503020204020204" pitchFamily="34" charset="-122"/>
            </a:endParaRPr>
          </a:p>
        </p:txBody>
      </p:sp>
      <p:sp>
        <p:nvSpPr>
          <p:cNvPr id="296" name="Rectangle 17"/>
          <p:cNvSpPr>
            <a:spLocks noChangeArrowheads="1"/>
          </p:cNvSpPr>
          <p:nvPr/>
        </p:nvSpPr>
        <p:spPr bwMode="auto">
          <a:xfrm>
            <a:off x="6586838" y="3152177"/>
            <a:ext cx="796286"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单向放大器</a:t>
            </a:r>
            <a:endParaRPr lang="en-US" altLang="zh-CN" sz="800" b="1" dirty="0">
              <a:latin typeface="微软雅黑" panose="020B0503020204020204" pitchFamily="34" charset="-122"/>
              <a:ea typeface="微软雅黑" panose="020B0503020204020204" pitchFamily="34" charset="-122"/>
            </a:endParaRPr>
          </a:p>
        </p:txBody>
      </p:sp>
      <p:sp>
        <p:nvSpPr>
          <p:cNvPr id="297" name="Rectangle 17"/>
          <p:cNvSpPr>
            <a:spLocks noChangeArrowheads="1"/>
          </p:cNvSpPr>
          <p:nvPr/>
        </p:nvSpPr>
        <p:spPr bwMode="auto">
          <a:xfrm>
            <a:off x="7342390" y="3169774"/>
            <a:ext cx="734603"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双向放大器</a:t>
            </a:r>
            <a:endParaRPr lang="en-US" altLang="zh-CN" sz="800" b="1" dirty="0">
              <a:latin typeface="微软雅黑" panose="020B0503020204020204" pitchFamily="34" charset="-122"/>
              <a:ea typeface="微软雅黑" panose="020B0503020204020204" pitchFamily="34" charset="-122"/>
            </a:endParaRPr>
          </a:p>
        </p:txBody>
      </p:sp>
      <p:sp>
        <p:nvSpPr>
          <p:cNvPr id="298" name="Rectangle 17"/>
          <p:cNvSpPr>
            <a:spLocks noChangeArrowheads="1"/>
          </p:cNvSpPr>
          <p:nvPr/>
        </p:nvSpPr>
        <p:spPr bwMode="auto">
          <a:xfrm>
            <a:off x="8287540" y="3152177"/>
            <a:ext cx="545006"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分支器</a:t>
            </a:r>
            <a:endParaRPr lang="en-US" altLang="zh-CN" sz="800" b="1" dirty="0">
              <a:latin typeface="微软雅黑" panose="020B0503020204020204" pitchFamily="34" charset="-122"/>
              <a:ea typeface="微软雅黑" panose="020B0503020204020204" pitchFamily="34" charset="-122"/>
            </a:endParaRPr>
          </a:p>
        </p:txBody>
      </p:sp>
      <p:pic>
        <p:nvPicPr>
          <p:cNvPr id="299" name="图片 298"/>
          <p:cNvPicPr>
            <a:picLocks noChangeAspect="1"/>
          </p:cNvPicPr>
          <p:nvPr/>
        </p:nvPicPr>
        <p:blipFill>
          <a:blip r:embed="rId44" cstate="print"/>
          <a:stretch>
            <a:fillRect/>
          </a:stretch>
        </p:blipFill>
        <p:spPr>
          <a:xfrm>
            <a:off x="8957718" y="2295825"/>
            <a:ext cx="744000" cy="768000"/>
          </a:xfrm>
          <a:prstGeom prst="rect">
            <a:avLst/>
          </a:prstGeom>
        </p:spPr>
      </p:pic>
      <p:pic>
        <p:nvPicPr>
          <p:cNvPr id="300" name="图片 299"/>
          <p:cNvPicPr>
            <a:picLocks noChangeAspect="1"/>
          </p:cNvPicPr>
          <p:nvPr/>
        </p:nvPicPr>
        <p:blipFill>
          <a:blip r:embed="rId45" cstate="print"/>
          <a:stretch>
            <a:fillRect/>
          </a:stretch>
        </p:blipFill>
        <p:spPr>
          <a:xfrm>
            <a:off x="9779295" y="2303987"/>
            <a:ext cx="744000" cy="768000"/>
          </a:xfrm>
          <a:prstGeom prst="rect">
            <a:avLst/>
          </a:prstGeom>
        </p:spPr>
      </p:pic>
      <p:pic>
        <p:nvPicPr>
          <p:cNvPr id="301" name="图片 300"/>
          <p:cNvPicPr>
            <a:picLocks noChangeAspect="1"/>
          </p:cNvPicPr>
          <p:nvPr/>
        </p:nvPicPr>
        <p:blipFill>
          <a:blip r:embed="rId46" cstate="print"/>
          <a:stretch>
            <a:fillRect/>
          </a:stretch>
        </p:blipFill>
        <p:spPr>
          <a:xfrm>
            <a:off x="10578050" y="2369610"/>
            <a:ext cx="775536" cy="620429"/>
          </a:xfrm>
          <a:prstGeom prst="rect">
            <a:avLst/>
          </a:prstGeom>
        </p:spPr>
      </p:pic>
      <p:pic>
        <p:nvPicPr>
          <p:cNvPr id="302" name="图片 301"/>
          <p:cNvPicPr>
            <a:picLocks noChangeAspect="1"/>
          </p:cNvPicPr>
          <p:nvPr/>
        </p:nvPicPr>
        <p:blipFill>
          <a:blip r:embed="rId47" cstate="print"/>
          <a:stretch>
            <a:fillRect/>
          </a:stretch>
        </p:blipFill>
        <p:spPr>
          <a:xfrm>
            <a:off x="11459901" y="2302551"/>
            <a:ext cx="682977" cy="749072"/>
          </a:xfrm>
          <a:prstGeom prst="rect">
            <a:avLst/>
          </a:prstGeom>
        </p:spPr>
      </p:pic>
      <p:sp>
        <p:nvSpPr>
          <p:cNvPr id="303" name="Rectangle 17"/>
          <p:cNvSpPr>
            <a:spLocks noChangeArrowheads="1"/>
          </p:cNvSpPr>
          <p:nvPr/>
        </p:nvSpPr>
        <p:spPr bwMode="auto">
          <a:xfrm>
            <a:off x="9060071" y="3159365"/>
            <a:ext cx="491669"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分配器</a:t>
            </a:r>
            <a:endParaRPr lang="en-US" altLang="zh-CN" sz="800" b="1" dirty="0">
              <a:latin typeface="微软雅黑" panose="020B0503020204020204" pitchFamily="34" charset="-122"/>
              <a:ea typeface="微软雅黑" panose="020B0503020204020204" pitchFamily="34" charset="-122"/>
            </a:endParaRPr>
          </a:p>
        </p:txBody>
      </p:sp>
      <p:sp>
        <p:nvSpPr>
          <p:cNvPr id="304" name="Rectangle 17"/>
          <p:cNvSpPr>
            <a:spLocks noChangeArrowheads="1"/>
          </p:cNvSpPr>
          <p:nvPr/>
        </p:nvSpPr>
        <p:spPr bwMode="auto">
          <a:xfrm>
            <a:off x="9912118" y="3152177"/>
            <a:ext cx="543201" cy="215444"/>
          </a:xfrm>
          <a:prstGeom prst="rect">
            <a:avLst/>
          </a:prstGeom>
          <a:noFill/>
        </p:spPr>
        <p:txBody>
          <a:bodyPr wrap="square" rtlCol="0">
            <a:spAutoFit/>
          </a:bodyPr>
          <a:lstStyle/>
          <a:p>
            <a:r>
              <a:rPr lang="zh-CN" altLang="en-US" sz="800" b="1" dirty="0">
                <a:latin typeface="微软雅黑" panose="020B0503020204020204" pitchFamily="34" charset="-122"/>
                <a:ea typeface="微软雅黑" panose="020B0503020204020204" pitchFamily="34" charset="-122"/>
              </a:rPr>
              <a:t>混频器</a:t>
            </a:r>
            <a:endParaRPr lang="en-US" altLang="zh-CN" sz="800" b="1" dirty="0">
              <a:latin typeface="微软雅黑" panose="020B0503020204020204" pitchFamily="34" charset="-122"/>
              <a:ea typeface="微软雅黑" panose="020B0503020204020204" pitchFamily="34" charset="-122"/>
            </a:endParaRPr>
          </a:p>
        </p:txBody>
      </p:sp>
      <p:sp>
        <p:nvSpPr>
          <p:cNvPr id="305" name="Rectangle 17"/>
          <p:cNvSpPr>
            <a:spLocks noChangeArrowheads="1"/>
          </p:cNvSpPr>
          <p:nvPr/>
        </p:nvSpPr>
        <p:spPr bwMode="auto">
          <a:xfrm>
            <a:off x="10705358" y="3145032"/>
            <a:ext cx="520920"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EQAM</a:t>
            </a:r>
            <a:endParaRPr lang="en-US" altLang="zh-CN" sz="800" b="1" dirty="0">
              <a:latin typeface="微软雅黑" panose="020B0503020204020204" pitchFamily="34" charset="-122"/>
              <a:ea typeface="微软雅黑" panose="020B0503020204020204" pitchFamily="34" charset="-122"/>
            </a:endParaRPr>
          </a:p>
        </p:txBody>
      </p:sp>
      <p:sp>
        <p:nvSpPr>
          <p:cNvPr id="306" name="Rectangle 17"/>
          <p:cNvSpPr>
            <a:spLocks noChangeArrowheads="1"/>
          </p:cNvSpPr>
          <p:nvPr/>
        </p:nvSpPr>
        <p:spPr bwMode="auto">
          <a:xfrm>
            <a:off x="11468504" y="3143867"/>
            <a:ext cx="723496"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D-CMTS</a:t>
            </a:r>
            <a:endParaRPr lang="en-US" altLang="zh-CN" sz="800" b="1" dirty="0">
              <a:latin typeface="微软雅黑" panose="020B0503020204020204" pitchFamily="34" charset="-122"/>
              <a:ea typeface="微软雅黑" panose="020B0503020204020204" pitchFamily="34" charset="-122"/>
            </a:endParaRPr>
          </a:p>
        </p:txBody>
      </p:sp>
      <p:grpSp>
        <p:nvGrpSpPr>
          <p:cNvPr id="307" name="组合 306"/>
          <p:cNvGrpSpPr/>
          <p:nvPr/>
        </p:nvGrpSpPr>
        <p:grpSpPr>
          <a:xfrm>
            <a:off x="54910" y="3467544"/>
            <a:ext cx="728785" cy="688372"/>
            <a:chOff x="4394200" y="2348880"/>
            <a:chExt cx="1687513" cy="1527795"/>
          </a:xfrm>
        </p:grpSpPr>
        <p:sp>
          <p:nvSpPr>
            <p:cNvPr id="308" name="Rectangle 24"/>
            <p:cNvSpPr>
              <a:spLocks noChangeArrowheads="1"/>
            </p:cNvSpPr>
            <p:nvPr/>
          </p:nvSpPr>
          <p:spPr bwMode="auto">
            <a:xfrm>
              <a:off x="4818063" y="2606675"/>
              <a:ext cx="1238250" cy="898525"/>
            </a:xfrm>
            <a:prstGeom prst="rect">
              <a:avLst/>
            </a:prstGeom>
            <a:solidFill>
              <a:srgbClr val="C9CACA"/>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09" name="Freeform 25"/>
            <p:cNvSpPr>
              <a:spLocks/>
            </p:cNvSpPr>
            <p:nvPr/>
          </p:nvSpPr>
          <p:spPr bwMode="auto">
            <a:xfrm>
              <a:off x="4394200" y="3292475"/>
              <a:ext cx="1687513" cy="584200"/>
            </a:xfrm>
            <a:custGeom>
              <a:avLst/>
              <a:gdLst/>
              <a:ahLst/>
              <a:cxnLst>
                <a:cxn ang="0">
                  <a:pos x="796" y="368"/>
                </a:cxn>
                <a:cxn ang="0">
                  <a:pos x="0" y="234"/>
                </a:cxn>
                <a:cxn ang="0">
                  <a:pos x="267" y="0"/>
                </a:cxn>
                <a:cxn ang="0">
                  <a:pos x="1063" y="134"/>
                </a:cxn>
                <a:cxn ang="0">
                  <a:pos x="796" y="368"/>
                </a:cxn>
              </a:cxnLst>
              <a:rect l="0" t="0" r="r" b="b"/>
              <a:pathLst>
                <a:path w="1063" h="368">
                  <a:moveTo>
                    <a:pt x="796" y="368"/>
                  </a:moveTo>
                  <a:lnTo>
                    <a:pt x="0" y="234"/>
                  </a:lnTo>
                  <a:lnTo>
                    <a:pt x="267" y="0"/>
                  </a:lnTo>
                  <a:lnTo>
                    <a:pt x="1063" y="134"/>
                  </a:lnTo>
                  <a:lnTo>
                    <a:pt x="796" y="368"/>
                  </a:lnTo>
                  <a:close/>
                </a:path>
              </a:pathLst>
            </a:custGeom>
            <a:solidFill>
              <a:srgbClr val="C08622"/>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10" name="Freeform 26"/>
            <p:cNvSpPr>
              <a:spLocks/>
            </p:cNvSpPr>
            <p:nvPr/>
          </p:nvSpPr>
          <p:spPr bwMode="auto">
            <a:xfrm>
              <a:off x="5657850" y="2557463"/>
              <a:ext cx="423863" cy="1319212"/>
            </a:xfrm>
            <a:custGeom>
              <a:avLst/>
              <a:gdLst/>
              <a:ahLst/>
              <a:cxnLst>
                <a:cxn ang="0">
                  <a:pos x="0" y="236"/>
                </a:cxn>
                <a:cxn ang="0">
                  <a:pos x="0" y="831"/>
                </a:cxn>
                <a:cxn ang="0">
                  <a:pos x="267" y="597"/>
                </a:cxn>
                <a:cxn ang="0">
                  <a:pos x="267" y="0"/>
                </a:cxn>
                <a:cxn ang="0">
                  <a:pos x="0" y="236"/>
                </a:cxn>
              </a:cxnLst>
              <a:rect l="0" t="0" r="r" b="b"/>
              <a:pathLst>
                <a:path w="267" h="831">
                  <a:moveTo>
                    <a:pt x="0" y="236"/>
                  </a:moveTo>
                  <a:lnTo>
                    <a:pt x="0" y="831"/>
                  </a:lnTo>
                  <a:lnTo>
                    <a:pt x="267" y="597"/>
                  </a:lnTo>
                  <a:lnTo>
                    <a:pt x="267" y="0"/>
                  </a:lnTo>
                  <a:lnTo>
                    <a:pt x="0" y="236"/>
                  </a:ln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11" name="Freeform 27"/>
            <p:cNvSpPr>
              <a:spLocks/>
            </p:cNvSpPr>
            <p:nvPr/>
          </p:nvSpPr>
          <p:spPr bwMode="auto">
            <a:xfrm>
              <a:off x="4394200" y="2351088"/>
              <a:ext cx="423863" cy="1312862"/>
            </a:xfrm>
            <a:custGeom>
              <a:avLst/>
              <a:gdLst/>
              <a:ahLst/>
              <a:cxnLst>
                <a:cxn ang="0">
                  <a:pos x="0" y="234"/>
                </a:cxn>
                <a:cxn ang="0">
                  <a:pos x="0" y="827"/>
                </a:cxn>
                <a:cxn ang="0">
                  <a:pos x="267" y="593"/>
                </a:cxn>
                <a:cxn ang="0">
                  <a:pos x="267" y="0"/>
                </a:cxn>
                <a:cxn ang="0">
                  <a:pos x="0" y="234"/>
                </a:cxn>
              </a:cxnLst>
              <a:rect l="0" t="0" r="r" b="b"/>
              <a:pathLst>
                <a:path w="267" h="827">
                  <a:moveTo>
                    <a:pt x="0" y="234"/>
                  </a:moveTo>
                  <a:lnTo>
                    <a:pt x="0" y="827"/>
                  </a:lnTo>
                  <a:lnTo>
                    <a:pt x="267" y="593"/>
                  </a:lnTo>
                  <a:lnTo>
                    <a:pt x="267" y="0"/>
                  </a:lnTo>
                  <a:lnTo>
                    <a:pt x="0" y="234"/>
                  </a:lnTo>
                  <a:close/>
                </a:path>
              </a:pathLst>
            </a:custGeom>
            <a:solidFill>
              <a:srgbClr val="B6482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12" name="Freeform 28"/>
            <p:cNvSpPr>
              <a:spLocks/>
            </p:cNvSpPr>
            <p:nvPr/>
          </p:nvSpPr>
          <p:spPr bwMode="auto">
            <a:xfrm>
              <a:off x="4398963" y="2348880"/>
              <a:ext cx="1682750" cy="581025"/>
            </a:xfrm>
            <a:custGeom>
              <a:avLst/>
              <a:gdLst/>
              <a:ahLst/>
              <a:cxnLst>
                <a:cxn ang="0">
                  <a:pos x="796" y="366"/>
                </a:cxn>
                <a:cxn ang="0">
                  <a:pos x="0" y="229"/>
                </a:cxn>
                <a:cxn ang="0">
                  <a:pos x="264" y="0"/>
                </a:cxn>
                <a:cxn ang="0">
                  <a:pos x="1060" y="132"/>
                </a:cxn>
                <a:cxn ang="0">
                  <a:pos x="796" y="366"/>
                </a:cxn>
                <a:cxn ang="0">
                  <a:pos x="796" y="366"/>
                </a:cxn>
                <a:cxn ang="0">
                  <a:pos x="796" y="366"/>
                </a:cxn>
              </a:cxnLst>
              <a:rect l="0" t="0" r="r" b="b"/>
              <a:pathLst>
                <a:path w="1060" h="366">
                  <a:moveTo>
                    <a:pt x="796" y="366"/>
                  </a:moveTo>
                  <a:lnTo>
                    <a:pt x="0" y="229"/>
                  </a:lnTo>
                  <a:lnTo>
                    <a:pt x="264" y="0"/>
                  </a:lnTo>
                  <a:lnTo>
                    <a:pt x="1060" y="132"/>
                  </a:lnTo>
                  <a:lnTo>
                    <a:pt x="796" y="366"/>
                  </a:lnTo>
                  <a:lnTo>
                    <a:pt x="796" y="366"/>
                  </a:lnTo>
                  <a:lnTo>
                    <a:pt x="796" y="366"/>
                  </a:lnTo>
                  <a:close/>
                </a:path>
              </a:pathLst>
            </a:custGeom>
            <a:solidFill>
              <a:srgbClr val="FBE7BE"/>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13" name="Freeform 29"/>
            <p:cNvSpPr>
              <a:spLocks/>
            </p:cNvSpPr>
            <p:nvPr/>
          </p:nvSpPr>
          <p:spPr bwMode="auto">
            <a:xfrm>
              <a:off x="5313363" y="2965450"/>
              <a:ext cx="96838" cy="717550"/>
            </a:xfrm>
            <a:custGeom>
              <a:avLst/>
              <a:gdLst/>
              <a:ahLst/>
              <a:cxnLst>
                <a:cxn ang="0">
                  <a:pos x="25" y="3"/>
                </a:cxn>
                <a:cxn ang="0">
                  <a:pos x="1" y="15"/>
                </a:cxn>
                <a:cxn ang="0">
                  <a:pos x="0" y="188"/>
                </a:cxn>
                <a:cxn ang="0">
                  <a:pos x="6" y="186"/>
                </a:cxn>
                <a:cxn ang="0">
                  <a:pos x="22" y="168"/>
                </a:cxn>
                <a:cxn ang="0">
                  <a:pos x="26" y="159"/>
                </a:cxn>
                <a:cxn ang="0">
                  <a:pos x="26" y="9"/>
                </a:cxn>
                <a:cxn ang="0">
                  <a:pos x="25" y="3"/>
                </a:cxn>
              </a:cxnLst>
              <a:rect l="0" t="0" r="r" b="b"/>
              <a:pathLst>
                <a:path w="26" h="191">
                  <a:moveTo>
                    <a:pt x="25" y="3"/>
                  </a:moveTo>
                  <a:cubicBezTo>
                    <a:pt x="23" y="0"/>
                    <a:pt x="1" y="15"/>
                    <a:pt x="1" y="15"/>
                  </a:cubicBezTo>
                  <a:cubicBezTo>
                    <a:pt x="0" y="188"/>
                    <a:pt x="0" y="188"/>
                    <a:pt x="0" y="188"/>
                  </a:cubicBezTo>
                  <a:cubicBezTo>
                    <a:pt x="0" y="188"/>
                    <a:pt x="0" y="191"/>
                    <a:pt x="6" y="186"/>
                  </a:cubicBezTo>
                  <a:cubicBezTo>
                    <a:pt x="10" y="182"/>
                    <a:pt x="20" y="171"/>
                    <a:pt x="22" y="168"/>
                  </a:cubicBezTo>
                  <a:cubicBezTo>
                    <a:pt x="24" y="166"/>
                    <a:pt x="25" y="165"/>
                    <a:pt x="26" y="159"/>
                  </a:cubicBezTo>
                  <a:cubicBezTo>
                    <a:pt x="26" y="9"/>
                    <a:pt x="26" y="9"/>
                    <a:pt x="26" y="9"/>
                  </a:cubicBezTo>
                  <a:cubicBezTo>
                    <a:pt x="26" y="3"/>
                    <a:pt x="25" y="3"/>
                    <a:pt x="25" y="3"/>
                  </a:cubicBezTo>
                  <a:close/>
                </a:path>
              </a:pathLst>
            </a:custGeom>
            <a:solidFill>
              <a:srgbClr val="B6482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14" name="Freeform 30"/>
            <p:cNvSpPr>
              <a:spLocks/>
            </p:cNvSpPr>
            <p:nvPr/>
          </p:nvSpPr>
          <p:spPr bwMode="auto">
            <a:xfrm>
              <a:off x="4903788" y="2898775"/>
              <a:ext cx="500063" cy="123825"/>
            </a:xfrm>
            <a:custGeom>
              <a:avLst/>
              <a:gdLst/>
              <a:ahLst/>
              <a:cxnLst>
                <a:cxn ang="0">
                  <a:pos x="133" y="19"/>
                </a:cxn>
                <a:cxn ang="0">
                  <a:pos x="112" y="33"/>
                </a:cxn>
                <a:cxn ang="0">
                  <a:pos x="4" y="13"/>
                </a:cxn>
                <a:cxn ang="0">
                  <a:pos x="1" y="16"/>
                </a:cxn>
                <a:cxn ang="0">
                  <a:pos x="2" y="11"/>
                </a:cxn>
                <a:cxn ang="0">
                  <a:pos x="19" y="0"/>
                </a:cxn>
                <a:cxn ang="0">
                  <a:pos x="21" y="0"/>
                </a:cxn>
                <a:cxn ang="0">
                  <a:pos x="128" y="18"/>
                </a:cxn>
                <a:cxn ang="0">
                  <a:pos x="133" y="19"/>
                </a:cxn>
              </a:cxnLst>
              <a:rect l="0" t="0" r="r" b="b"/>
              <a:pathLst>
                <a:path w="133" h="33">
                  <a:moveTo>
                    <a:pt x="133" y="19"/>
                  </a:moveTo>
                  <a:cubicBezTo>
                    <a:pt x="112" y="33"/>
                    <a:pt x="112" y="33"/>
                    <a:pt x="112" y="33"/>
                  </a:cubicBezTo>
                  <a:cubicBezTo>
                    <a:pt x="49" y="22"/>
                    <a:pt x="10" y="14"/>
                    <a:pt x="4" y="13"/>
                  </a:cubicBezTo>
                  <a:cubicBezTo>
                    <a:pt x="1" y="13"/>
                    <a:pt x="1" y="16"/>
                    <a:pt x="1" y="16"/>
                  </a:cubicBezTo>
                  <a:cubicBezTo>
                    <a:pt x="1" y="16"/>
                    <a:pt x="0" y="13"/>
                    <a:pt x="2" y="11"/>
                  </a:cubicBezTo>
                  <a:cubicBezTo>
                    <a:pt x="4" y="10"/>
                    <a:pt x="15" y="3"/>
                    <a:pt x="19" y="0"/>
                  </a:cubicBezTo>
                  <a:cubicBezTo>
                    <a:pt x="20" y="0"/>
                    <a:pt x="21" y="0"/>
                    <a:pt x="21" y="0"/>
                  </a:cubicBezTo>
                  <a:cubicBezTo>
                    <a:pt x="21" y="0"/>
                    <a:pt x="127" y="18"/>
                    <a:pt x="128" y="18"/>
                  </a:cubicBezTo>
                  <a:cubicBezTo>
                    <a:pt x="132" y="19"/>
                    <a:pt x="133" y="19"/>
                    <a:pt x="133" y="19"/>
                  </a:cubicBez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15" name="Freeform 31"/>
            <p:cNvSpPr>
              <a:spLocks/>
            </p:cNvSpPr>
            <p:nvPr/>
          </p:nvSpPr>
          <p:spPr bwMode="auto">
            <a:xfrm>
              <a:off x="5305425" y="2970213"/>
              <a:ext cx="101600" cy="71437"/>
            </a:xfrm>
            <a:custGeom>
              <a:avLst/>
              <a:gdLst/>
              <a:ahLst/>
              <a:cxnLst>
                <a:cxn ang="0">
                  <a:pos x="27" y="3"/>
                </a:cxn>
                <a:cxn ang="0">
                  <a:pos x="25" y="0"/>
                </a:cxn>
                <a:cxn ang="0">
                  <a:pos x="0" y="14"/>
                </a:cxn>
                <a:cxn ang="0">
                  <a:pos x="4" y="19"/>
                </a:cxn>
                <a:cxn ang="0">
                  <a:pos x="27" y="3"/>
                </a:cxn>
                <a:cxn ang="0">
                  <a:pos x="27" y="3"/>
                </a:cxn>
              </a:cxnLst>
              <a:rect l="0" t="0" r="r" b="b"/>
              <a:pathLst>
                <a:path w="27" h="19">
                  <a:moveTo>
                    <a:pt x="27" y="3"/>
                  </a:moveTo>
                  <a:cubicBezTo>
                    <a:pt x="27" y="1"/>
                    <a:pt x="27" y="0"/>
                    <a:pt x="25" y="0"/>
                  </a:cubicBezTo>
                  <a:cubicBezTo>
                    <a:pt x="22" y="2"/>
                    <a:pt x="0" y="14"/>
                    <a:pt x="0" y="14"/>
                  </a:cubicBezTo>
                  <a:cubicBezTo>
                    <a:pt x="4" y="19"/>
                    <a:pt x="4" y="19"/>
                    <a:pt x="4" y="19"/>
                  </a:cubicBezTo>
                  <a:cubicBezTo>
                    <a:pt x="27" y="3"/>
                    <a:pt x="27" y="3"/>
                    <a:pt x="27" y="3"/>
                  </a:cubicBezTo>
                  <a:cubicBezTo>
                    <a:pt x="27" y="3"/>
                    <a:pt x="27" y="3"/>
                    <a:pt x="27" y="3"/>
                  </a:cubicBez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16" name="Freeform 32"/>
            <p:cNvSpPr>
              <a:spLocks/>
            </p:cNvSpPr>
            <p:nvPr/>
          </p:nvSpPr>
          <p:spPr bwMode="auto">
            <a:xfrm>
              <a:off x="4903788" y="2943225"/>
              <a:ext cx="423863" cy="735012"/>
            </a:xfrm>
            <a:custGeom>
              <a:avLst/>
              <a:gdLst/>
              <a:ahLst/>
              <a:cxnLst>
                <a:cxn ang="0">
                  <a:pos x="110" y="20"/>
                </a:cxn>
                <a:cxn ang="0">
                  <a:pos x="4" y="1"/>
                </a:cxn>
                <a:cxn ang="0">
                  <a:pos x="0" y="3"/>
                </a:cxn>
                <a:cxn ang="0">
                  <a:pos x="0" y="165"/>
                </a:cxn>
                <a:cxn ang="0">
                  <a:pos x="4" y="172"/>
                </a:cxn>
                <a:cxn ang="0">
                  <a:pos x="106" y="195"/>
                </a:cxn>
                <a:cxn ang="0">
                  <a:pos x="112" y="190"/>
                </a:cxn>
                <a:cxn ang="0">
                  <a:pos x="112" y="25"/>
                </a:cxn>
                <a:cxn ang="0">
                  <a:pos x="110" y="20"/>
                </a:cxn>
              </a:cxnLst>
              <a:rect l="0" t="0" r="r" b="b"/>
              <a:pathLst>
                <a:path w="113" h="196">
                  <a:moveTo>
                    <a:pt x="110" y="20"/>
                  </a:moveTo>
                  <a:cubicBezTo>
                    <a:pt x="49" y="9"/>
                    <a:pt x="9" y="2"/>
                    <a:pt x="4" y="1"/>
                  </a:cubicBezTo>
                  <a:cubicBezTo>
                    <a:pt x="0" y="0"/>
                    <a:pt x="0" y="3"/>
                    <a:pt x="0" y="3"/>
                  </a:cubicBezTo>
                  <a:cubicBezTo>
                    <a:pt x="0" y="3"/>
                    <a:pt x="0" y="158"/>
                    <a:pt x="0" y="165"/>
                  </a:cubicBezTo>
                  <a:cubicBezTo>
                    <a:pt x="0" y="171"/>
                    <a:pt x="1" y="171"/>
                    <a:pt x="4" y="172"/>
                  </a:cubicBezTo>
                  <a:cubicBezTo>
                    <a:pt x="6" y="173"/>
                    <a:pt x="87" y="190"/>
                    <a:pt x="106" y="195"/>
                  </a:cubicBezTo>
                  <a:cubicBezTo>
                    <a:pt x="113" y="196"/>
                    <a:pt x="112" y="192"/>
                    <a:pt x="112" y="190"/>
                  </a:cubicBezTo>
                  <a:cubicBezTo>
                    <a:pt x="112" y="190"/>
                    <a:pt x="112" y="29"/>
                    <a:pt x="112" y="25"/>
                  </a:cubicBezTo>
                  <a:cubicBezTo>
                    <a:pt x="112" y="23"/>
                    <a:pt x="110" y="21"/>
                    <a:pt x="110" y="20"/>
                  </a:cubicBezTo>
                  <a:close/>
                </a:path>
              </a:pathLst>
            </a:custGeom>
            <a:solidFill>
              <a:srgbClr val="FBE7BE"/>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17" name="Freeform 33"/>
            <p:cNvSpPr>
              <a:spLocks/>
            </p:cNvSpPr>
            <p:nvPr/>
          </p:nvSpPr>
          <p:spPr bwMode="auto">
            <a:xfrm>
              <a:off x="4919663" y="2959100"/>
              <a:ext cx="393700" cy="700087"/>
            </a:xfrm>
            <a:custGeom>
              <a:avLst/>
              <a:gdLst/>
              <a:ahLst/>
              <a:cxnLst>
                <a:cxn ang="0">
                  <a:pos x="101" y="19"/>
                </a:cxn>
                <a:cxn ang="0">
                  <a:pos x="3" y="1"/>
                </a:cxn>
                <a:cxn ang="0">
                  <a:pos x="0" y="3"/>
                </a:cxn>
                <a:cxn ang="0">
                  <a:pos x="0" y="157"/>
                </a:cxn>
                <a:cxn ang="0">
                  <a:pos x="3" y="165"/>
                </a:cxn>
                <a:cxn ang="0">
                  <a:pos x="99" y="186"/>
                </a:cxn>
                <a:cxn ang="0">
                  <a:pos x="104" y="181"/>
                </a:cxn>
                <a:cxn ang="0">
                  <a:pos x="104" y="24"/>
                </a:cxn>
                <a:cxn ang="0">
                  <a:pos x="101" y="19"/>
                </a:cxn>
              </a:cxnLst>
              <a:rect l="0" t="0" r="r" b="b"/>
              <a:pathLst>
                <a:path w="105" h="187">
                  <a:moveTo>
                    <a:pt x="101" y="19"/>
                  </a:moveTo>
                  <a:cubicBezTo>
                    <a:pt x="45" y="9"/>
                    <a:pt x="8" y="2"/>
                    <a:pt x="3" y="1"/>
                  </a:cubicBezTo>
                  <a:cubicBezTo>
                    <a:pt x="0" y="0"/>
                    <a:pt x="0" y="3"/>
                    <a:pt x="0" y="3"/>
                  </a:cubicBezTo>
                  <a:cubicBezTo>
                    <a:pt x="0" y="3"/>
                    <a:pt x="0" y="151"/>
                    <a:pt x="0" y="157"/>
                  </a:cubicBezTo>
                  <a:cubicBezTo>
                    <a:pt x="0" y="163"/>
                    <a:pt x="1" y="164"/>
                    <a:pt x="3" y="165"/>
                  </a:cubicBezTo>
                  <a:cubicBezTo>
                    <a:pt x="5" y="165"/>
                    <a:pt x="81" y="182"/>
                    <a:pt x="99" y="186"/>
                  </a:cubicBezTo>
                  <a:cubicBezTo>
                    <a:pt x="105" y="187"/>
                    <a:pt x="104" y="183"/>
                    <a:pt x="104" y="181"/>
                  </a:cubicBezTo>
                  <a:cubicBezTo>
                    <a:pt x="104" y="181"/>
                    <a:pt x="104" y="27"/>
                    <a:pt x="104" y="24"/>
                  </a:cubicBezTo>
                  <a:cubicBezTo>
                    <a:pt x="104" y="21"/>
                    <a:pt x="104" y="19"/>
                    <a:pt x="101" y="19"/>
                  </a:cubicBez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18" name="Freeform 34"/>
            <p:cNvSpPr>
              <a:spLocks noEditPoints="1"/>
            </p:cNvSpPr>
            <p:nvPr/>
          </p:nvSpPr>
          <p:spPr bwMode="auto">
            <a:xfrm>
              <a:off x="4916488" y="2959100"/>
              <a:ext cx="396875" cy="700087"/>
            </a:xfrm>
            <a:custGeom>
              <a:avLst/>
              <a:gdLst/>
              <a:ahLst/>
              <a:cxnLst>
                <a:cxn ang="0">
                  <a:pos x="1" y="1"/>
                </a:cxn>
                <a:cxn ang="0">
                  <a:pos x="0" y="3"/>
                </a:cxn>
                <a:cxn ang="0">
                  <a:pos x="0" y="157"/>
                </a:cxn>
                <a:cxn ang="0">
                  <a:pos x="4" y="165"/>
                </a:cxn>
                <a:cxn ang="0">
                  <a:pos x="39" y="173"/>
                </a:cxn>
                <a:cxn ang="0">
                  <a:pos x="100" y="186"/>
                </a:cxn>
                <a:cxn ang="0">
                  <a:pos x="104" y="186"/>
                </a:cxn>
                <a:cxn ang="0">
                  <a:pos x="106" y="181"/>
                </a:cxn>
                <a:cxn ang="0">
                  <a:pos x="105" y="23"/>
                </a:cxn>
                <a:cxn ang="0">
                  <a:pos x="102" y="18"/>
                </a:cxn>
                <a:cxn ang="0">
                  <a:pos x="102" y="18"/>
                </a:cxn>
                <a:cxn ang="0">
                  <a:pos x="4" y="0"/>
                </a:cxn>
                <a:cxn ang="0">
                  <a:pos x="1" y="1"/>
                </a:cxn>
                <a:cxn ang="0">
                  <a:pos x="100" y="185"/>
                </a:cxn>
                <a:cxn ang="0">
                  <a:pos x="39" y="172"/>
                </a:cxn>
                <a:cxn ang="0">
                  <a:pos x="4" y="164"/>
                </a:cxn>
                <a:cxn ang="0">
                  <a:pos x="1" y="157"/>
                </a:cxn>
                <a:cxn ang="0">
                  <a:pos x="1" y="3"/>
                </a:cxn>
                <a:cxn ang="0">
                  <a:pos x="2" y="1"/>
                </a:cxn>
                <a:cxn ang="0">
                  <a:pos x="4" y="1"/>
                </a:cxn>
                <a:cxn ang="0">
                  <a:pos x="102" y="19"/>
                </a:cxn>
                <a:cxn ang="0">
                  <a:pos x="105" y="24"/>
                </a:cxn>
                <a:cxn ang="0">
                  <a:pos x="105" y="181"/>
                </a:cxn>
                <a:cxn ang="0">
                  <a:pos x="103" y="185"/>
                </a:cxn>
                <a:cxn ang="0">
                  <a:pos x="100" y="185"/>
                </a:cxn>
              </a:cxnLst>
              <a:rect l="0" t="0" r="r" b="b"/>
              <a:pathLst>
                <a:path w="106" h="187">
                  <a:moveTo>
                    <a:pt x="1" y="1"/>
                  </a:moveTo>
                  <a:cubicBezTo>
                    <a:pt x="0" y="2"/>
                    <a:pt x="0" y="3"/>
                    <a:pt x="0" y="3"/>
                  </a:cubicBezTo>
                  <a:cubicBezTo>
                    <a:pt x="0" y="3"/>
                    <a:pt x="0" y="157"/>
                    <a:pt x="0" y="157"/>
                  </a:cubicBezTo>
                  <a:cubicBezTo>
                    <a:pt x="0" y="163"/>
                    <a:pt x="1" y="164"/>
                    <a:pt x="4" y="165"/>
                  </a:cubicBezTo>
                  <a:cubicBezTo>
                    <a:pt x="5" y="165"/>
                    <a:pt x="18" y="168"/>
                    <a:pt x="39" y="173"/>
                  </a:cubicBezTo>
                  <a:cubicBezTo>
                    <a:pt x="100" y="186"/>
                    <a:pt x="100" y="186"/>
                    <a:pt x="100" y="186"/>
                  </a:cubicBezTo>
                  <a:cubicBezTo>
                    <a:pt x="101" y="186"/>
                    <a:pt x="103" y="187"/>
                    <a:pt x="104" y="186"/>
                  </a:cubicBezTo>
                  <a:cubicBezTo>
                    <a:pt x="106" y="185"/>
                    <a:pt x="106" y="182"/>
                    <a:pt x="106" y="181"/>
                  </a:cubicBezTo>
                  <a:cubicBezTo>
                    <a:pt x="106" y="181"/>
                    <a:pt x="105" y="23"/>
                    <a:pt x="105" y="23"/>
                  </a:cubicBezTo>
                  <a:cubicBezTo>
                    <a:pt x="105" y="21"/>
                    <a:pt x="105" y="19"/>
                    <a:pt x="102" y="18"/>
                  </a:cubicBezTo>
                  <a:cubicBezTo>
                    <a:pt x="102" y="18"/>
                    <a:pt x="102" y="18"/>
                    <a:pt x="102" y="18"/>
                  </a:cubicBezTo>
                  <a:cubicBezTo>
                    <a:pt x="4" y="0"/>
                    <a:pt x="4" y="0"/>
                    <a:pt x="4" y="0"/>
                  </a:cubicBezTo>
                  <a:cubicBezTo>
                    <a:pt x="3" y="0"/>
                    <a:pt x="2" y="0"/>
                    <a:pt x="1" y="1"/>
                  </a:cubicBezTo>
                  <a:close/>
                  <a:moveTo>
                    <a:pt x="100" y="185"/>
                  </a:moveTo>
                  <a:cubicBezTo>
                    <a:pt x="100" y="185"/>
                    <a:pt x="39" y="172"/>
                    <a:pt x="39" y="172"/>
                  </a:cubicBezTo>
                  <a:cubicBezTo>
                    <a:pt x="21" y="168"/>
                    <a:pt x="5" y="164"/>
                    <a:pt x="4" y="164"/>
                  </a:cubicBezTo>
                  <a:cubicBezTo>
                    <a:pt x="2" y="163"/>
                    <a:pt x="1" y="163"/>
                    <a:pt x="1" y="157"/>
                  </a:cubicBezTo>
                  <a:cubicBezTo>
                    <a:pt x="1" y="3"/>
                    <a:pt x="1" y="3"/>
                    <a:pt x="1" y="3"/>
                  </a:cubicBezTo>
                  <a:cubicBezTo>
                    <a:pt x="1" y="3"/>
                    <a:pt x="1" y="2"/>
                    <a:pt x="2" y="1"/>
                  </a:cubicBezTo>
                  <a:cubicBezTo>
                    <a:pt x="2" y="1"/>
                    <a:pt x="3" y="1"/>
                    <a:pt x="4" y="1"/>
                  </a:cubicBezTo>
                  <a:cubicBezTo>
                    <a:pt x="102" y="19"/>
                    <a:pt x="102" y="19"/>
                    <a:pt x="102" y="19"/>
                  </a:cubicBezTo>
                  <a:cubicBezTo>
                    <a:pt x="104" y="19"/>
                    <a:pt x="105" y="21"/>
                    <a:pt x="105" y="24"/>
                  </a:cubicBezTo>
                  <a:cubicBezTo>
                    <a:pt x="105" y="181"/>
                    <a:pt x="105" y="181"/>
                    <a:pt x="105" y="181"/>
                  </a:cubicBezTo>
                  <a:cubicBezTo>
                    <a:pt x="105" y="181"/>
                    <a:pt x="105" y="184"/>
                    <a:pt x="103" y="185"/>
                  </a:cubicBezTo>
                  <a:cubicBezTo>
                    <a:pt x="103" y="186"/>
                    <a:pt x="101" y="186"/>
                    <a:pt x="100" y="185"/>
                  </a:cubicBez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19" name="Freeform 35"/>
            <p:cNvSpPr>
              <a:spLocks/>
            </p:cNvSpPr>
            <p:nvPr/>
          </p:nvSpPr>
          <p:spPr bwMode="auto">
            <a:xfrm>
              <a:off x="4916488" y="3235325"/>
              <a:ext cx="385763" cy="93662"/>
            </a:xfrm>
            <a:custGeom>
              <a:avLst/>
              <a:gdLst/>
              <a:ahLst/>
              <a:cxnLst>
                <a:cxn ang="0">
                  <a:pos x="243" y="59"/>
                </a:cxn>
                <a:cxn ang="0">
                  <a:pos x="0" y="10"/>
                </a:cxn>
                <a:cxn ang="0">
                  <a:pos x="0" y="0"/>
                </a:cxn>
                <a:cxn ang="0">
                  <a:pos x="243" y="52"/>
                </a:cxn>
                <a:cxn ang="0">
                  <a:pos x="243" y="59"/>
                </a:cxn>
                <a:cxn ang="0">
                  <a:pos x="243" y="59"/>
                </a:cxn>
                <a:cxn ang="0">
                  <a:pos x="243" y="59"/>
                </a:cxn>
              </a:cxnLst>
              <a:rect l="0" t="0" r="r" b="b"/>
              <a:pathLst>
                <a:path w="243" h="59">
                  <a:moveTo>
                    <a:pt x="243" y="59"/>
                  </a:moveTo>
                  <a:lnTo>
                    <a:pt x="0" y="10"/>
                  </a:lnTo>
                  <a:lnTo>
                    <a:pt x="0" y="0"/>
                  </a:lnTo>
                  <a:lnTo>
                    <a:pt x="243" y="52"/>
                  </a:lnTo>
                  <a:lnTo>
                    <a:pt x="243" y="59"/>
                  </a:lnTo>
                  <a:lnTo>
                    <a:pt x="243" y="59"/>
                  </a:lnTo>
                  <a:lnTo>
                    <a:pt x="243" y="59"/>
                  </a:lnTo>
                  <a:close/>
                </a:path>
              </a:pathLst>
            </a:custGeom>
            <a:solidFill>
              <a:srgbClr val="FBE7BE"/>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20" name="Freeform 36"/>
            <p:cNvSpPr>
              <a:spLocks/>
            </p:cNvSpPr>
            <p:nvPr/>
          </p:nvSpPr>
          <p:spPr bwMode="auto">
            <a:xfrm>
              <a:off x="4916488" y="3228975"/>
              <a:ext cx="388938" cy="88900"/>
            </a:xfrm>
            <a:custGeom>
              <a:avLst/>
              <a:gdLst/>
              <a:ahLst/>
              <a:cxnLst>
                <a:cxn ang="0">
                  <a:pos x="245" y="56"/>
                </a:cxn>
                <a:cxn ang="0">
                  <a:pos x="0" y="7"/>
                </a:cxn>
                <a:cxn ang="0">
                  <a:pos x="0" y="0"/>
                </a:cxn>
                <a:cxn ang="0">
                  <a:pos x="245" y="49"/>
                </a:cxn>
                <a:cxn ang="0">
                  <a:pos x="245" y="56"/>
                </a:cxn>
                <a:cxn ang="0">
                  <a:pos x="245" y="56"/>
                </a:cxn>
                <a:cxn ang="0">
                  <a:pos x="245" y="56"/>
                </a:cxn>
              </a:cxnLst>
              <a:rect l="0" t="0" r="r" b="b"/>
              <a:pathLst>
                <a:path w="245" h="56">
                  <a:moveTo>
                    <a:pt x="245" y="56"/>
                  </a:moveTo>
                  <a:lnTo>
                    <a:pt x="0" y="7"/>
                  </a:lnTo>
                  <a:lnTo>
                    <a:pt x="0" y="0"/>
                  </a:lnTo>
                  <a:lnTo>
                    <a:pt x="245" y="49"/>
                  </a:lnTo>
                  <a:lnTo>
                    <a:pt x="245" y="56"/>
                  </a:lnTo>
                  <a:lnTo>
                    <a:pt x="245" y="56"/>
                  </a:lnTo>
                  <a:lnTo>
                    <a:pt x="245" y="56"/>
                  </a:ln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21" name="Freeform 37"/>
            <p:cNvSpPr>
              <a:spLocks noEditPoints="1"/>
            </p:cNvSpPr>
            <p:nvPr/>
          </p:nvSpPr>
          <p:spPr bwMode="auto">
            <a:xfrm>
              <a:off x="4953000" y="3100388"/>
              <a:ext cx="338138" cy="180975"/>
            </a:xfrm>
            <a:custGeom>
              <a:avLst/>
              <a:gdLst/>
              <a:ahLst/>
              <a:cxnLst>
                <a:cxn ang="0">
                  <a:pos x="44" y="6"/>
                </a:cxn>
                <a:cxn ang="0">
                  <a:pos x="32" y="15"/>
                </a:cxn>
                <a:cxn ang="0">
                  <a:pos x="44" y="30"/>
                </a:cxn>
                <a:cxn ang="0">
                  <a:pos x="56" y="20"/>
                </a:cxn>
                <a:cxn ang="0">
                  <a:pos x="44" y="6"/>
                </a:cxn>
                <a:cxn ang="0">
                  <a:pos x="79" y="12"/>
                </a:cxn>
                <a:cxn ang="0">
                  <a:pos x="84" y="3"/>
                </a:cxn>
                <a:cxn ang="0">
                  <a:pos x="72" y="0"/>
                </a:cxn>
                <a:cxn ang="0">
                  <a:pos x="74" y="3"/>
                </a:cxn>
                <a:cxn ang="0">
                  <a:pos x="55" y="10"/>
                </a:cxn>
                <a:cxn ang="0">
                  <a:pos x="59" y="17"/>
                </a:cxn>
                <a:cxn ang="0">
                  <a:pos x="77" y="9"/>
                </a:cxn>
                <a:cxn ang="0">
                  <a:pos x="79" y="12"/>
                </a:cxn>
                <a:cxn ang="0">
                  <a:pos x="79" y="12"/>
                </a:cxn>
                <a:cxn ang="0">
                  <a:pos x="81" y="31"/>
                </a:cxn>
                <a:cxn ang="0">
                  <a:pos x="90" y="26"/>
                </a:cxn>
                <a:cxn ang="0">
                  <a:pos x="81" y="18"/>
                </a:cxn>
                <a:cxn ang="0">
                  <a:pos x="81" y="21"/>
                </a:cxn>
                <a:cxn ang="0">
                  <a:pos x="59" y="17"/>
                </a:cxn>
                <a:cxn ang="0">
                  <a:pos x="59" y="23"/>
                </a:cxn>
                <a:cxn ang="0">
                  <a:pos x="81" y="28"/>
                </a:cxn>
                <a:cxn ang="0">
                  <a:pos x="81" y="31"/>
                </a:cxn>
                <a:cxn ang="0">
                  <a:pos x="81" y="31"/>
                </a:cxn>
                <a:cxn ang="0">
                  <a:pos x="77" y="39"/>
                </a:cxn>
                <a:cxn ang="0">
                  <a:pos x="59" y="23"/>
                </a:cxn>
                <a:cxn ang="0">
                  <a:pos x="55" y="29"/>
                </a:cxn>
                <a:cxn ang="0">
                  <a:pos x="74" y="44"/>
                </a:cxn>
                <a:cxn ang="0">
                  <a:pos x="72" y="46"/>
                </a:cxn>
                <a:cxn ang="0">
                  <a:pos x="84" y="48"/>
                </a:cxn>
                <a:cxn ang="0">
                  <a:pos x="79" y="36"/>
                </a:cxn>
                <a:cxn ang="0">
                  <a:pos x="77" y="39"/>
                </a:cxn>
                <a:cxn ang="0">
                  <a:pos x="77" y="39"/>
                </a:cxn>
                <a:cxn ang="0">
                  <a:pos x="22" y="8"/>
                </a:cxn>
                <a:cxn ang="0">
                  <a:pos x="0" y="3"/>
                </a:cxn>
                <a:cxn ang="0">
                  <a:pos x="0" y="11"/>
                </a:cxn>
                <a:cxn ang="0">
                  <a:pos x="22" y="15"/>
                </a:cxn>
                <a:cxn ang="0">
                  <a:pos x="22" y="19"/>
                </a:cxn>
                <a:cxn ang="0">
                  <a:pos x="30" y="13"/>
                </a:cxn>
                <a:cxn ang="0">
                  <a:pos x="22" y="4"/>
                </a:cxn>
                <a:cxn ang="0">
                  <a:pos x="22" y="8"/>
                </a:cxn>
                <a:cxn ang="0">
                  <a:pos x="22" y="8"/>
                </a:cxn>
              </a:cxnLst>
              <a:rect l="0" t="0" r="r" b="b"/>
              <a:pathLst>
                <a:path w="90" h="48">
                  <a:moveTo>
                    <a:pt x="44" y="6"/>
                  </a:moveTo>
                  <a:cubicBezTo>
                    <a:pt x="38" y="5"/>
                    <a:pt x="32" y="9"/>
                    <a:pt x="32" y="15"/>
                  </a:cubicBezTo>
                  <a:cubicBezTo>
                    <a:pt x="32" y="22"/>
                    <a:pt x="38" y="28"/>
                    <a:pt x="44" y="30"/>
                  </a:cubicBezTo>
                  <a:cubicBezTo>
                    <a:pt x="50" y="31"/>
                    <a:pt x="56" y="27"/>
                    <a:pt x="56" y="20"/>
                  </a:cubicBezTo>
                  <a:cubicBezTo>
                    <a:pt x="56" y="14"/>
                    <a:pt x="50" y="7"/>
                    <a:pt x="44" y="6"/>
                  </a:cubicBezTo>
                  <a:close/>
                  <a:moveTo>
                    <a:pt x="79" y="12"/>
                  </a:moveTo>
                  <a:cubicBezTo>
                    <a:pt x="84" y="3"/>
                    <a:pt x="84" y="3"/>
                    <a:pt x="84" y="3"/>
                  </a:cubicBezTo>
                  <a:cubicBezTo>
                    <a:pt x="72" y="0"/>
                    <a:pt x="72" y="0"/>
                    <a:pt x="72" y="0"/>
                  </a:cubicBezTo>
                  <a:cubicBezTo>
                    <a:pt x="74" y="3"/>
                    <a:pt x="74" y="3"/>
                    <a:pt x="74" y="3"/>
                  </a:cubicBezTo>
                  <a:cubicBezTo>
                    <a:pt x="55" y="10"/>
                    <a:pt x="55" y="10"/>
                    <a:pt x="55" y="10"/>
                  </a:cubicBezTo>
                  <a:cubicBezTo>
                    <a:pt x="59" y="17"/>
                    <a:pt x="59" y="17"/>
                    <a:pt x="59" y="17"/>
                  </a:cubicBezTo>
                  <a:cubicBezTo>
                    <a:pt x="77" y="9"/>
                    <a:pt x="77" y="9"/>
                    <a:pt x="77" y="9"/>
                  </a:cubicBezTo>
                  <a:cubicBezTo>
                    <a:pt x="79" y="12"/>
                    <a:pt x="79" y="12"/>
                    <a:pt x="79" y="12"/>
                  </a:cubicBezTo>
                  <a:cubicBezTo>
                    <a:pt x="79" y="12"/>
                    <a:pt x="79" y="12"/>
                    <a:pt x="79" y="12"/>
                  </a:cubicBezTo>
                  <a:close/>
                  <a:moveTo>
                    <a:pt x="81" y="31"/>
                  </a:moveTo>
                  <a:cubicBezTo>
                    <a:pt x="90" y="26"/>
                    <a:pt x="90" y="26"/>
                    <a:pt x="90" y="26"/>
                  </a:cubicBezTo>
                  <a:cubicBezTo>
                    <a:pt x="81" y="18"/>
                    <a:pt x="81" y="18"/>
                    <a:pt x="81" y="18"/>
                  </a:cubicBezTo>
                  <a:cubicBezTo>
                    <a:pt x="81" y="21"/>
                    <a:pt x="81" y="21"/>
                    <a:pt x="81" y="21"/>
                  </a:cubicBezTo>
                  <a:cubicBezTo>
                    <a:pt x="59" y="17"/>
                    <a:pt x="59" y="17"/>
                    <a:pt x="59" y="17"/>
                  </a:cubicBezTo>
                  <a:cubicBezTo>
                    <a:pt x="59" y="23"/>
                    <a:pt x="59" y="23"/>
                    <a:pt x="59" y="23"/>
                  </a:cubicBezTo>
                  <a:cubicBezTo>
                    <a:pt x="81" y="28"/>
                    <a:pt x="81" y="28"/>
                    <a:pt x="81" y="28"/>
                  </a:cubicBezTo>
                  <a:cubicBezTo>
                    <a:pt x="81" y="31"/>
                    <a:pt x="81" y="31"/>
                    <a:pt x="81" y="31"/>
                  </a:cubicBezTo>
                  <a:cubicBezTo>
                    <a:pt x="81" y="31"/>
                    <a:pt x="81" y="31"/>
                    <a:pt x="81" y="31"/>
                  </a:cubicBezTo>
                  <a:close/>
                  <a:moveTo>
                    <a:pt x="77" y="39"/>
                  </a:moveTo>
                  <a:cubicBezTo>
                    <a:pt x="59" y="23"/>
                    <a:pt x="59" y="23"/>
                    <a:pt x="59" y="23"/>
                  </a:cubicBezTo>
                  <a:cubicBezTo>
                    <a:pt x="55" y="29"/>
                    <a:pt x="55" y="29"/>
                    <a:pt x="55" y="29"/>
                  </a:cubicBezTo>
                  <a:cubicBezTo>
                    <a:pt x="74" y="44"/>
                    <a:pt x="74" y="44"/>
                    <a:pt x="74" y="44"/>
                  </a:cubicBezTo>
                  <a:cubicBezTo>
                    <a:pt x="72" y="46"/>
                    <a:pt x="72" y="46"/>
                    <a:pt x="72" y="46"/>
                  </a:cubicBezTo>
                  <a:cubicBezTo>
                    <a:pt x="84" y="48"/>
                    <a:pt x="84" y="48"/>
                    <a:pt x="84" y="48"/>
                  </a:cubicBezTo>
                  <a:cubicBezTo>
                    <a:pt x="79" y="36"/>
                    <a:pt x="79" y="36"/>
                    <a:pt x="79" y="36"/>
                  </a:cubicBezTo>
                  <a:cubicBezTo>
                    <a:pt x="77" y="39"/>
                    <a:pt x="77" y="39"/>
                    <a:pt x="77" y="39"/>
                  </a:cubicBezTo>
                  <a:cubicBezTo>
                    <a:pt x="77" y="39"/>
                    <a:pt x="77" y="39"/>
                    <a:pt x="77" y="39"/>
                  </a:cubicBezTo>
                  <a:close/>
                  <a:moveTo>
                    <a:pt x="22" y="8"/>
                  </a:moveTo>
                  <a:cubicBezTo>
                    <a:pt x="0" y="3"/>
                    <a:pt x="0" y="3"/>
                    <a:pt x="0" y="3"/>
                  </a:cubicBezTo>
                  <a:cubicBezTo>
                    <a:pt x="0" y="11"/>
                    <a:pt x="0" y="11"/>
                    <a:pt x="0" y="11"/>
                  </a:cubicBezTo>
                  <a:cubicBezTo>
                    <a:pt x="22" y="15"/>
                    <a:pt x="22" y="15"/>
                    <a:pt x="22" y="15"/>
                  </a:cubicBezTo>
                  <a:cubicBezTo>
                    <a:pt x="22" y="19"/>
                    <a:pt x="22" y="19"/>
                    <a:pt x="22" y="19"/>
                  </a:cubicBezTo>
                  <a:cubicBezTo>
                    <a:pt x="30" y="13"/>
                    <a:pt x="30" y="13"/>
                    <a:pt x="30" y="13"/>
                  </a:cubicBezTo>
                  <a:cubicBezTo>
                    <a:pt x="22" y="4"/>
                    <a:pt x="22" y="4"/>
                    <a:pt x="22" y="4"/>
                  </a:cubicBezTo>
                  <a:cubicBezTo>
                    <a:pt x="22" y="8"/>
                    <a:pt x="22" y="8"/>
                    <a:pt x="22" y="8"/>
                  </a:cubicBezTo>
                  <a:cubicBezTo>
                    <a:pt x="22" y="8"/>
                    <a:pt x="22" y="8"/>
                    <a:pt x="22" y="8"/>
                  </a:cubicBezTo>
                  <a:close/>
                </a:path>
              </a:pathLst>
            </a:custGeom>
            <a:solidFill>
              <a:srgbClr val="B6482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22" name="Freeform 38"/>
            <p:cNvSpPr>
              <a:spLocks noEditPoints="1"/>
            </p:cNvSpPr>
            <p:nvPr/>
          </p:nvSpPr>
          <p:spPr bwMode="auto">
            <a:xfrm>
              <a:off x="5068888" y="3355975"/>
              <a:ext cx="165100" cy="209550"/>
            </a:xfrm>
            <a:custGeom>
              <a:avLst/>
              <a:gdLst/>
              <a:ahLst/>
              <a:cxnLst>
                <a:cxn ang="0">
                  <a:pos x="44" y="42"/>
                </a:cxn>
                <a:cxn ang="0">
                  <a:pos x="44" y="9"/>
                </a:cxn>
                <a:cxn ang="0">
                  <a:pos x="0" y="0"/>
                </a:cxn>
                <a:cxn ang="0">
                  <a:pos x="0" y="33"/>
                </a:cxn>
                <a:cxn ang="0">
                  <a:pos x="3" y="34"/>
                </a:cxn>
                <a:cxn ang="0">
                  <a:pos x="3" y="37"/>
                </a:cxn>
                <a:cxn ang="0">
                  <a:pos x="0" y="41"/>
                </a:cxn>
                <a:cxn ang="0">
                  <a:pos x="0" y="47"/>
                </a:cxn>
                <a:cxn ang="0">
                  <a:pos x="44" y="56"/>
                </a:cxn>
                <a:cxn ang="0">
                  <a:pos x="44" y="50"/>
                </a:cxn>
                <a:cxn ang="0">
                  <a:pos x="39" y="44"/>
                </a:cxn>
                <a:cxn ang="0">
                  <a:pos x="39" y="41"/>
                </a:cxn>
                <a:cxn ang="0">
                  <a:pos x="44" y="42"/>
                </a:cxn>
                <a:cxn ang="0">
                  <a:pos x="44" y="42"/>
                </a:cxn>
                <a:cxn ang="0">
                  <a:pos x="38" y="33"/>
                </a:cxn>
                <a:cxn ang="0">
                  <a:pos x="37" y="34"/>
                </a:cxn>
                <a:cxn ang="0">
                  <a:pos x="7" y="28"/>
                </a:cxn>
                <a:cxn ang="0">
                  <a:pos x="6" y="27"/>
                </a:cxn>
                <a:cxn ang="0">
                  <a:pos x="6" y="7"/>
                </a:cxn>
                <a:cxn ang="0">
                  <a:pos x="7" y="6"/>
                </a:cxn>
                <a:cxn ang="0">
                  <a:pos x="37" y="12"/>
                </a:cxn>
                <a:cxn ang="0">
                  <a:pos x="38" y="14"/>
                </a:cxn>
                <a:cxn ang="0">
                  <a:pos x="38" y="33"/>
                </a:cxn>
                <a:cxn ang="0">
                  <a:pos x="38" y="33"/>
                </a:cxn>
              </a:cxnLst>
              <a:rect l="0" t="0" r="r" b="b"/>
              <a:pathLst>
                <a:path w="44" h="56">
                  <a:moveTo>
                    <a:pt x="44" y="42"/>
                  </a:moveTo>
                  <a:cubicBezTo>
                    <a:pt x="44" y="9"/>
                    <a:pt x="44" y="9"/>
                    <a:pt x="44" y="9"/>
                  </a:cubicBezTo>
                  <a:cubicBezTo>
                    <a:pt x="0" y="0"/>
                    <a:pt x="0" y="0"/>
                    <a:pt x="0" y="0"/>
                  </a:cubicBezTo>
                  <a:cubicBezTo>
                    <a:pt x="0" y="33"/>
                    <a:pt x="0" y="33"/>
                    <a:pt x="0" y="33"/>
                  </a:cubicBezTo>
                  <a:cubicBezTo>
                    <a:pt x="3" y="34"/>
                    <a:pt x="3" y="34"/>
                    <a:pt x="3" y="34"/>
                  </a:cubicBezTo>
                  <a:cubicBezTo>
                    <a:pt x="3" y="37"/>
                    <a:pt x="3" y="37"/>
                    <a:pt x="3" y="37"/>
                  </a:cubicBezTo>
                  <a:cubicBezTo>
                    <a:pt x="0" y="41"/>
                    <a:pt x="0" y="41"/>
                    <a:pt x="0" y="41"/>
                  </a:cubicBezTo>
                  <a:cubicBezTo>
                    <a:pt x="0" y="47"/>
                    <a:pt x="0" y="47"/>
                    <a:pt x="0" y="47"/>
                  </a:cubicBezTo>
                  <a:cubicBezTo>
                    <a:pt x="44" y="56"/>
                    <a:pt x="44" y="56"/>
                    <a:pt x="44" y="56"/>
                  </a:cubicBezTo>
                  <a:cubicBezTo>
                    <a:pt x="44" y="50"/>
                    <a:pt x="44" y="50"/>
                    <a:pt x="44" y="50"/>
                  </a:cubicBezTo>
                  <a:cubicBezTo>
                    <a:pt x="39" y="44"/>
                    <a:pt x="39" y="44"/>
                    <a:pt x="39" y="44"/>
                  </a:cubicBezTo>
                  <a:cubicBezTo>
                    <a:pt x="39" y="41"/>
                    <a:pt x="39" y="41"/>
                    <a:pt x="39" y="41"/>
                  </a:cubicBezTo>
                  <a:cubicBezTo>
                    <a:pt x="44" y="42"/>
                    <a:pt x="44" y="42"/>
                    <a:pt x="44" y="42"/>
                  </a:cubicBezTo>
                  <a:cubicBezTo>
                    <a:pt x="44" y="42"/>
                    <a:pt x="44" y="42"/>
                    <a:pt x="44" y="42"/>
                  </a:cubicBezTo>
                  <a:close/>
                  <a:moveTo>
                    <a:pt x="38" y="33"/>
                  </a:moveTo>
                  <a:cubicBezTo>
                    <a:pt x="38" y="34"/>
                    <a:pt x="37" y="34"/>
                    <a:pt x="37" y="34"/>
                  </a:cubicBezTo>
                  <a:cubicBezTo>
                    <a:pt x="7" y="28"/>
                    <a:pt x="7" y="28"/>
                    <a:pt x="7" y="28"/>
                  </a:cubicBezTo>
                  <a:cubicBezTo>
                    <a:pt x="6" y="28"/>
                    <a:pt x="6" y="28"/>
                    <a:pt x="6" y="27"/>
                  </a:cubicBezTo>
                  <a:cubicBezTo>
                    <a:pt x="6" y="7"/>
                    <a:pt x="6" y="7"/>
                    <a:pt x="6" y="7"/>
                  </a:cubicBezTo>
                  <a:cubicBezTo>
                    <a:pt x="6" y="6"/>
                    <a:pt x="6" y="6"/>
                    <a:pt x="7" y="6"/>
                  </a:cubicBezTo>
                  <a:cubicBezTo>
                    <a:pt x="37" y="12"/>
                    <a:pt x="37" y="12"/>
                    <a:pt x="37" y="12"/>
                  </a:cubicBezTo>
                  <a:cubicBezTo>
                    <a:pt x="37" y="12"/>
                    <a:pt x="38" y="13"/>
                    <a:pt x="38" y="14"/>
                  </a:cubicBezTo>
                  <a:cubicBezTo>
                    <a:pt x="38" y="33"/>
                    <a:pt x="38" y="33"/>
                    <a:pt x="38" y="33"/>
                  </a:cubicBezTo>
                  <a:cubicBezTo>
                    <a:pt x="38" y="33"/>
                    <a:pt x="38" y="33"/>
                    <a:pt x="38" y="33"/>
                  </a:cubicBezTo>
                  <a:close/>
                </a:path>
              </a:pathLst>
            </a:custGeom>
            <a:solidFill>
              <a:srgbClr val="B6482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23" name="Freeform 39"/>
            <p:cNvSpPr>
              <a:spLocks/>
            </p:cNvSpPr>
            <p:nvPr/>
          </p:nvSpPr>
          <p:spPr bwMode="auto">
            <a:xfrm>
              <a:off x="5005388" y="3344863"/>
              <a:ext cx="46038" cy="184150"/>
            </a:xfrm>
            <a:custGeom>
              <a:avLst/>
              <a:gdLst/>
              <a:ahLst/>
              <a:cxnLst>
                <a:cxn ang="0">
                  <a:pos x="5" y="1"/>
                </a:cxn>
                <a:cxn ang="0">
                  <a:pos x="12" y="2"/>
                </a:cxn>
                <a:cxn ang="0">
                  <a:pos x="12" y="10"/>
                </a:cxn>
                <a:cxn ang="0">
                  <a:pos x="5" y="9"/>
                </a:cxn>
                <a:cxn ang="0">
                  <a:pos x="5" y="40"/>
                </a:cxn>
                <a:cxn ang="0">
                  <a:pos x="12" y="41"/>
                </a:cxn>
                <a:cxn ang="0">
                  <a:pos x="12" y="49"/>
                </a:cxn>
                <a:cxn ang="0">
                  <a:pos x="4" y="47"/>
                </a:cxn>
                <a:cxn ang="0">
                  <a:pos x="1" y="46"/>
                </a:cxn>
                <a:cxn ang="0">
                  <a:pos x="0" y="42"/>
                </a:cxn>
                <a:cxn ang="0">
                  <a:pos x="0" y="4"/>
                </a:cxn>
                <a:cxn ang="0">
                  <a:pos x="5" y="1"/>
                </a:cxn>
              </a:cxnLst>
              <a:rect l="0" t="0" r="r" b="b"/>
              <a:pathLst>
                <a:path w="12" h="49">
                  <a:moveTo>
                    <a:pt x="5" y="1"/>
                  </a:moveTo>
                  <a:cubicBezTo>
                    <a:pt x="5" y="1"/>
                    <a:pt x="11" y="2"/>
                    <a:pt x="12" y="2"/>
                  </a:cubicBezTo>
                  <a:cubicBezTo>
                    <a:pt x="12" y="10"/>
                    <a:pt x="12" y="10"/>
                    <a:pt x="12" y="10"/>
                  </a:cubicBezTo>
                  <a:cubicBezTo>
                    <a:pt x="11" y="10"/>
                    <a:pt x="5" y="9"/>
                    <a:pt x="5" y="9"/>
                  </a:cubicBezTo>
                  <a:cubicBezTo>
                    <a:pt x="5" y="40"/>
                    <a:pt x="5" y="40"/>
                    <a:pt x="5" y="40"/>
                  </a:cubicBezTo>
                  <a:cubicBezTo>
                    <a:pt x="5" y="40"/>
                    <a:pt x="11" y="41"/>
                    <a:pt x="12" y="41"/>
                  </a:cubicBezTo>
                  <a:cubicBezTo>
                    <a:pt x="12" y="49"/>
                    <a:pt x="12" y="49"/>
                    <a:pt x="12" y="49"/>
                  </a:cubicBezTo>
                  <a:cubicBezTo>
                    <a:pt x="11" y="49"/>
                    <a:pt x="4" y="47"/>
                    <a:pt x="4" y="47"/>
                  </a:cubicBezTo>
                  <a:cubicBezTo>
                    <a:pt x="3" y="47"/>
                    <a:pt x="2" y="47"/>
                    <a:pt x="1" y="46"/>
                  </a:cubicBezTo>
                  <a:cubicBezTo>
                    <a:pt x="1" y="45"/>
                    <a:pt x="0" y="43"/>
                    <a:pt x="0" y="42"/>
                  </a:cubicBezTo>
                  <a:cubicBezTo>
                    <a:pt x="0" y="4"/>
                    <a:pt x="0" y="4"/>
                    <a:pt x="0" y="4"/>
                  </a:cubicBezTo>
                  <a:cubicBezTo>
                    <a:pt x="0" y="2"/>
                    <a:pt x="2" y="0"/>
                    <a:pt x="5" y="1"/>
                  </a:cubicBezTo>
                  <a:close/>
                </a:path>
              </a:pathLst>
            </a:custGeom>
            <a:solidFill>
              <a:srgbClr val="B6482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24" name="Freeform 40"/>
            <p:cNvSpPr>
              <a:spLocks noEditPoints="1"/>
            </p:cNvSpPr>
            <p:nvPr/>
          </p:nvSpPr>
          <p:spPr bwMode="auto">
            <a:xfrm>
              <a:off x="4949825" y="3089275"/>
              <a:ext cx="336550" cy="180975"/>
            </a:xfrm>
            <a:custGeom>
              <a:avLst/>
              <a:gdLst/>
              <a:ahLst/>
              <a:cxnLst>
                <a:cxn ang="0">
                  <a:pos x="45" y="7"/>
                </a:cxn>
                <a:cxn ang="0">
                  <a:pos x="32" y="15"/>
                </a:cxn>
                <a:cxn ang="0">
                  <a:pos x="45" y="30"/>
                </a:cxn>
                <a:cxn ang="0">
                  <a:pos x="56" y="20"/>
                </a:cxn>
                <a:cxn ang="0">
                  <a:pos x="45" y="7"/>
                </a:cxn>
                <a:cxn ang="0">
                  <a:pos x="80" y="13"/>
                </a:cxn>
                <a:cxn ang="0">
                  <a:pos x="84" y="4"/>
                </a:cxn>
                <a:cxn ang="0">
                  <a:pos x="73" y="0"/>
                </a:cxn>
                <a:cxn ang="0">
                  <a:pos x="75" y="4"/>
                </a:cxn>
                <a:cxn ang="0">
                  <a:pos x="56" y="11"/>
                </a:cxn>
                <a:cxn ang="0">
                  <a:pos x="60" y="17"/>
                </a:cxn>
                <a:cxn ang="0">
                  <a:pos x="78" y="10"/>
                </a:cxn>
                <a:cxn ang="0">
                  <a:pos x="80" y="13"/>
                </a:cxn>
                <a:cxn ang="0">
                  <a:pos x="80" y="13"/>
                </a:cxn>
                <a:cxn ang="0">
                  <a:pos x="82" y="31"/>
                </a:cxn>
                <a:cxn ang="0">
                  <a:pos x="90" y="27"/>
                </a:cxn>
                <a:cxn ang="0">
                  <a:pos x="82" y="18"/>
                </a:cxn>
                <a:cxn ang="0">
                  <a:pos x="82" y="22"/>
                </a:cxn>
                <a:cxn ang="0">
                  <a:pos x="60" y="17"/>
                </a:cxn>
                <a:cxn ang="0">
                  <a:pos x="60" y="24"/>
                </a:cxn>
                <a:cxn ang="0">
                  <a:pos x="82" y="29"/>
                </a:cxn>
                <a:cxn ang="0">
                  <a:pos x="82" y="31"/>
                </a:cxn>
                <a:cxn ang="0">
                  <a:pos x="82" y="31"/>
                </a:cxn>
                <a:cxn ang="0">
                  <a:pos x="78" y="39"/>
                </a:cxn>
                <a:cxn ang="0">
                  <a:pos x="60" y="24"/>
                </a:cxn>
                <a:cxn ang="0">
                  <a:pos x="56" y="30"/>
                </a:cxn>
                <a:cxn ang="0">
                  <a:pos x="75" y="44"/>
                </a:cxn>
                <a:cxn ang="0">
                  <a:pos x="73" y="47"/>
                </a:cxn>
                <a:cxn ang="0">
                  <a:pos x="84" y="48"/>
                </a:cxn>
                <a:cxn ang="0">
                  <a:pos x="80" y="37"/>
                </a:cxn>
                <a:cxn ang="0">
                  <a:pos x="78" y="39"/>
                </a:cxn>
                <a:cxn ang="0">
                  <a:pos x="78" y="39"/>
                </a:cxn>
                <a:cxn ang="0">
                  <a:pos x="22" y="8"/>
                </a:cxn>
                <a:cxn ang="0">
                  <a:pos x="0" y="4"/>
                </a:cxn>
                <a:cxn ang="0">
                  <a:pos x="0" y="11"/>
                </a:cxn>
                <a:cxn ang="0">
                  <a:pos x="22" y="16"/>
                </a:cxn>
                <a:cxn ang="0">
                  <a:pos x="22" y="20"/>
                </a:cxn>
                <a:cxn ang="0">
                  <a:pos x="30" y="13"/>
                </a:cxn>
                <a:cxn ang="0">
                  <a:pos x="22" y="4"/>
                </a:cxn>
                <a:cxn ang="0">
                  <a:pos x="22" y="8"/>
                </a:cxn>
                <a:cxn ang="0">
                  <a:pos x="22" y="8"/>
                </a:cxn>
              </a:cxnLst>
              <a:rect l="0" t="0" r="r" b="b"/>
              <a:pathLst>
                <a:path w="90" h="48">
                  <a:moveTo>
                    <a:pt x="45" y="7"/>
                  </a:moveTo>
                  <a:cubicBezTo>
                    <a:pt x="38" y="5"/>
                    <a:pt x="32" y="10"/>
                    <a:pt x="32" y="15"/>
                  </a:cubicBezTo>
                  <a:cubicBezTo>
                    <a:pt x="32" y="22"/>
                    <a:pt x="38" y="29"/>
                    <a:pt x="45" y="30"/>
                  </a:cubicBezTo>
                  <a:cubicBezTo>
                    <a:pt x="51" y="32"/>
                    <a:pt x="56" y="27"/>
                    <a:pt x="56" y="20"/>
                  </a:cubicBezTo>
                  <a:cubicBezTo>
                    <a:pt x="56" y="15"/>
                    <a:pt x="51" y="8"/>
                    <a:pt x="45" y="7"/>
                  </a:cubicBezTo>
                  <a:close/>
                  <a:moveTo>
                    <a:pt x="80" y="13"/>
                  </a:moveTo>
                  <a:cubicBezTo>
                    <a:pt x="84" y="4"/>
                    <a:pt x="84" y="4"/>
                    <a:pt x="84" y="4"/>
                  </a:cubicBezTo>
                  <a:cubicBezTo>
                    <a:pt x="73" y="0"/>
                    <a:pt x="73" y="0"/>
                    <a:pt x="73" y="0"/>
                  </a:cubicBezTo>
                  <a:cubicBezTo>
                    <a:pt x="75" y="4"/>
                    <a:pt x="75" y="4"/>
                    <a:pt x="75" y="4"/>
                  </a:cubicBezTo>
                  <a:cubicBezTo>
                    <a:pt x="56" y="11"/>
                    <a:pt x="56" y="11"/>
                    <a:pt x="56" y="11"/>
                  </a:cubicBezTo>
                  <a:cubicBezTo>
                    <a:pt x="60" y="17"/>
                    <a:pt x="60" y="17"/>
                    <a:pt x="60" y="17"/>
                  </a:cubicBezTo>
                  <a:cubicBezTo>
                    <a:pt x="78" y="10"/>
                    <a:pt x="78" y="10"/>
                    <a:pt x="78" y="10"/>
                  </a:cubicBezTo>
                  <a:cubicBezTo>
                    <a:pt x="80" y="13"/>
                    <a:pt x="80" y="13"/>
                    <a:pt x="80" y="13"/>
                  </a:cubicBezTo>
                  <a:cubicBezTo>
                    <a:pt x="80" y="13"/>
                    <a:pt x="80" y="13"/>
                    <a:pt x="80" y="13"/>
                  </a:cubicBezTo>
                  <a:close/>
                  <a:moveTo>
                    <a:pt x="82" y="31"/>
                  </a:moveTo>
                  <a:cubicBezTo>
                    <a:pt x="90" y="27"/>
                    <a:pt x="90" y="27"/>
                    <a:pt x="90" y="27"/>
                  </a:cubicBezTo>
                  <a:cubicBezTo>
                    <a:pt x="82" y="18"/>
                    <a:pt x="82" y="18"/>
                    <a:pt x="82" y="18"/>
                  </a:cubicBezTo>
                  <a:cubicBezTo>
                    <a:pt x="82" y="22"/>
                    <a:pt x="82" y="22"/>
                    <a:pt x="82" y="22"/>
                  </a:cubicBezTo>
                  <a:cubicBezTo>
                    <a:pt x="60" y="17"/>
                    <a:pt x="60" y="17"/>
                    <a:pt x="60" y="17"/>
                  </a:cubicBezTo>
                  <a:cubicBezTo>
                    <a:pt x="60" y="24"/>
                    <a:pt x="60" y="24"/>
                    <a:pt x="60" y="24"/>
                  </a:cubicBezTo>
                  <a:cubicBezTo>
                    <a:pt x="82" y="29"/>
                    <a:pt x="82" y="29"/>
                    <a:pt x="82" y="29"/>
                  </a:cubicBezTo>
                  <a:cubicBezTo>
                    <a:pt x="82" y="31"/>
                    <a:pt x="82" y="31"/>
                    <a:pt x="82" y="31"/>
                  </a:cubicBezTo>
                  <a:cubicBezTo>
                    <a:pt x="82" y="31"/>
                    <a:pt x="82" y="31"/>
                    <a:pt x="82" y="31"/>
                  </a:cubicBezTo>
                  <a:close/>
                  <a:moveTo>
                    <a:pt x="78" y="39"/>
                  </a:moveTo>
                  <a:cubicBezTo>
                    <a:pt x="60" y="24"/>
                    <a:pt x="60" y="24"/>
                    <a:pt x="60" y="24"/>
                  </a:cubicBezTo>
                  <a:cubicBezTo>
                    <a:pt x="56" y="30"/>
                    <a:pt x="56" y="30"/>
                    <a:pt x="56" y="30"/>
                  </a:cubicBezTo>
                  <a:cubicBezTo>
                    <a:pt x="75" y="44"/>
                    <a:pt x="75" y="44"/>
                    <a:pt x="75" y="44"/>
                  </a:cubicBezTo>
                  <a:cubicBezTo>
                    <a:pt x="73" y="47"/>
                    <a:pt x="73" y="47"/>
                    <a:pt x="73" y="47"/>
                  </a:cubicBezTo>
                  <a:cubicBezTo>
                    <a:pt x="84" y="48"/>
                    <a:pt x="84" y="48"/>
                    <a:pt x="84" y="48"/>
                  </a:cubicBezTo>
                  <a:cubicBezTo>
                    <a:pt x="80" y="37"/>
                    <a:pt x="80" y="37"/>
                    <a:pt x="80" y="37"/>
                  </a:cubicBezTo>
                  <a:cubicBezTo>
                    <a:pt x="78" y="39"/>
                    <a:pt x="78" y="39"/>
                    <a:pt x="78" y="39"/>
                  </a:cubicBezTo>
                  <a:cubicBezTo>
                    <a:pt x="78" y="39"/>
                    <a:pt x="78" y="39"/>
                    <a:pt x="78" y="39"/>
                  </a:cubicBezTo>
                  <a:close/>
                  <a:moveTo>
                    <a:pt x="22" y="8"/>
                  </a:moveTo>
                  <a:cubicBezTo>
                    <a:pt x="0" y="4"/>
                    <a:pt x="0" y="4"/>
                    <a:pt x="0" y="4"/>
                  </a:cubicBezTo>
                  <a:cubicBezTo>
                    <a:pt x="0" y="11"/>
                    <a:pt x="0" y="11"/>
                    <a:pt x="0" y="11"/>
                  </a:cubicBezTo>
                  <a:cubicBezTo>
                    <a:pt x="22" y="16"/>
                    <a:pt x="22" y="16"/>
                    <a:pt x="22" y="16"/>
                  </a:cubicBezTo>
                  <a:cubicBezTo>
                    <a:pt x="22" y="20"/>
                    <a:pt x="22" y="20"/>
                    <a:pt x="22" y="20"/>
                  </a:cubicBezTo>
                  <a:cubicBezTo>
                    <a:pt x="30" y="13"/>
                    <a:pt x="30" y="13"/>
                    <a:pt x="30" y="13"/>
                  </a:cubicBezTo>
                  <a:cubicBezTo>
                    <a:pt x="22" y="4"/>
                    <a:pt x="22" y="4"/>
                    <a:pt x="22" y="4"/>
                  </a:cubicBezTo>
                  <a:cubicBezTo>
                    <a:pt x="22" y="8"/>
                    <a:pt x="22" y="8"/>
                    <a:pt x="22" y="8"/>
                  </a:cubicBezTo>
                  <a:cubicBezTo>
                    <a:pt x="22" y="8"/>
                    <a:pt x="22" y="8"/>
                    <a:pt x="22" y="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25" name="Freeform 41"/>
            <p:cNvSpPr>
              <a:spLocks noEditPoints="1"/>
            </p:cNvSpPr>
            <p:nvPr/>
          </p:nvSpPr>
          <p:spPr bwMode="auto">
            <a:xfrm>
              <a:off x="5065713" y="3348038"/>
              <a:ext cx="161925" cy="211137"/>
            </a:xfrm>
            <a:custGeom>
              <a:avLst/>
              <a:gdLst/>
              <a:ahLst/>
              <a:cxnLst>
                <a:cxn ang="0">
                  <a:pos x="43" y="42"/>
                </a:cxn>
                <a:cxn ang="0">
                  <a:pos x="43" y="9"/>
                </a:cxn>
                <a:cxn ang="0">
                  <a:pos x="0" y="0"/>
                </a:cxn>
                <a:cxn ang="0">
                  <a:pos x="0" y="33"/>
                </a:cxn>
                <a:cxn ang="0">
                  <a:pos x="3" y="34"/>
                </a:cxn>
                <a:cxn ang="0">
                  <a:pos x="3" y="37"/>
                </a:cxn>
                <a:cxn ang="0">
                  <a:pos x="0" y="41"/>
                </a:cxn>
                <a:cxn ang="0">
                  <a:pos x="0" y="47"/>
                </a:cxn>
                <a:cxn ang="0">
                  <a:pos x="43" y="56"/>
                </a:cxn>
                <a:cxn ang="0">
                  <a:pos x="43" y="50"/>
                </a:cxn>
                <a:cxn ang="0">
                  <a:pos x="39" y="45"/>
                </a:cxn>
                <a:cxn ang="0">
                  <a:pos x="39" y="41"/>
                </a:cxn>
                <a:cxn ang="0">
                  <a:pos x="43" y="42"/>
                </a:cxn>
                <a:cxn ang="0">
                  <a:pos x="43" y="42"/>
                </a:cxn>
                <a:cxn ang="0">
                  <a:pos x="38" y="33"/>
                </a:cxn>
                <a:cxn ang="0">
                  <a:pos x="37" y="34"/>
                </a:cxn>
                <a:cxn ang="0">
                  <a:pos x="6" y="28"/>
                </a:cxn>
                <a:cxn ang="0">
                  <a:pos x="5" y="27"/>
                </a:cxn>
                <a:cxn ang="0">
                  <a:pos x="5" y="7"/>
                </a:cxn>
                <a:cxn ang="0">
                  <a:pos x="6" y="6"/>
                </a:cxn>
                <a:cxn ang="0">
                  <a:pos x="37" y="12"/>
                </a:cxn>
                <a:cxn ang="0">
                  <a:pos x="38" y="14"/>
                </a:cxn>
                <a:cxn ang="0">
                  <a:pos x="38" y="33"/>
                </a:cxn>
                <a:cxn ang="0">
                  <a:pos x="38" y="33"/>
                </a:cxn>
              </a:cxnLst>
              <a:rect l="0" t="0" r="r" b="b"/>
              <a:pathLst>
                <a:path w="43" h="56">
                  <a:moveTo>
                    <a:pt x="43" y="42"/>
                  </a:moveTo>
                  <a:cubicBezTo>
                    <a:pt x="43" y="9"/>
                    <a:pt x="43" y="9"/>
                    <a:pt x="43" y="9"/>
                  </a:cubicBezTo>
                  <a:cubicBezTo>
                    <a:pt x="0" y="0"/>
                    <a:pt x="0" y="0"/>
                    <a:pt x="0" y="0"/>
                  </a:cubicBezTo>
                  <a:cubicBezTo>
                    <a:pt x="0" y="33"/>
                    <a:pt x="0" y="33"/>
                    <a:pt x="0" y="33"/>
                  </a:cubicBezTo>
                  <a:cubicBezTo>
                    <a:pt x="3" y="34"/>
                    <a:pt x="3" y="34"/>
                    <a:pt x="3" y="34"/>
                  </a:cubicBezTo>
                  <a:cubicBezTo>
                    <a:pt x="3" y="37"/>
                    <a:pt x="3" y="37"/>
                    <a:pt x="3" y="37"/>
                  </a:cubicBezTo>
                  <a:cubicBezTo>
                    <a:pt x="0" y="41"/>
                    <a:pt x="0" y="41"/>
                    <a:pt x="0" y="41"/>
                  </a:cubicBezTo>
                  <a:cubicBezTo>
                    <a:pt x="0" y="47"/>
                    <a:pt x="0" y="47"/>
                    <a:pt x="0" y="47"/>
                  </a:cubicBezTo>
                  <a:cubicBezTo>
                    <a:pt x="43" y="56"/>
                    <a:pt x="43" y="56"/>
                    <a:pt x="43" y="56"/>
                  </a:cubicBezTo>
                  <a:cubicBezTo>
                    <a:pt x="43" y="50"/>
                    <a:pt x="43" y="50"/>
                    <a:pt x="43" y="50"/>
                  </a:cubicBezTo>
                  <a:cubicBezTo>
                    <a:pt x="39" y="45"/>
                    <a:pt x="39" y="45"/>
                    <a:pt x="39" y="45"/>
                  </a:cubicBezTo>
                  <a:cubicBezTo>
                    <a:pt x="39" y="41"/>
                    <a:pt x="39" y="41"/>
                    <a:pt x="39" y="41"/>
                  </a:cubicBezTo>
                  <a:cubicBezTo>
                    <a:pt x="43" y="42"/>
                    <a:pt x="43" y="42"/>
                    <a:pt x="43" y="42"/>
                  </a:cubicBezTo>
                  <a:cubicBezTo>
                    <a:pt x="43" y="42"/>
                    <a:pt x="43" y="42"/>
                    <a:pt x="43" y="42"/>
                  </a:cubicBezTo>
                  <a:close/>
                  <a:moveTo>
                    <a:pt x="38" y="33"/>
                  </a:moveTo>
                  <a:cubicBezTo>
                    <a:pt x="38" y="34"/>
                    <a:pt x="37" y="34"/>
                    <a:pt x="37" y="34"/>
                  </a:cubicBezTo>
                  <a:cubicBezTo>
                    <a:pt x="6" y="28"/>
                    <a:pt x="6" y="28"/>
                    <a:pt x="6" y="28"/>
                  </a:cubicBezTo>
                  <a:cubicBezTo>
                    <a:pt x="5" y="28"/>
                    <a:pt x="5" y="28"/>
                    <a:pt x="5" y="27"/>
                  </a:cubicBezTo>
                  <a:cubicBezTo>
                    <a:pt x="5" y="7"/>
                    <a:pt x="5" y="7"/>
                    <a:pt x="5" y="7"/>
                  </a:cubicBezTo>
                  <a:cubicBezTo>
                    <a:pt x="5" y="6"/>
                    <a:pt x="5" y="6"/>
                    <a:pt x="6" y="6"/>
                  </a:cubicBezTo>
                  <a:cubicBezTo>
                    <a:pt x="37" y="12"/>
                    <a:pt x="37" y="12"/>
                    <a:pt x="37" y="12"/>
                  </a:cubicBezTo>
                  <a:cubicBezTo>
                    <a:pt x="37" y="12"/>
                    <a:pt x="38" y="13"/>
                    <a:pt x="38" y="14"/>
                  </a:cubicBezTo>
                  <a:cubicBezTo>
                    <a:pt x="38" y="33"/>
                    <a:pt x="38" y="33"/>
                    <a:pt x="38" y="33"/>
                  </a:cubicBezTo>
                  <a:cubicBezTo>
                    <a:pt x="38" y="33"/>
                    <a:pt x="38" y="33"/>
                    <a:pt x="38" y="33"/>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26" name="Freeform 42"/>
            <p:cNvSpPr>
              <a:spLocks/>
            </p:cNvSpPr>
            <p:nvPr/>
          </p:nvSpPr>
          <p:spPr bwMode="auto">
            <a:xfrm>
              <a:off x="5002213" y="3336925"/>
              <a:ext cx="44450" cy="184150"/>
            </a:xfrm>
            <a:custGeom>
              <a:avLst/>
              <a:gdLst/>
              <a:ahLst/>
              <a:cxnLst>
                <a:cxn ang="0">
                  <a:pos x="4" y="1"/>
                </a:cxn>
                <a:cxn ang="0">
                  <a:pos x="12" y="2"/>
                </a:cxn>
                <a:cxn ang="0">
                  <a:pos x="12" y="10"/>
                </a:cxn>
                <a:cxn ang="0">
                  <a:pos x="5" y="9"/>
                </a:cxn>
                <a:cxn ang="0">
                  <a:pos x="5" y="40"/>
                </a:cxn>
                <a:cxn ang="0">
                  <a:pos x="12" y="41"/>
                </a:cxn>
                <a:cxn ang="0">
                  <a:pos x="12" y="49"/>
                </a:cxn>
                <a:cxn ang="0">
                  <a:pos x="4" y="48"/>
                </a:cxn>
                <a:cxn ang="0">
                  <a:pos x="1" y="46"/>
                </a:cxn>
                <a:cxn ang="0">
                  <a:pos x="0" y="42"/>
                </a:cxn>
                <a:cxn ang="0">
                  <a:pos x="0" y="4"/>
                </a:cxn>
                <a:cxn ang="0">
                  <a:pos x="4" y="1"/>
                </a:cxn>
              </a:cxnLst>
              <a:rect l="0" t="0" r="r" b="b"/>
              <a:pathLst>
                <a:path w="12" h="49">
                  <a:moveTo>
                    <a:pt x="4" y="1"/>
                  </a:moveTo>
                  <a:cubicBezTo>
                    <a:pt x="4" y="1"/>
                    <a:pt x="10" y="2"/>
                    <a:pt x="12" y="2"/>
                  </a:cubicBezTo>
                  <a:cubicBezTo>
                    <a:pt x="12" y="10"/>
                    <a:pt x="12" y="10"/>
                    <a:pt x="12" y="10"/>
                  </a:cubicBezTo>
                  <a:cubicBezTo>
                    <a:pt x="11" y="10"/>
                    <a:pt x="5" y="9"/>
                    <a:pt x="5" y="9"/>
                  </a:cubicBezTo>
                  <a:cubicBezTo>
                    <a:pt x="5" y="40"/>
                    <a:pt x="5" y="40"/>
                    <a:pt x="5" y="40"/>
                  </a:cubicBezTo>
                  <a:cubicBezTo>
                    <a:pt x="5" y="40"/>
                    <a:pt x="10" y="41"/>
                    <a:pt x="12" y="41"/>
                  </a:cubicBezTo>
                  <a:cubicBezTo>
                    <a:pt x="12" y="49"/>
                    <a:pt x="12" y="49"/>
                    <a:pt x="12" y="49"/>
                  </a:cubicBezTo>
                  <a:cubicBezTo>
                    <a:pt x="11" y="49"/>
                    <a:pt x="4" y="48"/>
                    <a:pt x="4" y="48"/>
                  </a:cubicBezTo>
                  <a:cubicBezTo>
                    <a:pt x="3" y="47"/>
                    <a:pt x="2" y="47"/>
                    <a:pt x="1" y="46"/>
                  </a:cubicBezTo>
                  <a:cubicBezTo>
                    <a:pt x="0" y="45"/>
                    <a:pt x="0" y="44"/>
                    <a:pt x="0" y="42"/>
                  </a:cubicBezTo>
                  <a:cubicBezTo>
                    <a:pt x="0" y="4"/>
                    <a:pt x="0" y="4"/>
                    <a:pt x="0" y="4"/>
                  </a:cubicBezTo>
                  <a:cubicBezTo>
                    <a:pt x="0" y="2"/>
                    <a:pt x="2" y="0"/>
                    <a:pt x="4" y="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grpSp>
      <p:sp>
        <p:nvSpPr>
          <p:cNvPr id="327" name="Rectangle 17"/>
          <p:cNvSpPr>
            <a:spLocks noChangeArrowheads="1"/>
          </p:cNvSpPr>
          <p:nvPr/>
        </p:nvSpPr>
        <p:spPr bwMode="auto">
          <a:xfrm>
            <a:off x="223383" y="4284416"/>
            <a:ext cx="576063"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机房</a:t>
            </a:r>
            <a:endParaRPr lang="en-US" altLang="zh-CN" sz="800" b="1" dirty="0" smtClean="0">
              <a:latin typeface="微软雅黑" panose="020B0503020204020204" pitchFamily="34" charset="-122"/>
              <a:ea typeface="微软雅黑" panose="020B0503020204020204" pitchFamily="34" charset="-122"/>
            </a:endParaRPr>
          </a:p>
        </p:txBody>
      </p:sp>
      <p:grpSp>
        <p:nvGrpSpPr>
          <p:cNvPr id="328" name="组合 327"/>
          <p:cNvGrpSpPr/>
          <p:nvPr/>
        </p:nvGrpSpPr>
        <p:grpSpPr>
          <a:xfrm>
            <a:off x="1737743" y="3441544"/>
            <a:ext cx="588450" cy="714371"/>
            <a:chOff x="640706" y="5135563"/>
            <a:chExt cx="508000" cy="676275"/>
          </a:xfrm>
        </p:grpSpPr>
        <p:sp>
          <p:nvSpPr>
            <p:cNvPr id="329" name="Rectangle 180"/>
            <p:cNvSpPr>
              <a:spLocks noChangeArrowheads="1"/>
            </p:cNvSpPr>
            <p:nvPr/>
          </p:nvSpPr>
          <p:spPr bwMode="auto">
            <a:xfrm>
              <a:off x="850256" y="5662613"/>
              <a:ext cx="47625" cy="114300"/>
            </a:xfrm>
            <a:prstGeom prst="rect">
              <a:avLst/>
            </a:prstGeom>
            <a:solidFill>
              <a:srgbClr val="B64821"/>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30" name="Rectangle 181"/>
            <p:cNvSpPr>
              <a:spLocks noChangeArrowheads="1"/>
            </p:cNvSpPr>
            <p:nvPr/>
          </p:nvSpPr>
          <p:spPr bwMode="auto">
            <a:xfrm>
              <a:off x="945506" y="5700713"/>
              <a:ext cx="47625" cy="111125"/>
            </a:xfrm>
            <a:prstGeom prst="rect">
              <a:avLst/>
            </a:prstGeom>
            <a:solidFill>
              <a:srgbClr val="B64821"/>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31" name="Freeform 182"/>
            <p:cNvSpPr>
              <a:spLocks/>
            </p:cNvSpPr>
            <p:nvPr/>
          </p:nvSpPr>
          <p:spPr bwMode="auto">
            <a:xfrm>
              <a:off x="1043931" y="5189538"/>
              <a:ext cx="104775" cy="587375"/>
            </a:xfrm>
            <a:custGeom>
              <a:avLst/>
              <a:gdLst/>
              <a:ahLst/>
              <a:cxnLst>
                <a:cxn ang="0">
                  <a:pos x="32" y="6"/>
                </a:cxn>
                <a:cxn ang="0">
                  <a:pos x="5" y="16"/>
                </a:cxn>
                <a:cxn ang="0">
                  <a:pos x="0" y="181"/>
                </a:cxn>
                <a:cxn ang="0">
                  <a:pos x="9" y="177"/>
                </a:cxn>
                <a:cxn ang="0">
                  <a:pos x="29" y="157"/>
                </a:cxn>
                <a:cxn ang="0">
                  <a:pos x="33" y="145"/>
                </a:cxn>
                <a:cxn ang="0">
                  <a:pos x="33" y="16"/>
                </a:cxn>
                <a:cxn ang="0">
                  <a:pos x="32" y="6"/>
                </a:cxn>
              </a:cxnLst>
              <a:rect l="0" t="0" r="r" b="b"/>
              <a:pathLst>
                <a:path w="33" h="185">
                  <a:moveTo>
                    <a:pt x="32" y="6"/>
                  </a:moveTo>
                  <a:cubicBezTo>
                    <a:pt x="28" y="0"/>
                    <a:pt x="5" y="16"/>
                    <a:pt x="5" y="16"/>
                  </a:cubicBezTo>
                  <a:cubicBezTo>
                    <a:pt x="0" y="181"/>
                    <a:pt x="0" y="181"/>
                    <a:pt x="0" y="181"/>
                  </a:cubicBezTo>
                  <a:cubicBezTo>
                    <a:pt x="0" y="181"/>
                    <a:pt x="0" y="185"/>
                    <a:pt x="9" y="177"/>
                  </a:cubicBezTo>
                  <a:cubicBezTo>
                    <a:pt x="17" y="170"/>
                    <a:pt x="25" y="161"/>
                    <a:pt x="29" y="157"/>
                  </a:cubicBezTo>
                  <a:cubicBezTo>
                    <a:pt x="32" y="153"/>
                    <a:pt x="33" y="154"/>
                    <a:pt x="33" y="145"/>
                  </a:cubicBezTo>
                  <a:cubicBezTo>
                    <a:pt x="33" y="16"/>
                    <a:pt x="33" y="16"/>
                    <a:pt x="33" y="16"/>
                  </a:cubicBezTo>
                  <a:cubicBezTo>
                    <a:pt x="33" y="7"/>
                    <a:pt x="32" y="6"/>
                    <a:pt x="32" y="6"/>
                  </a:cubicBezTo>
                  <a:close/>
                </a:path>
              </a:pathLst>
            </a:custGeom>
            <a:solidFill>
              <a:srgbClr val="B6482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32" name="Freeform 183"/>
            <p:cNvSpPr>
              <a:spLocks/>
            </p:cNvSpPr>
            <p:nvPr/>
          </p:nvSpPr>
          <p:spPr bwMode="auto">
            <a:xfrm>
              <a:off x="640706" y="5135563"/>
              <a:ext cx="495300" cy="114300"/>
            </a:xfrm>
            <a:custGeom>
              <a:avLst/>
              <a:gdLst/>
              <a:ahLst/>
              <a:cxnLst>
                <a:cxn ang="0">
                  <a:pos x="156" y="20"/>
                </a:cxn>
                <a:cxn ang="0">
                  <a:pos x="133" y="36"/>
                </a:cxn>
                <a:cxn ang="0">
                  <a:pos x="8" y="15"/>
                </a:cxn>
                <a:cxn ang="0">
                  <a:pos x="1" y="20"/>
                </a:cxn>
                <a:cxn ang="0">
                  <a:pos x="4" y="12"/>
                </a:cxn>
                <a:cxn ang="0">
                  <a:pos x="22" y="1"/>
                </a:cxn>
                <a:cxn ang="0">
                  <a:pos x="26" y="0"/>
                </a:cxn>
                <a:cxn ang="0">
                  <a:pos x="149" y="18"/>
                </a:cxn>
                <a:cxn ang="0">
                  <a:pos x="156" y="20"/>
                </a:cxn>
              </a:cxnLst>
              <a:rect l="0" t="0" r="r" b="b"/>
              <a:pathLst>
                <a:path w="156" h="36">
                  <a:moveTo>
                    <a:pt x="156" y="20"/>
                  </a:moveTo>
                  <a:cubicBezTo>
                    <a:pt x="133" y="36"/>
                    <a:pt x="133" y="36"/>
                    <a:pt x="133" y="36"/>
                  </a:cubicBezTo>
                  <a:cubicBezTo>
                    <a:pt x="21" y="16"/>
                    <a:pt x="17" y="17"/>
                    <a:pt x="8" y="15"/>
                  </a:cubicBezTo>
                  <a:cubicBezTo>
                    <a:pt x="2" y="14"/>
                    <a:pt x="1" y="20"/>
                    <a:pt x="1" y="20"/>
                  </a:cubicBezTo>
                  <a:cubicBezTo>
                    <a:pt x="1" y="20"/>
                    <a:pt x="0" y="15"/>
                    <a:pt x="4" y="12"/>
                  </a:cubicBezTo>
                  <a:cubicBezTo>
                    <a:pt x="7" y="10"/>
                    <a:pt x="15" y="6"/>
                    <a:pt x="22" y="1"/>
                  </a:cubicBezTo>
                  <a:cubicBezTo>
                    <a:pt x="24" y="0"/>
                    <a:pt x="26" y="0"/>
                    <a:pt x="26" y="0"/>
                  </a:cubicBezTo>
                  <a:cubicBezTo>
                    <a:pt x="26" y="0"/>
                    <a:pt x="146" y="17"/>
                    <a:pt x="149" y="18"/>
                  </a:cubicBezTo>
                  <a:cubicBezTo>
                    <a:pt x="155" y="19"/>
                    <a:pt x="156" y="20"/>
                    <a:pt x="156" y="20"/>
                  </a:cubicBez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33" name="Freeform 184"/>
            <p:cNvSpPr>
              <a:spLocks/>
            </p:cNvSpPr>
            <p:nvPr/>
          </p:nvSpPr>
          <p:spPr bwMode="auto">
            <a:xfrm>
              <a:off x="1031231" y="5195888"/>
              <a:ext cx="114300" cy="79375"/>
            </a:xfrm>
            <a:custGeom>
              <a:avLst/>
              <a:gdLst/>
              <a:ahLst/>
              <a:cxnLst>
                <a:cxn ang="0">
                  <a:pos x="0" y="16"/>
                </a:cxn>
                <a:cxn ang="0">
                  <a:pos x="32" y="0"/>
                </a:cxn>
                <a:cxn ang="0">
                  <a:pos x="36" y="6"/>
                </a:cxn>
                <a:cxn ang="0">
                  <a:pos x="8" y="25"/>
                </a:cxn>
                <a:cxn ang="0">
                  <a:pos x="0" y="16"/>
                </a:cxn>
              </a:cxnLst>
              <a:rect l="0" t="0" r="r" b="b"/>
              <a:pathLst>
                <a:path w="36" h="25">
                  <a:moveTo>
                    <a:pt x="0" y="16"/>
                  </a:moveTo>
                  <a:cubicBezTo>
                    <a:pt x="0" y="16"/>
                    <a:pt x="28" y="1"/>
                    <a:pt x="32" y="0"/>
                  </a:cubicBezTo>
                  <a:cubicBezTo>
                    <a:pt x="35" y="1"/>
                    <a:pt x="36" y="3"/>
                    <a:pt x="36" y="6"/>
                  </a:cubicBezTo>
                  <a:cubicBezTo>
                    <a:pt x="8" y="25"/>
                    <a:pt x="8" y="25"/>
                    <a:pt x="8" y="25"/>
                  </a:cubicBezTo>
                  <a:lnTo>
                    <a:pt x="0" y="16"/>
                  </a:ln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34" name="Freeform 185"/>
            <p:cNvSpPr>
              <a:spLocks/>
            </p:cNvSpPr>
            <p:nvPr/>
          </p:nvSpPr>
          <p:spPr bwMode="auto">
            <a:xfrm>
              <a:off x="643881" y="5180013"/>
              <a:ext cx="419100" cy="596900"/>
            </a:xfrm>
            <a:custGeom>
              <a:avLst/>
              <a:gdLst/>
              <a:ahLst/>
              <a:cxnLst>
                <a:cxn ang="0">
                  <a:pos x="127" y="20"/>
                </a:cxn>
                <a:cxn ang="0">
                  <a:pos x="6" y="1"/>
                </a:cxn>
                <a:cxn ang="0">
                  <a:pos x="0" y="5"/>
                </a:cxn>
                <a:cxn ang="0">
                  <a:pos x="0" y="146"/>
                </a:cxn>
                <a:cxn ang="0">
                  <a:pos x="6" y="160"/>
                </a:cxn>
                <a:cxn ang="0">
                  <a:pos x="120" y="185"/>
                </a:cxn>
                <a:cxn ang="0">
                  <a:pos x="132" y="177"/>
                </a:cxn>
                <a:cxn ang="0">
                  <a:pos x="131" y="29"/>
                </a:cxn>
                <a:cxn ang="0">
                  <a:pos x="127" y="20"/>
                </a:cxn>
              </a:cxnLst>
              <a:rect l="0" t="0" r="r" b="b"/>
              <a:pathLst>
                <a:path w="132" h="188">
                  <a:moveTo>
                    <a:pt x="127" y="20"/>
                  </a:moveTo>
                  <a:cubicBezTo>
                    <a:pt x="20" y="1"/>
                    <a:pt x="15" y="3"/>
                    <a:pt x="6" y="1"/>
                  </a:cubicBezTo>
                  <a:cubicBezTo>
                    <a:pt x="0" y="0"/>
                    <a:pt x="0" y="5"/>
                    <a:pt x="0" y="5"/>
                  </a:cubicBezTo>
                  <a:cubicBezTo>
                    <a:pt x="0" y="5"/>
                    <a:pt x="0" y="135"/>
                    <a:pt x="0" y="146"/>
                  </a:cubicBezTo>
                  <a:cubicBezTo>
                    <a:pt x="0" y="158"/>
                    <a:pt x="1" y="158"/>
                    <a:pt x="6" y="160"/>
                  </a:cubicBezTo>
                  <a:cubicBezTo>
                    <a:pt x="9" y="161"/>
                    <a:pt x="87" y="177"/>
                    <a:pt x="120" y="185"/>
                  </a:cubicBezTo>
                  <a:cubicBezTo>
                    <a:pt x="132" y="188"/>
                    <a:pt x="132" y="181"/>
                    <a:pt x="132" y="177"/>
                  </a:cubicBezTo>
                  <a:cubicBezTo>
                    <a:pt x="132" y="177"/>
                    <a:pt x="131" y="36"/>
                    <a:pt x="131" y="29"/>
                  </a:cubicBezTo>
                  <a:cubicBezTo>
                    <a:pt x="131" y="24"/>
                    <a:pt x="128" y="21"/>
                    <a:pt x="127" y="20"/>
                  </a:cubicBezTo>
                  <a:close/>
                </a:path>
              </a:pathLst>
            </a:custGeom>
            <a:solidFill>
              <a:srgbClr val="FBE7BE"/>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35" name="Freeform 186"/>
            <p:cNvSpPr>
              <a:spLocks/>
            </p:cNvSpPr>
            <p:nvPr/>
          </p:nvSpPr>
          <p:spPr bwMode="auto">
            <a:xfrm>
              <a:off x="662931" y="5199063"/>
              <a:ext cx="381000" cy="549275"/>
            </a:xfrm>
            <a:custGeom>
              <a:avLst/>
              <a:gdLst/>
              <a:ahLst/>
              <a:cxnLst>
                <a:cxn ang="0">
                  <a:pos x="113" y="18"/>
                </a:cxn>
                <a:cxn ang="0">
                  <a:pos x="6" y="1"/>
                </a:cxn>
                <a:cxn ang="0">
                  <a:pos x="0" y="5"/>
                </a:cxn>
                <a:cxn ang="0">
                  <a:pos x="0" y="135"/>
                </a:cxn>
                <a:cxn ang="0">
                  <a:pos x="6" y="147"/>
                </a:cxn>
                <a:cxn ang="0">
                  <a:pos x="109" y="170"/>
                </a:cxn>
                <a:cxn ang="0">
                  <a:pos x="118" y="163"/>
                </a:cxn>
                <a:cxn ang="0">
                  <a:pos x="118" y="27"/>
                </a:cxn>
                <a:cxn ang="0">
                  <a:pos x="113" y="18"/>
                </a:cxn>
              </a:cxnLst>
              <a:rect l="0" t="0" r="r" b="b"/>
              <a:pathLst>
                <a:path w="120" h="173">
                  <a:moveTo>
                    <a:pt x="113" y="18"/>
                  </a:moveTo>
                  <a:cubicBezTo>
                    <a:pt x="14" y="1"/>
                    <a:pt x="14" y="3"/>
                    <a:pt x="6" y="1"/>
                  </a:cubicBezTo>
                  <a:cubicBezTo>
                    <a:pt x="0" y="0"/>
                    <a:pt x="0" y="5"/>
                    <a:pt x="0" y="5"/>
                  </a:cubicBezTo>
                  <a:cubicBezTo>
                    <a:pt x="0" y="5"/>
                    <a:pt x="0" y="124"/>
                    <a:pt x="0" y="135"/>
                  </a:cubicBezTo>
                  <a:cubicBezTo>
                    <a:pt x="0" y="145"/>
                    <a:pt x="1" y="146"/>
                    <a:pt x="6" y="147"/>
                  </a:cubicBezTo>
                  <a:cubicBezTo>
                    <a:pt x="8" y="148"/>
                    <a:pt x="78" y="163"/>
                    <a:pt x="109" y="170"/>
                  </a:cubicBezTo>
                  <a:cubicBezTo>
                    <a:pt x="120" y="173"/>
                    <a:pt x="117" y="165"/>
                    <a:pt x="118" y="163"/>
                  </a:cubicBezTo>
                  <a:cubicBezTo>
                    <a:pt x="118" y="163"/>
                    <a:pt x="118" y="33"/>
                    <a:pt x="118" y="27"/>
                  </a:cubicBezTo>
                  <a:cubicBezTo>
                    <a:pt x="118" y="22"/>
                    <a:pt x="117" y="19"/>
                    <a:pt x="113" y="18"/>
                  </a:cubicBez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36" name="Freeform 187"/>
            <p:cNvSpPr>
              <a:spLocks noEditPoints="1"/>
            </p:cNvSpPr>
            <p:nvPr/>
          </p:nvSpPr>
          <p:spPr bwMode="auto">
            <a:xfrm>
              <a:off x="659756" y="5199063"/>
              <a:ext cx="381000" cy="546100"/>
            </a:xfrm>
            <a:custGeom>
              <a:avLst/>
              <a:gdLst/>
              <a:ahLst/>
              <a:cxnLst>
                <a:cxn ang="0">
                  <a:pos x="2" y="1"/>
                </a:cxn>
                <a:cxn ang="0">
                  <a:pos x="0" y="5"/>
                </a:cxn>
                <a:cxn ang="0">
                  <a:pos x="0" y="135"/>
                </a:cxn>
                <a:cxn ang="0">
                  <a:pos x="6" y="148"/>
                </a:cxn>
                <a:cxn ang="0">
                  <a:pos x="68" y="162"/>
                </a:cxn>
                <a:cxn ang="0">
                  <a:pos x="109" y="171"/>
                </a:cxn>
                <a:cxn ang="0">
                  <a:pos x="117" y="171"/>
                </a:cxn>
                <a:cxn ang="0">
                  <a:pos x="120" y="163"/>
                </a:cxn>
                <a:cxn ang="0">
                  <a:pos x="119" y="27"/>
                </a:cxn>
                <a:cxn ang="0">
                  <a:pos x="114" y="18"/>
                </a:cxn>
                <a:cxn ang="0">
                  <a:pos x="114" y="18"/>
                </a:cxn>
                <a:cxn ang="0">
                  <a:pos x="7" y="0"/>
                </a:cxn>
                <a:cxn ang="0">
                  <a:pos x="2" y="1"/>
                </a:cxn>
                <a:cxn ang="0">
                  <a:pos x="110" y="169"/>
                </a:cxn>
                <a:cxn ang="0">
                  <a:pos x="68" y="160"/>
                </a:cxn>
                <a:cxn ang="0">
                  <a:pos x="7" y="147"/>
                </a:cxn>
                <a:cxn ang="0">
                  <a:pos x="1" y="135"/>
                </a:cxn>
                <a:cxn ang="0">
                  <a:pos x="1" y="5"/>
                </a:cxn>
                <a:cxn ang="0">
                  <a:pos x="3" y="2"/>
                </a:cxn>
                <a:cxn ang="0">
                  <a:pos x="7" y="2"/>
                </a:cxn>
                <a:cxn ang="0">
                  <a:pos x="114" y="19"/>
                </a:cxn>
                <a:cxn ang="0">
                  <a:pos x="118" y="27"/>
                </a:cxn>
                <a:cxn ang="0">
                  <a:pos x="118" y="163"/>
                </a:cxn>
                <a:cxn ang="0">
                  <a:pos x="116" y="169"/>
                </a:cxn>
                <a:cxn ang="0">
                  <a:pos x="110" y="169"/>
                </a:cxn>
              </a:cxnLst>
              <a:rect l="0" t="0" r="r" b="b"/>
              <a:pathLst>
                <a:path w="120" h="172">
                  <a:moveTo>
                    <a:pt x="2" y="1"/>
                  </a:moveTo>
                  <a:cubicBezTo>
                    <a:pt x="0" y="3"/>
                    <a:pt x="0" y="5"/>
                    <a:pt x="0" y="5"/>
                  </a:cubicBezTo>
                  <a:cubicBezTo>
                    <a:pt x="0" y="135"/>
                    <a:pt x="0" y="135"/>
                    <a:pt x="0" y="135"/>
                  </a:cubicBezTo>
                  <a:cubicBezTo>
                    <a:pt x="0" y="145"/>
                    <a:pt x="1" y="146"/>
                    <a:pt x="6" y="148"/>
                  </a:cubicBezTo>
                  <a:cubicBezTo>
                    <a:pt x="8" y="148"/>
                    <a:pt x="31" y="153"/>
                    <a:pt x="68" y="162"/>
                  </a:cubicBezTo>
                  <a:cubicBezTo>
                    <a:pt x="109" y="171"/>
                    <a:pt x="109" y="171"/>
                    <a:pt x="109" y="171"/>
                  </a:cubicBezTo>
                  <a:cubicBezTo>
                    <a:pt x="111" y="171"/>
                    <a:pt x="115" y="172"/>
                    <a:pt x="117" y="171"/>
                  </a:cubicBezTo>
                  <a:cubicBezTo>
                    <a:pt x="120" y="168"/>
                    <a:pt x="120" y="163"/>
                    <a:pt x="120" y="163"/>
                  </a:cubicBezTo>
                  <a:cubicBezTo>
                    <a:pt x="119" y="27"/>
                    <a:pt x="119" y="27"/>
                    <a:pt x="119" y="27"/>
                  </a:cubicBezTo>
                  <a:cubicBezTo>
                    <a:pt x="119" y="23"/>
                    <a:pt x="119" y="18"/>
                    <a:pt x="114" y="18"/>
                  </a:cubicBezTo>
                  <a:cubicBezTo>
                    <a:pt x="114" y="18"/>
                    <a:pt x="114" y="18"/>
                    <a:pt x="114" y="18"/>
                  </a:cubicBezTo>
                  <a:cubicBezTo>
                    <a:pt x="7" y="0"/>
                    <a:pt x="7" y="0"/>
                    <a:pt x="7" y="0"/>
                  </a:cubicBezTo>
                  <a:cubicBezTo>
                    <a:pt x="5" y="0"/>
                    <a:pt x="3" y="0"/>
                    <a:pt x="2" y="1"/>
                  </a:cubicBezTo>
                  <a:close/>
                  <a:moveTo>
                    <a:pt x="110" y="169"/>
                  </a:moveTo>
                  <a:cubicBezTo>
                    <a:pt x="68" y="160"/>
                    <a:pt x="68" y="160"/>
                    <a:pt x="68" y="160"/>
                  </a:cubicBezTo>
                  <a:cubicBezTo>
                    <a:pt x="36" y="153"/>
                    <a:pt x="8" y="147"/>
                    <a:pt x="7" y="147"/>
                  </a:cubicBezTo>
                  <a:cubicBezTo>
                    <a:pt x="2" y="145"/>
                    <a:pt x="1" y="145"/>
                    <a:pt x="1" y="135"/>
                  </a:cubicBezTo>
                  <a:cubicBezTo>
                    <a:pt x="1" y="5"/>
                    <a:pt x="1" y="5"/>
                    <a:pt x="1" y="5"/>
                  </a:cubicBezTo>
                  <a:cubicBezTo>
                    <a:pt x="1" y="5"/>
                    <a:pt x="1" y="3"/>
                    <a:pt x="3" y="2"/>
                  </a:cubicBezTo>
                  <a:cubicBezTo>
                    <a:pt x="3" y="2"/>
                    <a:pt x="5" y="1"/>
                    <a:pt x="7" y="2"/>
                  </a:cubicBezTo>
                  <a:cubicBezTo>
                    <a:pt x="114" y="19"/>
                    <a:pt x="114" y="19"/>
                    <a:pt x="114" y="19"/>
                  </a:cubicBezTo>
                  <a:cubicBezTo>
                    <a:pt x="117" y="20"/>
                    <a:pt x="118" y="22"/>
                    <a:pt x="118" y="27"/>
                  </a:cubicBezTo>
                  <a:cubicBezTo>
                    <a:pt x="118" y="163"/>
                    <a:pt x="118" y="163"/>
                    <a:pt x="118" y="163"/>
                  </a:cubicBezTo>
                  <a:cubicBezTo>
                    <a:pt x="118" y="163"/>
                    <a:pt x="119" y="168"/>
                    <a:pt x="116" y="169"/>
                  </a:cubicBezTo>
                  <a:cubicBezTo>
                    <a:pt x="115" y="170"/>
                    <a:pt x="111" y="170"/>
                    <a:pt x="110" y="169"/>
                  </a:cubicBez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37" name="Freeform 188"/>
            <p:cNvSpPr>
              <a:spLocks/>
            </p:cNvSpPr>
            <p:nvPr/>
          </p:nvSpPr>
          <p:spPr bwMode="auto">
            <a:xfrm>
              <a:off x="774056" y="5548313"/>
              <a:ext cx="22225" cy="79375"/>
            </a:xfrm>
            <a:custGeom>
              <a:avLst/>
              <a:gdLst/>
              <a:ahLst/>
              <a:cxnLst>
                <a:cxn ang="0">
                  <a:pos x="14" y="50"/>
                </a:cxn>
                <a:cxn ang="0">
                  <a:pos x="0" y="48"/>
                </a:cxn>
                <a:cxn ang="0">
                  <a:pos x="0" y="0"/>
                </a:cxn>
                <a:cxn ang="0">
                  <a:pos x="14" y="2"/>
                </a:cxn>
                <a:cxn ang="0">
                  <a:pos x="14" y="50"/>
                </a:cxn>
              </a:cxnLst>
              <a:rect l="0" t="0" r="r" b="b"/>
              <a:pathLst>
                <a:path w="14" h="50">
                  <a:moveTo>
                    <a:pt x="14" y="50"/>
                  </a:moveTo>
                  <a:lnTo>
                    <a:pt x="0" y="48"/>
                  </a:lnTo>
                  <a:lnTo>
                    <a:pt x="0" y="0"/>
                  </a:lnTo>
                  <a:lnTo>
                    <a:pt x="14" y="2"/>
                  </a:lnTo>
                  <a:lnTo>
                    <a:pt x="14" y="5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38" name="Freeform 189"/>
            <p:cNvSpPr>
              <a:spLocks/>
            </p:cNvSpPr>
            <p:nvPr/>
          </p:nvSpPr>
          <p:spPr bwMode="auto">
            <a:xfrm>
              <a:off x="818506" y="5522913"/>
              <a:ext cx="22225" cy="111125"/>
            </a:xfrm>
            <a:custGeom>
              <a:avLst/>
              <a:gdLst/>
              <a:ahLst/>
              <a:cxnLst>
                <a:cxn ang="0">
                  <a:pos x="14" y="70"/>
                </a:cxn>
                <a:cxn ang="0">
                  <a:pos x="0" y="68"/>
                </a:cxn>
                <a:cxn ang="0">
                  <a:pos x="0" y="0"/>
                </a:cxn>
                <a:cxn ang="0">
                  <a:pos x="14" y="2"/>
                </a:cxn>
                <a:cxn ang="0">
                  <a:pos x="14" y="70"/>
                </a:cxn>
              </a:cxnLst>
              <a:rect l="0" t="0" r="r" b="b"/>
              <a:pathLst>
                <a:path w="14" h="70">
                  <a:moveTo>
                    <a:pt x="14" y="70"/>
                  </a:moveTo>
                  <a:lnTo>
                    <a:pt x="0" y="68"/>
                  </a:lnTo>
                  <a:lnTo>
                    <a:pt x="0" y="0"/>
                  </a:lnTo>
                  <a:lnTo>
                    <a:pt x="14" y="2"/>
                  </a:lnTo>
                  <a:lnTo>
                    <a:pt x="14" y="7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39" name="Freeform 190"/>
            <p:cNvSpPr>
              <a:spLocks/>
            </p:cNvSpPr>
            <p:nvPr/>
          </p:nvSpPr>
          <p:spPr bwMode="auto">
            <a:xfrm>
              <a:off x="859781" y="5491163"/>
              <a:ext cx="25400" cy="149225"/>
            </a:xfrm>
            <a:custGeom>
              <a:avLst/>
              <a:gdLst/>
              <a:ahLst/>
              <a:cxnLst>
                <a:cxn ang="0">
                  <a:pos x="16" y="94"/>
                </a:cxn>
                <a:cxn ang="0">
                  <a:pos x="0" y="92"/>
                </a:cxn>
                <a:cxn ang="0">
                  <a:pos x="0" y="0"/>
                </a:cxn>
                <a:cxn ang="0">
                  <a:pos x="16" y="2"/>
                </a:cxn>
                <a:cxn ang="0">
                  <a:pos x="16" y="94"/>
                </a:cxn>
              </a:cxnLst>
              <a:rect l="0" t="0" r="r" b="b"/>
              <a:pathLst>
                <a:path w="16" h="94">
                  <a:moveTo>
                    <a:pt x="16" y="94"/>
                  </a:moveTo>
                  <a:lnTo>
                    <a:pt x="0" y="92"/>
                  </a:lnTo>
                  <a:lnTo>
                    <a:pt x="0" y="0"/>
                  </a:lnTo>
                  <a:lnTo>
                    <a:pt x="16" y="2"/>
                  </a:lnTo>
                  <a:lnTo>
                    <a:pt x="16" y="9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40" name="Freeform 191"/>
            <p:cNvSpPr>
              <a:spLocks/>
            </p:cNvSpPr>
            <p:nvPr/>
          </p:nvSpPr>
          <p:spPr bwMode="auto">
            <a:xfrm>
              <a:off x="904231" y="5468938"/>
              <a:ext cx="22225" cy="177800"/>
            </a:xfrm>
            <a:custGeom>
              <a:avLst/>
              <a:gdLst/>
              <a:ahLst/>
              <a:cxnLst>
                <a:cxn ang="0">
                  <a:pos x="14" y="112"/>
                </a:cxn>
                <a:cxn ang="0">
                  <a:pos x="0" y="110"/>
                </a:cxn>
                <a:cxn ang="0">
                  <a:pos x="0" y="0"/>
                </a:cxn>
                <a:cxn ang="0">
                  <a:pos x="14" y="2"/>
                </a:cxn>
                <a:cxn ang="0">
                  <a:pos x="14" y="112"/>
                </a:cxn>
              </a:cxnLst>
              <a:rect l="0" t="0" r="r" b="b"/>
              <a:pathLst>
                <a:path w="14" h="112">
                  <a:moveTo>
                    <a:pt x="14" y="112"/>
                  </a:moveTo>
                  <a:lnTo>
                    <a:pt x="0" y="110"/>
                  </a:lnTo>
                  <a:lnTo>
                    <a:pt x="0" y="0"/>
                  </a:lnTo>
                  <a:lnTo>
                    <a:pt x="14" y="2"/>
                  </a:lnTo>
                  <a:lnTo>
                    <a:pt x="14" y="11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41" name="Freeform 192"/>
            <p:cNvSpPr>
              <a:spLocks/>
            </p:cNvSpPr>
            <p:nvPr/>
          </p:nvSpPr>
          <p:spPr bwMode="auto">
            <a:xfrm>
              <a:off x="948681" y="5446713"/>
              <a:ext cx="22225" cy="206375"/>
            </a:xfrm>
            <a:custGeom>
              <a:avLst/>
              <a:gdLst/>
              <a:ahLst/>
              <a:cxnLst>
                <a:cxn ang="0">
                  <a:pos x="14" y="130"/>
                </a:cxn>
                <a:cxn ang="0">
                  <a:pos x="0" y="128"/>
                </a:cxn>
                <a:cxn ang="0">
                  <a:pos x="0" y="0"/>
                </a:cxn>
                <a:cxn ang="0">
                  <a:pos x="14" y="2"/>
                </a:cxn>
                <a:cxn ang="0">
                  <a:pos x="14" y="130"/>
                </a:cxn>
              </a:cxnLst>
              <a:rect l="0" t="0" r="r" b="b"/>
              <a:pathLst>
                <a:path w="14" h="130">
                  <a:moveTo>
                    <a:pt x="14" y="130"/>
                  </a:moveTo>
                  <a:lnTo>
                    <a:pt x="0" y="128"/>
                  </a:lnTo>
                  <a:lnTo>
                    <a:pt x="0" y="0"/>
                  </a:lnTo>
                  <a:lnTo>
                    <a:pt x="14" y="2"/>
                  </a:lnTo>
                  <a:lnTo>
                    <a:pt x="14" y="13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grpSp>
      <p:grpSp>
        <p:nvGrpSpPr>
          <p:cNvPr id="342" name="组合 341"/>
          <p:cNvGrpSpPr/>
          <p:nvPr/>
        </p:nvGrpSpPr>
        <p:grpSpPr>
          <a:xfrm>
            <a:off x="854977" y="3460620"/>
            <a:ext cx="756964" cy="695295"/>
            <a:chOff x="7053263" y="4375150"/>
            <a:chExt cx="782638" cy="709613"/>
          </a:xfrm>
        </p:grpSpPr>
        <p:sp>
          <p:nvSpPr>
            <p:cNvPr id="343" name="Freeform 235"/>
            <p:cNvSpPr>
              <a:spLocks/>
            </p:cNvSpPr>
            <p:nvPr/>
          </p:nvSpPr>
          <p:spPr bwMode="auto">
            <a:xfrm>
              <a:off x="7053263" y="4538663"/>
              <a:ext cx="782638" cy="546100"/>
            </a:xfrm>
            <a:custGeom>
              <a:avLst/>
              <a:gdLst/>
              <a:ahLst/>
              <a:cxnLst>
                <a:cxn ang="0">
                  <a:pos x="246" y="120"/>
                </a:cxn>
                <a:cxn ang="0">
                  <a:pos x="246" y="0"/>
                </a:cxn>
                <a:cxn ang="0">
                  <a:pos x="0" y="0"/>
                </a:cxn>
                <a:cxn ang="0">
                  <a:pos x="0" y="120"/>
                </a:cxn>
                <a:cxn ang="0">
                  <a:pos x="0" y="122"/>
                </a:cxn>
                <a:cxn ang="0">
                  <a:pos x="123" y="172"/>
                </a:cxn>
                <a:cxn ang="0">
                  <a:pos x="246" y="122"/>
                </a:cxn>
                <a:cxn ang="0">
                  <a:pos x="246" y="120"/>
                </a:cxn>
              </a:cxnLst>
              <a:rect l="0" t="0" r="r" b="b"/>
              <a:pathLst>
                <a:path w="246" h="172">
                  <a:moveTo>
                    <a:pt x="246" y="120"/>
                  </a:moveTo>
                  <a:cubicBezTo>
                    <a:pt x="246" y="0"/>
                    <a:pt x="246" y="0"/>
                    <a:pt x="246" y="0"/>
                  </a:cubicBezTo>
                  <a:cubicBezTo>
                    <a:pt x="0" y="0"/>
                    <a:pt x="0" y="0"/>
                    <a:pt x="0" y="0"/>
                  </a:cubicBezTo>
                  <a:cubicBezTo>
                    <a:pt x="0" y="120"/>
                    <a:pt x="0" y="120"/>
                    <a:pt x="0" y="120"/>
                  </a:cubicBezTo>
                  <a:cubicBezTo>
                    <a:pt x="0" y="121"/>
                    <a:pt x="0" y="121"/>
                    <a:pt x="0" y="122"/>
                  </a:cubicBezTo>
                  <a:cubicBezTo>
                    <a:pt x="0" y="144"/>
                    <a:pt x="55" y="172"/>
                    <a:pt x="123" y="172"/>
                  </a:cubicBezTo>
                  <a:cubicBezTo>
                    <a:pt x="191" y="172"/>
                    <a:pt x="246" y="144"/>
                    <a:pt x="246" y="122"/>
                  </a:cubicBezTo>
                  <a:cubicBezTo>
                    <a:pt x="246" y="121"/>
                    <a:pt x="246" y="121"/>
                    <a:pt x="246" y="120"/>
                  </a:cubicBez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44" name="Oval 236"/>
            <p:cNvSpPr>
              <a:spLocks noChangeArrowheads="1"/>
            </p:cNvSpPr>
            <p:nvPr/>
          </p:nvSpPr>
          <p:spPr bwMode="auto">
            <a:xfrm>
              <a:off x="7053263" y="4375150"/>
              <a:ext cx="782638" cy="322263"/>
            </a:xfrm>
            <a:prstGeom prst="ellipse">
              <a:avLst/>
            </a:pr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45" name="Freeform 237"/>
            <p:cNvSpPr>
              <a:spLocks/>
            </p:cNvSpPr>
            <p:nvPr/>
          </p:nvSpPr>
          <p:spPr bwMode="auto">
            <a:xfrm>
              <a:off x="7072313" y="4589463"/>
              <a:ext cx="744538" cy="107950"/>
            </a:xfrm>
            <a:custGeom>
              <a:avLst/>
              <a:gdLst/>
              <a:ahLst/>
              <a:cxnLst>
                <a:cxn ang="0">
                  <a:pos x="117" y="28"/>
                </a:cxn>
                <a:cxn ang="0">
                  <a:pos x="0" y="0"/>
                </a:cxn>
                <a:cxn ang="0">
                  <a:pos x="117" y="34"/>
                </a:cxn>
                <a:cxn ang="0">
                  <a:pos x="234" y="0"/>
                </a:cxn>
                <a:cxn ang="0">
                  <a:pos x="117" y="28"/>
                </a:cxn>
              </a:cxnLst>
              <a:rect l="0" t="0" r="r" b="b"/>
              <a:pathLst>
                <a:path w="234" h="34">
                  <a:moveTo>
                    <a:pt x="117" y="28"/>
                  </a:moveTo>
                  <a:cubicBezTo>
                    <a:pt x="66" y="28"/>
                    <a:pt x="22" y="17"/>
                    <a:pt x="0" y="0"/>
                  </a:cubicBezTo>
                  <a:cubicBezTo>
                    <a:pt x="17" y="20"/>
                    <a:pt x="63" y="34"/>
                    <a:pt x="117" y="34"/>
                  </a:cubicBezTo>
                  <a:cubicBezTo>
                    <a:pt x="171" y="34"/>
                    <a:pt x="217" y="20"/>
                    <a:pt x="234" y="0"/>
                  </a:cubicBezTo>
                  <a:cubicBezTo>
                    <a:pt x="212" y="17"/>
                    <a:pt x="168" y="28"/>
                    <a:pt x="117" y="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46" name="Freeform 238"/>
            <p:cNvSpPr>
              <a:spLocks noEditPoints="1"/>
            </p:cNvSpPr>
            <p:nvPr/>
          </p:nvSpPr>
          <p:spPr bwMode="auto">
            <a:xfrm>
              <a:off x="7259638" y="4448175"/>
              <a:ext cx="373063" cy="176213"/>
            </a:xfrm>
            <a:custGeom>
              <a:avLst/>
              <a:gdLst/>
              <a:ahLst/>
              <a:cxnLst>
                <a:cxn ang="0">
                  <a:pos x="0" y="0"/>
                </a:cxn>
                <a:cxn ang="0">
                  <a:pos x="235" y="2"/>
                </a:cxn>
                <a:cxn ang="0">
                  <a:pos x="143" y="57"/>
                </a:cxn>
                <a:cxn ang="0">
                  <a:pos x="235" y="111"/>
                </a:cxn>
                <a:cxn ang="0">
                  <a:pos x="0" y="111"/>
                </a:cxn>
                <a:cxn ang="0">
                  <a:pos x="100" y="57"/>
                </a:cxn>
                <a:cxn ang="0">
                  <a:pos x="0" y="0"/>
                </a:cxn>
                <a:cxn ang="0">
                  <a:pos x="62" y="95"/>
                </a:cxn>
                <a:cxn ang="0">
                  <a:pos x="175" y="97"/>
                </a:cxn>
                <a:cxn ang="0">
                  <a:pos x="120" y="67"/>
                </a:cxn>
                <a:cxn ang="0">
                  <a:pos x="62" y="95"/>
                </a:cxn>
                <a:cxn ang="0">
                  <a:pos x="62" y="16"/>
                </a:cxn>
                <a:cxn ang="0">
                  <a:pos x="175" y="16"/>
                </a:cxn>
                <a:cxn ang="0">
                  <a:pos x="120" y="47"/>
                </a:cxn>
                <a:cxn ang="0">
                  <a:pos x="62" y="16"/>
                </a:cxn>
              </a:cxnLst>
              <a:rect l="0" t="0" r="r" b="b"/>
              <a:pathLst>
                <a:path w="235" h="111">
                  <a:moveTo>
                    <a:pt x="0" y="0"/>
                  </a:moveTo>
                  <a:lnTo>
                    <a:pt x="235" y="2"/>
                  </a:lnTo>
                  <a:lnTo>
                    <a:pt x="143" y="57"/>
                  </a:lnTo>
                  <a:lnTo>
                    <a:pt x="235" y="111"/>
                  </a:lnTo>
                  <a:lnTo>
                    <a:pt x="0" y="111"/>
                  </a:lnTo>
                  <a:lnTo>
                    <a:pt x="100" y="57"/>
                  </a:lnTo>
                  <a:lnTo>
                    <a:pt x="0" y="0"/>
                  </a:lnTo>
                  <a:close/>
                  <a:moveTo>
                    <a:pt x="62" y="95"/>
                  </a:moveTo>
                  <a:lnTo>
                    <a:pt x="175" y="97"/>
                  </a:lnTo>
                  <a:lnTo>
                    <a:pt x="120" y="67"/>
                  </a:lnTo>
                  <a:lnTo>
                    <a:pt x="62" y="95"/>
                  </a:lnTo>
                  <a:close/>
                  <a:moveTo>
                    <a:pt x="62" y="16"/>
                  </a:moveTo>
                  <a:lnTo>
                    <a:pt x="175" y="16"/>
                  </a:lnTo>
                  <a:lnTo>
                    <a:pt x="120" y="47"/>
                  </a:lnTo>
                  <a:lnTo>
                    <a:pt x="62" y="16"/>
                  </a:lnTo>
                  <a:close/>
                </a:path>
              </a:pathLst>
            </a:custGeom>
            <a:solidFill>
              <a:srgbClr val="B6482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47" name="Freeform 239"/>
            <p:cNvSpPr>
              <a:spLocks/>
            </p:cNvSpPr>
            <p:nvPr/>
          </p:nvSpPr>
          <p:spPr bwMode="auto">
            <a:xfrm>
              <a:off x="7215188" y="4751388"/>
              <a:ext cx="203200" cy="279400"/>
            </a:xfrm>
            <a:custGeom>
              <a:avLst/>
              <a:gdLst/>
              <a:ahLst/>
              <a:cxnLst>
                <a:cxn ang="0">
                  <a:pos x="64" y="84"/>
                </a:cxn>
                <a:cxn ang="0">
                  <a:pos x="54" y="87"/>
                </a:cxn>
                <a:cxn ang="0">
                  <a:pos x="44" y="88"/>
                </a:cxn>
                <a:cxn ang="0">
                  <a:pos x="26" y="85"/>
                </a:cxn>
                <a:cxn ang="0">
                  <a:pos x="12" y="76"/>
                </a:cxn>
                <a:cxn ang="0">
                  <a:pos x="3" y="62"/>
                </a:cxn>
                <a:cxn ang="0">
                  <a:pos x="0" y="44"/>
                </a:cxn>
                <a:cxn ang="0">
                  <a:pos x="3" y="26"/>
                </a:cxn>
                <a:cxn ang="0">
                  <a:pos x="12" y="12"/>
                </a:cxn>
                <a:cxn ang="0">
                  <a:pos x="26" y="3"/>
                </a:cxn>
                <a:cxn ang="0">
                  <a:pos x="44" y="0"/>
                </a:cxn>
                <a:cxn ang="0">
                  <a:pos x="54" y="0"/>
                </a:cxn>
                <a:cxn ang="0">
                  <a:pos x="64" y="3"/>
                </a:cxn>
                <a:cxn ang="0">
                  <a:pos x="63" y="12"/>
                </a:cxn>
                <a:cxn ang="0">
                  <a:pos x="54" y="9"/>
                </a:cxn>
                <a:cxn ang="0">
                  <a:pos x="44" y="8"/>
                </a:cxn>
                <a:cxn ang="0">
                  <a:pos x="30" y="11"/>
                </a:cxn>
                <a:cxn ang="0">
                  <a:pos x="20" y="18"/>
                </a:cxn>
                <a:cxn ang="0">
                  <a:pos x="13" y="30"/>
                </a:cxn>
                <a:cxn ang="0">
                  <a:pos x="11" y="44"/>
                </a:cxn>
                <a:cxn ang="0">
                  <a:pos x="13" y="58"/>
                </a:cxn>
                <a:cxn ang="0">
                  <a:pos x="19" y="69"/>
                </a:cxn>
                <a:cxn ang="0">
                  <a:pos x="30" y="77"/>
                </a:cxn>
                <a:cxn ang="0">
                  <a:pos x="44" y="79"/>
                </a:cxn>
                <a:cxn ang="0">
                  <a:pos x="54" y="78"/>
                </a:cxn>
                <a:cxn ang="0">
                  <a:pos x="64" y="75"/>
                </a:cxn>
                <a:cxn ang="0">
                  <a:pos x="64" y="84"/>
                </a:cxn>
              </a:cxnLst>
              <a:rect l="0" t="0" r="r" b="b"/>
              <a:pathLst>
                <a:path w="64" h="88">
                  <a:moveTo>
                    <a:pt x="64" y="84"/>
                  </a:moveTo>
                  <a:cubicBezTo>
                    <a:pt x="61" y="85"/>
                    <a:pt x="58" y="86"/>
                    <a:pt x="54" y="87"/>
                  </a:cubicBezTo>
                  <a:cubicBezTo>
                    <a:pt x="51" y="88"/>
                    <a:pt x="47" y="88"/>
                    <a:pt x="44" y="88"/>
                  </a:cubicBezTo>
                  <a:cubicBezTo>
                    <a:pt x="37" y="88"/>
                    <a:pt x="31" y="87"/>
                    <a:pt x="26" y="85"/>
                  </a:cubicBezTo>
                  <a:cubicBezTo>
                    <a:pt x="20" y="83"/>
                    <a:pt x="16" y="80"/>
                    <a:pt x="12" y="76"/>
                  </a:cubicBezTo>
                  <a:cubicBezTo>
                    <a:pt x="8" y="72"/>
                    <a:pt x="5" y="67"/>
                    <a:pt x="3" y="62"/>
                  </a:cubicBezTo>
                  <a:cubicBezTo>
                    <a:pt x="1" y="56"/>
                    <a:pt x="0" y="50"/>
                    <a:pt x="0" y="44"/>
                  </a:cubicBezTo>
                  <a:cubicBezTo>
                    <a:pt x="0" y="37"/>
                    <a:pt x="1" y="31"/>
                    <a:pt x="3" y="26"/>
                  </a:cubicBezTo>
                  <a:cubicBezTo>
                    <a:pt x="5" y="21"/>
                    <a:pt x="8" y="16"/>
                    <a:pt x="12" y="12"/>
                  </a:cubicBezTo>
                  <a:cubicBezTo>
                    <a:pt x="16" y="8"/>
                    <a:pt x="21" y="5"/>
                    <a:pt x="26" y="3"/>
                  </a:cubicBezTo>
                  <a:cubicBezTo>
                    <a:pt x="31" y="1"/>
                    <a:pt x="37" y="0"/>
                    <a:pt x="44" y="0"/>
                  </a:cubicBezTo>
                  <a:cubicBezTo>
                    <a:pt x="47" y="0"/>
                    <a:pt x="50" y="0"/>
                    <a:pt x="54" y="0"/>
                  </a:cubicBezTo>
                  <a:cubicBezTo>
                    <a:pt x="58" y="1"/>
                    <a:pt x="61" y="2"/>
                    <a:pt x="64" y="3"/>
                  </a:cubicBezTo>
                  <a:cubicBezTo>
                    <a:pt x="63" y="12"/>
                    <a:pt x="63" y="12"/>
                    <a:pt x="63" y="12"/>
                  </a:cubicBezTo>
                  <a:cubicBezTo>
                    <a:pt x="61" y="11"/>
                    <a:pt x="57" y="10"/>
                    <a:pt x="54" y="9"/>
                  </a:cubicBezTo>
                  <a:cubicBezTo>
                    <a:pt x="51" y="9"/>
                    <a:pt x="47" y="8"/>
                    <a:pt x="44" y="8"/>
                  </a:cubicBezTo>
                  <a:cubicBezTo>
                    <a:pt x="39" y="8"/>
                    <a:pt x="34" y="9"/>
                    <a:pt x="30" y="11"/>
                  </a:cubicBezTo>
                  <a:cubicBezTo>
                    <a:pt x="26" y="13"/>
                    <a:pt x="22" y="15"/>
                    <a:pt x="20" y="18"/>
                  </a:cubicBezTo>
                  <a:cubicBezTo>
                    <a:pt x="17" y="22"/>
                    <a:pt x="14" y="25"/>
                    <a:pt x="13" y="30"/>
                  </a:cubicBezTo>
                  <a:cubicBezTo>
                    <a:pt x="11" y="34"/>
                    <a:pt x="11" y="39"/>
                    <a:pt x="11" y="44"/>
                  </a:cubicBezTo>
                  <a:cubicBezTo>
                    <a:pt x="11" y="49"/>
                    <a:pt x="11" y="54"/>
                    <a:pt x="13" y="58"/>
                  </a:cubicBezTo>
                  <a:cubicBezTo>
                    <a:pt x="14" y="62"/>
                    <a:pt x="17" y="66"/>
                    <a:pt x="19" y="69"/>
                  </a:cubicBezTo>
                  <a:cubicBezTo>
                    <a:pt x="22" y="72"/>
                    <a:pt x="26" y="75"/>
                    <a:pt x="30" y="77"/>
                  </a:cubicBezTo>
                  <a:cubicBezTo>
                    <a:pt x="34" y="78"/>
                    <a:pt x="39" y="79"/>
                    <a:pt x="44" y="79"/>
                  </a:cubicBezTo>
                  <a:cubicBezTo>
                    <a:pt x="48" y="79"/>
                    <a:pt x="51" y="79"/>
                    <a:pt x="54" y="78"/>
                  </a:cubicBezTo>
                  <a:cubicBezTo>
                    <a:pt x="57" y="78"/>
                    <a:pt x="61" y="77"/>
                    <a:pt x="64" y="75"/>
                  </a:cubicBezTo>
                  <a:lnTo>
                    <a:pt x="64" y="84"/>
                  </a:lnTo>
                  <a:close/>
                </a:path>
              </a:pathLst>
            </a:custGeom>
            <a:solidFill>
              <a:srgbClr val="B6482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48" name="Freeform 240"/>
            <p:cNvSpPr>
              <a:spLocks/>
            </p:cNvSpPr>
            <p:nvPr/>
          </p:nvSpPr>
          <p:spPr bwMode="auto">
            <a:xfrm>
              <a:off x="7437438" y="4754563"/>
              <a:ext cx="239713" cy="269875"/>
            </a:xfrm>
            <a:custGeom>
              <a:avLst/>
              <a:gdLst/>
              <a:ahLst/>
              <a:cxnLst>
                <a:cxn ang="0">
                  <a:pos x="127" y="170"/>
                </a:cxn>
                <a:cxn ang="0">
                  <a:pos x="77" y="94"/>
                </a:cxn>
                <a:cxn ang="0">
                  <a:pos x="22" y="170"/>
                </a:cxn>
                <a:cxn ang="0">
                  <a:pos x="0" y="170"/>
                </a:cxn>
                <a:cxn ang="0">
                  <a:pos x="65" y="80"/>
                </a:cxn>
                <a:cxn ang="0">
                  <a:pos x="6" y="0"/>
                </a:cxn>
                <a:cxn ang="0">
                  <a:pos x="31" y="0"/>
                </a:cxn>
                <a:cxn ang="0">
                  <a:pos x="77" y="68"/>
                </a:cxn>
                <a:cxn ang="0">
                  <a:pos x="123" y="0"/>
                </a:cxn>
                <a:cxn ang="0">
                  <a:pos x="145" y="0"/>
                </a:cxn>
                <a:cxn ang="0">
                  <a:pos x="89" y="80"/>
                </a:cxn>
                <a:cxn ang="0">
                  <a:pos x="151" y="170"/>
                </a:cxn>
                <a:cxn ang="0">
                  <a:pos x="127" y="170"/>
                </a:cxn>
              </a:cxnLst>
              <a:rect l="0" t="0" r="r" b="b"/>
              <a:pathLst>
                <a:path w="151" h="170">
                  <a:moveTo>
                    <a:pt x="127" y="170"/>
                  </a:moveTo>
                  <a:lnTo>
                    <a:pt x="77" y="94"/>
                  </a:lnTo>
                  <a:lnTo>
                    <a:pt x="22" y="170"/>
                  </a:lnTo>
                  <a:lnTo>
                    <a:pt x="0" y="170"/>
                  </a:lnTo>
                  <a:lnTo>
                    <a:pt x="65" y="80"/>
                  </a:lnTo>
                  <a:lnTo>
                    <a:pt x="6" y="0"/>
                  </a:lnTo>
                  <a:lnTo>
                    <a:pt x="31" y="0"/>
                  </a:lnTo>
                  <a:lnTo>
                    <a:pt x="77" y="68"/>
                  </a:lnTo>
                  <a:lnTo>
                    <a:pt x="123" y="0"/>
                  </a:lnTo>
                  <a:lnTo>
                    <a:pt x="145" y="0"/>
                  </a:lnTo>
                  <a:lnTo>
                    <a:pt x="89" y="80"/>
                  </a:lnTo>
                  <a:lnTo>
                    <a:pt x="151" y="170"/>
                  </a:lnTo>
                  <a:lnTo>
                    <a:pt x="127" y="170"/>
                  </a:lnTo>
                  <a:close/>
                </a:path>
              </a:pathLst>
            </a:custGeom>
            <a:solidFill>
              <a:srgbClr val="B6482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49" name="Freeform 241"/>
            <p:cNvSpPr>
              <a:spLocks noEditPoints="1"/>
            </p:cNvSpPr>
            <p:nvPr/>
          </p:nvSpPr>
          <p:spPr bwMode="auto">
            <a:xfrm>
              <a:off x="7246938" y="4432300"/>
              <a:ext cx="369888" cy="179388"/>
            </a:xfrm>
            <a:custGeom>
              <a:avLst/>
              <a:gdLst/>
              <a:ahLst/>
              <a:cxnLst>
                <a:cxn ang="0">
                  <a:pos x="0" y="0"/>
                </a:cxn>
                <a:cxn ang="0">
                  <a:pos x="233" y="2"/>
                </a:cxn>
                <a:cxn ang="0">
                  <a:pos x="142" y="57"/>
                </a:cxn>
                <a:cxn ang="0">
                  <a:pos x="233" y="113"/>
                </a:cxn>
                <a:cxn ang="0">
                  <a:pos x="0" y="111"/>
                </a:cxn>
                <a:cxn ang="0">
                  <a:pos x="100" y="57"/>
                </a:cxn>
                <a:cxn ang="0">
                  <a:pos x="0" y="0"/>
                </a:cxn>
                <a:cxn ang="0">
                  <a:pos x="60" y="97"/>
                </a:cxn>
                <a:cxn ang="0">
                  <a:pos x="175" y="97"/>
                </a:cxn>
                <a:cxn ang="0">
                  <a:pos x="120" y="67"/>
                </a:cxn>
                <a:cxn ang="0">
                  <a:pos x="60" y="97"/>
                </a:cxn>
                <a:cxn ang="0">
                  <a:pos x="60" y="16"/>
                </a:cxn>
                <a:cxn ang="0">
                  <a:pos x="175" y="16"/>
                </a:cxn>
                <a:cxn ang="0">
                  <a:pos x="120" y="46"/>
                </a:cxn>
                <a:cxn ang="0">
                  <a:pos x="60" y="16"/>
                </a:cxn>
              </a:cxnLst>
              <a:rect l="0" t="0" r="r" b="b"/>
              <a:pathLst>
                <a:path w="233" h="113">
                  <a:moveTo>
                    <a:pt x="0" y="0"/>
                  </a:moveTo>
                  <a:lnTo>
                    <a:pt x="233" y="2"/>
                  </a:lnTo>
                  <a:lnTo>
                    <a:pt x="142" y="57"/>
                  </a:lnTo>
                  <a:lnTo>
                    <a:pt x="233" y="113"/>
                  </a:lnTo>
                  <a:lnTo>
                    <a:pt x="0" y="111"/>
                  </a:lnTo>
                  <a:lnTo>
                    <a:pt x="100" y="57"/>
                  </a:lnTo>
                  <a:lnTo>
                    <a:pt x="0" y="0"/>
                  </a:lnTo>
                  <a:close/>
                  <a:moveTo>
                    <a:pt x="60" y="97"/>
                  </a:moveTo>
                  <a:lnTo>
                    <a:pt x="175" y="97"/>
                  </a:lnTo>
                  <a:lnTo>
                    <a:pt x="120" y="67"/>
                  </a:lnTo>
                  <a:lnTo>
                    <a:pt x="60" y="97"/>
                  </a:lnTo>
                  <a:close/>
                  <a:moveTo>
                    <a:pt x="60" y="16"/>
                  </a:moveTo>
                  <a:lnTo>
                    <a:pt x="175" y="16"/>
                  </a:lnTo>
                  <a:lnTo>
                    <a:pt x="120" y="46"/>
                  </a:lnTo>
                  <a:lnTo>
                    <a:pt x="60" y="1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50" name="Freeform 242"/>
            <p:cNvSpPr>
              <a:spLocks/>
            </p:cNvSpPr>
            <p:nvPr/>
          </p:nvSpPr>
          <p:spPr bwMode="auto">
            <a:xfrm>
              <a:off x="7199313" y="4735513"/>
              <a:ext cx="206375" cy="279400"/>
            </a:xfrm>
            <a:custGeom>
              <a:avLst/>
              <a:gdLst/>
              <a:ahLst/>
              <a:cxnLst>
                <a:cxn ang="0">
                  <a:pos x="65" y="84"/>
                </a:cxn>
                <a:cxn ang="0">
                  <a:pos x="55" y="87"/>
                </a:cxn>
                <a:cxn ang="0">
                  <a:pos x="44" y="88"/>
                </a:cxn>
                <a:cxn ang="0">
                  <a:pos x="26" y="85"/>
                </a:cxn>
                <a:cxn ang="0">
                  <a:pos x="12" y="76"/>
                </a:cxn>
                <a:cxn ang="0">
                  <a:pos x="4" y="62"/>
                </a:cxn>
                <a:cxn ang="0">
                  <a:pos x="0" y="44"/>
                </a:cxn>
                <a:cxn ang="0">
                  <a:pos x="4" y="26"/>
                </a:cxn>
                <a:cxn ang="0">
                  <a:pos x="13" y="12"/>
                </a:cxn>
                <a:cxn ang="0">
                  <a:pos x="27" y="3"/>
                </a:cxn>
                <a:cxn ang="0">
                  <a:pos x="44" y="0"/>
                </a:cxn>
                <a:cxn ang="0">
                  <a:pos x="55" y="1"/>
                </a:cxn>
                <a:cxn ang="0">
                  <a:pos x="65" y="3"/>
                </a:cxn>
                <a:cxn ang="0">
                  <a:pos x="64" y="12"/>
                </a:cxn>
                <a:cxn ang="0">
                  <a:pos x="55" y="10"/>
                </a:cxn>
                <a:cxn ang="0">
                  <a:pos x="45" y="9"/>
                </a:cxn>
                <a:cxn ang="0">
                  <a:pos x="31" y="11"/>
                </a:cxn>
                <a:cxn ang="0">
                  <a:pos x="20" y="19"/>
                </a:cxn>
                <a:cxn ang="0">
                  <a:pos x="13" y="30"/>
                </a:cxn>
                <a:cxn ang="0">
                  <a:pos x="11" y="44"/>
                </a:cxn>
                <a:cxn ang="0">
                  <a:pos x="13" y="58"/>
                </a:cxn>
                <a:cxn ang="0">
                  <a:pos x="20" y="70"/>
                </a:cxn>
                <a:cxn ang="0">
                  <a:pos x="30" y="77"/>
                </a:cxn>
                <a:cxn ang="0">
                  <a:pos x="45" y="80"/>
                </a:cxn>
                <a:cxn ang="0">
                  <a:pos x="55" y="79"/>
                </a:cxn>
                <a:cxn ang="0">
                  <a:pos x="64" y="76"/>
                </a:cxn>
                <a:cxn ang="0">
                  <a:pos x="65" y="84"/>
                </a:cxn>
              </a:cxnLst>
              <a:rect l="0" t="0" r="r" b="b"/>
              <a:pathLst>
                <a:path w="65" h="88">
                  <a:moveTo>
                    <a:pt x="65" y="84"/>
                  </a:moveTo>
                  <a:cubicBezTo>
                    <a:pt x="62" y="86"/>
                    <a:pt x="59" y="87"/>
                    <a:pt x="55" y="87"/>
                  </a:cubicBezTo>
                  <a:cubicBezTo>
                    <a:pt x="51" y="88"/>
                    <a:pt x="48" y="88"/>
                    <a:pt x="44" y="88"/>
                  </a:cubicBezTo>
                  <a:cubicBezTo>
                    <a:pt x="38" y="88"/>
                    <a:pt x="32" y="87"/>
                    <a:pt x="26" y="85"/>
                  </a:cubicBezTo>
                  <a:cubicBezTo>
                    <a:pt x="21" y="83"/>
                    <a:pt x="16" y="80"/>
                    <a:pt x="12" y="76"/>
                  </a:cubicBezTo>
                  <a:cubicBezTo>
                    <a:pt x="8" y="72"/>
                    <a:pt x="6" y="68"/>
                    <a:pt x="4" y="62"/>
                  </a:cubicBezTo>
                  <a:cubicBezTo>
                    <a:pt x="1" y="57"/>
                    <a:pt x="0" y="51"/>
                    <a:pt x="0" y="44"/>
                  </a:cubicBezTo>
                  <a:cubicBezTo>
                    <a:pt x="0" y="38"/>
                    <a:pt x="2" y="32"/>
                    <a:pt x="4" y="26"/>
                  </a:cubicBezTo>
                  <a:cubicBezTo>
                    <a:pt x="6" y="21"/>
                    <a:pt x="9" y="16"/>
                    <a:pt x="13" y="12"/>
                  </a:cubicBezTo>
                  <a:cubicBezTo>
                    <a:pt x="17" y="9"/>
                    <a:pt x="21" y="6"/>
                    <a:pt x="27" y="3"/>
                  </a:cubicBezTo>
                  <a:cubicBezTo>
                    <a:pt x="32" y="1"/>
                    <a:pt x="38" y="0"/>
                    <a:pt x="44" y="0"/>
                  </a:cubicBezTo>
                  <a:cubicBezTo>
                    <a:pt x="47" y="0"/>
                    <a:pt x="51" y="0"/>
                    <a:pt x="55" y="1"/>
                  </a:cubicBezTo>
                  <a:cubicBezTo>
                    <a:pt x="58" y="1"/>
                    <a:pt x="62" y="2"/>
                    <a:pt x="65" y="3"/>
                  </a:cubicBezTo>
                  <a:cubicBezTo>
                    <a:pt x="64" y="12"/>
                    <a:pt x="64" y="12"/>
                    <a:pt x="64" y="12"/>
                  </a:cubicBezTo>
                  <a:cubicBezTo>
                    <a:pt x="61" y="11"/>
                    <a:pt x="58" y="10"/>
                    <a:pt x="55" y="10"/>
                  </a:cubicBezTo>
                  <a:cubicBezTo>
                    <a:pt x="51" y="9"/>
                    <a:pt x="48" y="9"/>
                    <a:pt x="45" y="9"/>
                  </a:cubicBezTo>
                  <a:cubicBezTo>
                    <a:pt x="40" y="9"/>
                    <a:pt x="35" y="10"/>
                    <a:pt x="31" y="11"/>
                  </a:cubicBezTo>
                  <a:cubicBezTo>
                    <a:pt x="26" y="13"/>
                    <a:pt x="23" y="16"/>
                    <a:pt x="20" y="19"/>
                  </a:cubicBezTo>
                  <a:cubicBezTo>
                    <a:pt x="17" y="22"/>
                    <a:pt x="15" y="26"/>
                    <a:pt x="13" y="30"/>
                  </a:cubicBezTo>
                  <a:cubicBezTo>
                    <a:pt x="12" y="34"/>
                    <a:pt x="11" y="39"/>
                    <a:pt x="11" y="44"/>
                  </a:cubicBezTo>
                  <a:cubicBezTo>
                    <a:pt x="11" y="49"/>
                    <a:pt x="12" y="54"/>
                    <a:pt x="13" y="58"/>
                  </a:cubicBezTo>
                  <a:cubicBezTo>
                    <a:pt x="15" y="63"/>
                    <a:pt x="17" y="67"/>
                    <a:pt x="20" y="70"/>
                  </a:cubicBezTo>
                  <a:cubicBezTo>
                    <a:pt x="23" y="73"/>
                    <a:pt x="26" y="75"/>
                    <a:pt x="30" y="77"/>
                  </a:cubicBezTo>
                  <a:cubicBezTo>
                    <a:pt x="35" y="79"/>
                    <a:pt x="39" y="80"/>
                    <a:pt x="45" y="80"/>
                  </a:cubicBezTo>
                  <a:cubicBezTo>
                    <a:pt x="48" y="80"/>
                    <a:pt x="51" y="79"/>
                    <a:pt x="55" y="79"/>
                  </a:cubicBezTo>
                  <a:cubicBezTo>
                    <a:pt x="58" y="78"/>
                    <a:pt x="61" y="77"/>
                    <a:pt x="64" y="76"/>
                  </a:cubicBezTo>
                  <a:lnTo>
                    <a:pt x="65" y="8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51" name="Freeform 243"/>
            <p:cNvSpPr>
              <a:spLocks/>
            </p:cNvSpPr>
            <p:nvPr/>
          </p:nvSpPr>
          <p:spPr bwMode="auto">
            <a:xfrm>
              <a:off x="7421563" y="4738688"/>
              <a:ext cx="242888" cy="273050"/>
            </a:xfrm>
            <a:custGeom>
              <a:avLst/>
              <a:gdLst/>
              <a:ahLst/>
              <a:cxnLst>
                <a:cxn ang="0">
                  <a:pos x="127" y="172"/>
                </a:cxn>
                <a:cxn ang="0">
                  <a:pos x="77" y="94"/>
                </a:cxn>
                <a:cxn ang="0">
                  <a:pos x="24" y="172"/>
                </a:cxn>
                <a:cxn ang="0">
                  <a:pos x="0" y="172"/>
                </a:cxn>
                <a:cxn ang="0">
                  <a:pos x="65" y="82"/>
                </a:cxn>
                <a:cxn ang="0">
                  <a:pos x="6" y="0"/>
                </a:cxn>
                <a:cxn ang="0">
                  <a:pos x="30" y="0"/>
                </a:cxn>
                <a:cxn ang="0">
                  <a:pos x="79" y="70"/>
                </a:cxn>
                <a:cxn ang="0">
                  <a:pos x="125" y="0"/>
                </a:cxn>
                <a:cxn ang="0">
                  <a:pos x="147" y="0"/>
                </a:cxn>
                <a:cxn ang="0">
                  <a:pos x="89" y="82"/>
                </a:cxn>
                <a:cxn ang="0">
                  <a:pos x="153" y="172"/>
                </a:cxn>
                <a:cxn ang="0">
                  <a:pos x="127" y="172"/>
                </a:cxn>
              </a:cxnLst>
              <a:rect l="0" t="0" r="r" b="b"/>
              <a:pathLst>
                <a:path w="153" h="172">
                  <a:moveTo>
                    <a:pt x="127" y="172"/>
                  </a:moveTo>
                  <a:lnTo>
                    <a:pt x="77" y="94"/>
                  </a:lnTo>
                  <a:lnTo>
                    <a:pt x="24" y="172"/>
                  </a:lnTo>
                  <a:lnTo>
                    <a:pt x="0" y="172"/>
                  </a:lnTo>
                  <a:lnTo>
                    <a:pt x="65" y="82"/>
                  </a:lnTo>
                  <a:lnTo>
                    <a:pt x="6" y="0"/>
                  </a:lnTo>
                  <a:lnTo>
                    <a:pt x="30" y="0"/>
                  </a:lnTo>
                  <a:lnTo>
                    <a:pt x="79" y="70"/>
                  </a:lnTo>
                  <a:lnTo>
                    <a:pt x="125" y="0"/>
                  </a:lnTo>
                  <a:lnTo>
                    <a:pt x="147" y="0"/>
                  </a:lnTo>
                  <a:lnTo>
                    <a:pt x="89" y="82"/>
                  </a:lnTo>
                  <a:lnTo>
                    <a:pt x="153" y="172"/>
                  </a:lnTo>
                  <a:lnTo>
                    <a:pt x="127" y="17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grpSp>
      <p:sp>
        <p:nvSpPr>
          <p:cNvPr id="352" name="Rectangle 17"/>
          <p:cNvSpPr>
            <a:spLocks noChangeArrowheads="1"/>
          </p:cNvSpPr>
          <p:nvPr/>
        </p:nvSpPr>
        <p:spPr bwMode="auto">
          <a:xfrm>
            <a:off x="1011590" y="4264093"/>
            <a:ext cx="576063"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RSG</a:t>
            </a:r>
            <a:endParaRPr lang="zh-CN" altLang="en-US" sz="800" b="1" dirty="0">
              <a:latin typeface="微软雅黑" panose="020B0503020204020204" pitchFamily="34" charset="-122"/>
              <a:ea typeface="微软雅黑" panose="020B0503020204020204" pitchFamily="34" charset="-122"/>
            </a:endParaRPr>
          </a:p>
        </p:txBody>
      </p:sp>
      <p:sp>
        <p:nvSpPr>
          <p:cNvPr id="353" name="Rectangle 17"/>
          <p:cNvSpPr>
            <a:spLocks noChangeArrowheads="1"/>
          </p:cNvSpPr>
          <p:nvPr/>
        </p:nvSpPr>
        <p:spPr bwMode="auto">
          <a:xfrm>
            <a:off x="1819331" y="4264093"/>
            <a:ext cx="576063"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微基站</a:t>
            </a:r>
            <a:endParaRPr lang="en-US" altLang="zh-CN" sz="800" b="1" dirty="0" smtClean="0">
              <a:latin typeface="微软雅黑" panose="020B0503020204020204" pitchFamily="34" charset="-122"/>
              <a:ea typeface="微软雅黑" panose="020B0503020204020204" pitchFamily="34" charset="-122"/>
            </a:endParaRPr>
          </a:p>
        </p:txBody>
      </p:sp>
      <p:grpSp>
        <p:nvGrpSpPr>
          <p:cNvPr id="354" name="组合 353"/>
          <p:cNvGrpSpPr/>
          <p:nvPr/>
        </p:nvGrpSpPr>
        <p:grpSpPr>
          <a:xfrm>
            <a:off x="2514518" y="3467544"/>
            <a:ext cx="657977" cy="706368"/>
            <a:chOff x="1722638" y="1228924"/>
            <a:chExt cx="504825" cy="641350"/>
          </a:xfrm>
        </p:grpSpPr>
        <p:sp>
          <p:nvSpPr>
            <p:cNvPr id="355" name="Freeform 268"/>
            <p:cNvSpPr>
              <a:spLocks/>
            </p:cNvSpPr>
            <p:nvPr/>
          </p:nvSpPr>
          <p:spPr bwMode="auto">
            <a:xfrm>
              <a:off x="2122688" y="1282899"/>
              <a:ext cx="104775" cy="587375"/>
            </a:xfrm>
            <a:custGeom>
              <a:avLst/>
              <a:gdLst/>
              <a:ahLst/>
              <a:cxnLst>
                <a:cxn ang="0">
                  <a:pos x="32" y="6"/>
                </a:cxn>
                <a:cxn ang="0">
                  <a:pos x="6" y="16"/>
                </a:cxn>
                <a:cxn ang="0">
                  <a:pos x="0" y="181"/>
                </a:cxn>
                <a:cxn ang="0">
                  <a:pos x="10" y="177"/>
                </a:cxn>
                <a:cxn ang="0">
                  <a:pos x="29" y="157"/>
                </a:cxn>
                <a:cxn ang="0">
                  <a:pos x="33" y="145"/>
                </a:cxn>
                <a:cxn ang="0">
                  <a:pos x="33" y="16"/>
                </a:cxn>
                <a:cxn ang="0">
                  <a:pos x="32" y="6"/>
                </a:cxn>
              </a:cxnLst>
              <a:rect l="0" t="0" r="r" b="b"/>
              <a:pathLst>
                <a:path w="33" h="185">
                  <a:moveTo>
                    <a:pt x="32" y="6"/>
                  </a:moveTo>
                  <a:cubicBezTo>
                    <a:pt x="29" y="0"/>
                    <a:pt x="6" y="16"/>
                    <a:pt x="6" y="16"/>
                  </a:cubicBezTo>
                  <a:cubicBezTo>
                    <a:pt x="0" y="181"/>
                    <a:pt x="0" y="181"/>
                    <a:pt x="0" y="181"/>
                  </a:cubicBezTo>
                  <a:cubicBezTo>
                    <a:pt x="0" y="181"/>
                    <a:pt x="1" y="185"/>
                    <a:pt x="10" y="177"/>
                  </a:cubicBezTo>
                  <a:cubicBezTo>
                    <a:pt x="18" y="170"/>
                    <a:pt x="26" y="161"/>
                    <a:pt x="29" y="157"/>
                  </a:cubicBezTo>
                  <a:cubicBezTo>
                    <a:pt x="33" y="153"/>
                    <a:pt x="33" y="154"/>
                    <a:pt x="33" y="145"/>
                  </a:cubicBezTo>
                  <a:cubicBezTo>
                    <a:pt x="33" y="16"/>
                    <a:pt x="33" y="16"/>
                    <a:pt x="33" y="16"/>
                  </a:cubicBezTo>
                  <a:cubicBezTo>
                    <a:pt x="33" y="7"/>
                    <a:pt x="33" y="6"/>
                    <a:pt x="32" y="6"/>
                  </a:cubicBezTo>
                  <a:close/>
                </a:path>
              </a:pathLst>
            </a:custGeom>
            <a:solidFill>
              <a:srgbClr val="B6482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56" name="Freeform 269"/>
            <p:cNvSpPr>
              <a:spLocks/>
            </p:cNvSpPr>
            <p:nvPr/>
          </p:nvSpPr>
          <p:spPr bwMode="auto">
            <a:xfrm>
              <a:off x="1722638" y="1228924"/>
              <a:ext cx="495300" cy="114300"/>
            </a:xfrm>
            <a:custGeom>
              <a:avLst/>
              <a:gdLst/>
              <a:ahLst/>
              <a:cxnLst>
                <a:cxn ang="0">
                  <a:pos x="156" y="20"/>
                </a:cxn>
                <a:cxn ang="0">
                  <a:pos x="132" y="36"/>
                </a:cxn>
                <a:cxn ang="0">
                  <a:pos x="7" y="15"/>
                </a:cxn>
                <a:cxn ang="0">
                  <a:pos x="1" y="20"/>
                </a:cxn>
                <a:cxn ang="0">
                  <a:pos x="4" y="12"/>
                </a:cxn>
                <a:cxn ang="0">
                  <a:pos x="21" y="1"/>
                </a:cxn>
                <a:cxn ang="0">
                  <a:pos x="25" y="0"/>
                </a:cxn>
                <a:cxn ang="0">
                  <a:pos x="148" y="18"/>
                </a:cxn>
                <a:cxn ang="0">
                  <a:pos x="156" y="20"/>
                </a:cxn>
              </a:cxnLst>
              <a:rect l="0" t="0" r="r" b="b"/>
              <a:pathLst>
                <a:path w="156" h="36">
                  <a:moveTo>
                    <a:pt x="156" y="20"/>
                  </a:moveTo>
                  <a:cubicBezTo>
                    <a:pt x="132" y="36"/>
                    <a:pt x="132" y="36"/>
                    <a:pt x="132" y="36"/>
                  </a:cubicBezTo>
                  <a:cubicBezTo>
                    <a:pt x="20" y="17"/>
                    <a:pt x="16" y="17"/>
                    <a:pt x="7" y="15"/>
                  </a:cubicBezTo>
                  <a:cubicBezTo>
                    <a:pt x="2" y="14"/>
                    <a:pt x="1" y="20"/>
                    <a:pt x="1" y="20"/>
                  </a:cubicBezTo>
                  <a:cubicBezTo>
                    <a:pt x="1" y="20"/>
                    <a:pt x="0" y="15"/>
                    <a:pt x="4" y="12"/>
                  </a:cubicBezTo>
                  <a:cubicBezTo>
                    <a:pt x="7" y="10"/>
                    <a:pt x="14" y="6"/>
                    <a:pt x="21" y="1"/>
                  </a:cubicBezTo>
                  <a:cubicBezTo>
                    <a:pt x="23" y="0"/>
                    <a:pt x="25" y="0"/>
                    <a:pt x="25" y="0"/>
                  </a:cubicBezTo>
                  <a:cubicBezTo>
                    <a:pt x="25" y="0"/>
                    <a:pt x="146" y="17"/>
                    <a:pt x="148" y="18"/>
                  </a:cubicBezTo>
                  <a:cubicBezTo>
                    <a:pt x="155" y="19"/>
                    <a:pt x="156" y="20"/>
                    <a:pt x="156" y="20"/>
                  </a:cubicBez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57" name="Freeform 270"/>
            <p:cNvSpPr>
              <a:spLocks/>
            </p:cNvSpPr>
            <p:nvPr/>
          </p:nvSpPr>
          <p:spPr bwMode="auto">
            <a:xfrm>
              <a:off x="2113163" y="1289249"/>
              <a:ext cx="114300" cy="79375"/>
            </a:xfrm>
            <a:custGeom>
              <a:avLst/>
              <a:gdLst/>
              <a:ahLst/>
              <a:cxnLst>
                <a:cxn ang="0">
                  <a:pos x="0" y="16"/>
                </a:cxn>
                <a:cxn ang="0">
                  <a:pos x="31" y="0"/>
                </a:cxn>
                <a:cxn ang="0">
                  <a:pos x="36" y="6"/>
                </a:cxn>
                <a:cxn ang="0">
                  <a:pos x="7" y="25"/>
                </a:cxn>
                <a:cxn ang="0">
                  <a:pos x="0" y="16"/>
                </a:cxn>
              </a:cxnLst>
              <a:rect l="0" t="0" r="r" b="b"/>
              <a:pathLst>
                <a:path w="36" h="25">
                  <a:moveTo>
                    <a:pt x="0" y="16"/>
                  </a:moveTo>
                  <a:cubicBezTo>
                    <a:pt x="0" y="16"/>
                    <a:pt x="27" y="1"/>
                    <a:pt x="31" y="0"/>
                  </a:cubicBezTo>
                  <a:cubicBezTo>
                    <a:pt x="35" y="1"/>
                    <a:pt x="36" y="3"/>
                    <a:pt x="36" y="6"/>
                  </a:cubicBezTo>
                  <a:cubicBezTo>
                    <a:pt x="7" y="25"/>
                    <a:pt x="7" y="25"/>
                    <a:pt x="7" y="25"/>
                  </a:cubicBezTo>
                  <a:lnTo>
                    <a:pt x="0" y="16"/>
                  </a:ln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58" name="Freeform 271"/>
            <p:cNvSpPr>
              <a:spLocks/>
            </p:cNvSpPr>
            <p:nvPr/>
          </p:nvSpPr>
          <p:spPr bwMode="auto">
            <a:xfrm>
              <a:off x="1722638" y="1273374"/>
              <a:ext cx="422275" cy="596900"/>
            </a:xfrm>
            <a:custGeom>
              <a:avLst/>
              <a:gdLst/>
              <a:ahLst/>
              <a:cxnLst>
                <a:cxn ang="0">
                  <a:pos x="127" y="20"/>
                </a:cxn>
                <a:cxn ang="0">
                  <a:pos x="7" y="1"/>
                </a:cxn>
                <a:cxn ang="0">
                  <a:pos x="0" y="5"/>
                </a:cxn>
                <a:cxn ang="0">
                  <a:pos x="0" y="147"/>
                </a:cxn>
                <a:cxn ang="0">
                  <a:pos x="7" y="160"/>
                </a:cxn>
                <a:cxn ang="0">
                  <a:pos x="121" y="185"/>
                </a:cxn>
                <a:cxn ang="0">
                  <a:pos x="132" y="177"/>
                </a:cxn>
                <a:cxn ang="0">
                  <a:pos x="132" y="29"/>
                </a:cxn>
                <a:cxn ang="0">
                  <a:pos x="127" y="20"/>
                </a:cxn>
              </a:cxnLst>
              <a:rect l="0" t="0" r="r" b="b"/>
              <a:pathLst>
                <a:path w="133" h="188">
                  <a:moveTo>
                    <a:pt x="127" y="20"/>
                  </a:moveTo>
                  <a:cubicBezTo>
                    <a:pt x="20" y="2"/>
                    <a:pt x="16" y="3"/>
                    <a:pt x="7" y="1"/>
                  </a:cubicBezTo>
                  <a:cubicBezTo>
                    <a:pt x="0" y="0"/>
                    <a:pt x="0" y="5"/>
                    <a:pt x="0" y="5"/>
                  </a:cubicBezTo>
                  <a:cubicBezTo>
                    <a:pt x="0" y="5"/>
                    <a:pt x="0" y="135"/>
                    <a:pt x="0" y="147"/>
                  </a:cubicBezTo>
                  <a:cubicBezTo>
                    <a:pt x="0" y="158"/>
                    <a:pt x="2" y="158"/>
                    <a:pt x="7" y="160"/>
                  </a:cubicBezTo>
                  <a:cubicBezTo>
                    <a:pt x="10" y="161"/>
                    <a:pt x="88" y="177"/>
                    <a:pt x="121" y="185"/>
                  </a:cubicBezTo>
                  <a:cubicBezTo>
                    <a:pt x="133" y="188"/>
                    <a:pt x="132" y="181"/>
                    <a:pt x="132" y="177"/>
                  </a:cubicBezTo>
                  <a:cubicBezTo>
                    <a:pt x="132" y="177"/>
                    <a:pt x="132" y="36"/>
                    <a:pt x="132" y="29"/>
                  </a:cubicBezTo>
                  <a:cubicBezTo>
                    <a:pt x="132" y="25"/>
                    <a:pt x="129" y="21"/>
                    <a:pt x="127" y="20"/>
                  </a:cubicBezTo>
                  <a:close/>
                </a:path>
              </a:pathLst>
            </a:custGeom>
            <a:solidFill>
              <a:srgbClr val="FBE7BE"/>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59" name="Freeform 272"/>
            <p:cNvSpPr>
              <a:spLocks/>
            </p:cNvSpPr>
            <p:nvPr/>
          </p:nvSpPr>
          <p:spPr bwMode="auto">
            <a:xfrm>
              <a:off x="1741688" y="1292424"/>
              <a:ext cx="381000" cy="549275"/>
            </a:xfrm>
            <a:custGeom>
              <a:avLst/>
              <a:gdLst/>
              <a:ahLst/>
              <a:cxnLst>
                <a:cxn ang="0">
                  <a:pos x="114" y="19"/>
                </a:cxn>
                <a:cxn ang="0">
                  <a:pos x="6" y="1"/>
                </a:cxn>
                <a:cxn ang="0">
                  <a:pos x="0" y="5"/>
                </a:cxn>
                <a:cxn ang="0">
                  <a:pos x="0" y="135"/>
                </a:cxn>
                <a:cxn ang="0">
                  <a:pos x="6" y="148"/>
                </a:cxn>
                <a:cxn ang="0">
                  <a:pos x="109" y="170"/>
                </a:cxn>
                <a:cxn ang="0">
                  <a:pos x="119" y="163"/>
                </a:cxn>
                <a:cxn ang="0">
                  <a:pos x="118" y="27"/>
                </a:cxn>
                <a:cxn ang="0">
                  <a:pos x="114" y="19"/>
                </a:cxn>
              </a:cxnLst>
              <a:rect l="0" t="0" r="r" b="b"/>
              <a:pathLst>
                <a:path w="120" h="173">
                  <a:moveTo>
                    <a:pt x="114" y="19"/>
                  </a:moveTo>
                  <a:cubicBezTo>
                    <a:pt x="14" y="1"/>
                    <a:pt x="15" y="3"/>
                    <a:pt x="6" y="1"/>
                  </a:cubicBezTo>
                  <a:cubicBezTo>
                    <a:pt x="0" y="0"/>
                    <a:pt x="0" y="5"/>
                    <a:pt x="0" y="5"/>
                  </a:cubicBezTo>
                  <a:cubicBezTo>
                    <a:pt x="0" y="5"/>
                    <a:pt x="0" y="124"/>
                    <a:pt x="0" y="135"/>
                  </a:cubicBezTo>
                  <a:cubicBezTo>
                    <a:pt x="0" y="146"/>
                    <a:pt x="2" y="146"/>
                    <a:pt x="6" y="148"/>
                  </a:cubicBezTo>
                  <a:cubicBezTo>
                    <a:pt x="9" y="148"/>
                    <a:pt x="79" y="163"/>
                    <a:pt x="109" y="170"/>
                  </a:cubicBezTo>
                  <a:cubicBezTo>
                    <a:pt x="120" y="173"/>
                    <a:pt x="118" y="166"/>
                    <a:pt x="119" y="163"/>
                  </a:cubicBezTo>
                  <a:cubicBezTo>
                    <a:pt x="119" y="163"/>
                    <a:pt x="118" y="33"/>
                    <a:pt x="118" y="27"/>
                  </a:cubicBezTo>
                  <a:cubicBezTo>
                    <a:pt x="118" y="23"/>
                    <a:pt x="118" y="19"/>
                    <a:pt x="114" y="19"/>
                  </a:cubicBez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60" name="Freeform 273"/>
            <p:cNvSpPr>
              <a:spLocks noEditPoints="1"/>
            </p:cNvSpPr>
            <p:nvPr/>
          </p:nvSpPr>
          <p:spPr bwMode="auto">
            <a:xfrm>
              <a:off x="1738513" y="1292424"/>
              <a:ext cx="384175" cy="546100"/>
            </a:xfrm>
            <a:custGeom>
              <a:avLst/>
              <a:gdLst/>
              <a:ahLst/>
              <a:cxnLst>
                <a:cxn ang="0">
                  <a:pos x="2" y="1"/>
                </a:cxn>
                <a:cxn ang="0">
                  <a:pos x="0" y="5"/>
                </a:cxn>
                <a:cxn ang="0">
                  <a:pos x="0" y="135"/>
                </a:cxn>
                <a:cxn ang="0">
                  <a:pos x="7" y="148"/>
                </a:cxn>
                <a:cxn ang="0">
                  <a:pos x="69" y="162"/>
                </a:cxn>
                <a:cxn ang="0">
                  <a:pos x="110" y="171"/>
                </a:cxn>
                <a:cxn ang="0">
                  <a:pos x="117" y="171"/>
                </a:cxn>
                <a:cxn ang="0">
                  <a:pos x="120" y="163"/>
                </a:cxn>
                <a:cxn ang="0">
                  <a:pos x="120" y="27"/>
                </a:cxn>
                <a:cxn ang="0">
                  <a:pos x="115" y="18"/>
                </a:cxn>
                <a:cxn ang="0">
                  <a:pos x="115" y="18"/>
                </a:cxn>
                <a:cxn ang="0">
                  <a:pos x="8" y="1"/>
                </a:cxn>
                <a:cxn ang="0">
                  <a:pos x="2" y="1"/>
                </a:cxn>
                <a:cxn ang="0">
                  <a:pos x="110" y="170"/>
                </a:cxn>
                <a:cxn ang="0">
                  <a:pos x="69" y="160"/>
                </a:cxn>
                <a:cxn ang="0">
                  <a:pos x="8" y="147"/>
                </a:cxn>
                <a:cxn ang="0">
                  <a:pos x="2" y="135"/>
                </a:cxn>
                <a:cxn ang="0">
                  <a:pos x="2" y="5"/>
                </a:cxn>
                <a:cxn ang="0">
                  <a:pos x="3" y="3"/>
                </a:cxn>
                <a:cxn ang="0">
                  <a:pos x="7" y="2"/>
                </a:cxn>
                <a:cxn ang="0">
                  <a:pos x="115" y="19"/>
                </a:cxn>
                <a:cxn ang="0">
                  <a:pos x="119" y="27"/>
                </a:cxn>
                <a:cxn ang="0">
                  <a:pos x="119" y="163"/>
                </a:cxn>
                <a:cxn ang="0">
                  <a:pos x="117" y="170"/>
                </a:cxn>
                <a:cxn ang="0">
                  <a:pos x="110" y="170"/>
                </a:cxn>
              </a:cxnLst>
              <a:rect l="0" t="0" r="r" b="b"/>
              <a:pathLst>
                <a:path w="121" h="172">
                  <a:moveTo>
                    <a:pt x="2" y="1"/>
                  </a:moveTo>
                  <a:cubicBezTo>
                    <a:pt x="0" y="3"/>
                    <a:pt x="0" y="5"/>
                    <a:pt x="0" y="5"/>
                  </a:cubicBezTo>
                  <a:cubicBezTo>
                    <a:pt x="0" y="135"/>
                    <a:pt x="0" y="135"/>
                    <a:pt x="0" y="135"/>
                  </a:cubicBezTo>
                  <a:cubicBezTo>
                    <a:pt x="0" y="146"/>
                    <a:pt x="2" y="146"/>
                    <a:pt x="7" y="148"/>
                  </a:cubicBezTo>
                  <a:cubicBezTo>
                    <a:pt x="8" y="149"/>
                    <a:pt x="31" y="154"/>
                    <a:pt x="69" y="162"/>
                  </a:cubicBezTo>
                  <a:cubicBezTo>
                    <a:pt x="110" y="171"/>
                    <a:pt x="110" y="171"/>
                    <a:pt x="110" y="171"/>
                  </a:cubicBezTo>
                  <a:cubicBezTo>
                    <a:pt x="112" y="172"/>
                    <a:pt x="116" y="172"/>
                    <a:pt x="117" y="171"/>
                  </a:cubicBezTo>
                  <a:cubicBezTo>
                    <a:pt x="121" y="169"/>
                    <a:pt x="120" y="163"/>
                    <a:pt x="120" y="163"/>
                  </a:cubicBezTo>
                  <a:cubicBezTo>
                    <a:pt x="120" y="27"/>
                    <a:pt x="120" y="27"/>
                    <a:pt x="120" y="27"/>
                  </a:cubicBezTo>
                  <a:cubicBezTo>
                    <a:pt x="120" y="23"/>
                    <a:pt x="120" y="19"/>
                    <a:pt x="115" y="18"/>
                  </a:cubicBezTo>
                  <a:cubicBezTo>
                    <a:pt x="115" y="18"/>
                    <a:pt x="115" y="18"/>
                    <a:pt x="115" y="18"/>
                  </a:cubicBezTo>
                  <a:cubicBezTo>
                    <a:pt x="8" y="1"/>
                    <a:pt x="8" y="1"/>
                    <a:pt x="8" y="1"/>
                  </a:cubicBezTo>
                  <a:cubicBezTo>
                    <a:pt x="5" y="0"/>
                    <a:pt x="4" y="0"/>
                    <a:pt x="2" y="1"/>
                  </a:cubicBezTo>
                  <a:close/>
                  <a:moveTo>
                    <a:pt x="110" y="170"/>
                  </a:moveTo>
                  <a:cubicBezTo>
                    <a:pt x="69" y="160"/>
                    <a:pt x="69" y="160"/>
                    <a:pt x="69" y="160"/>
                  </a:cubicBezTo>
                  <a:cubicBezTo>
                    <a:pt x="37" y="153"/>
                    <a:pt x="9" y="147"/>
                    <a:pt x="8" y="147"/>
                  </a:cubicBezTo>
                  <a:cubicBezTo>
                    <a:pt x="3" y="145"/>
                    <a:pt x="2" y="145"/>
                    <a:pt x="2" y="135"/>
                  </a:cubicBezTo>
                  <a:cubicBezTo>
                    <a:pt x="2" y="5"/>
                    <a:pt x="2" y="5"/>
                    <a:pt x="2" y="5"/>
                  </a:cubicBezTo>
                  <a:cubicBezTo>
                    <a:pt x="2" y="5"/>
                    <a:pt x="2" y="3"/>
                    <a:pt x="3" y="3"/>
                  </a:cubicBezTo>
                  <a:cubicBezTo>
                    <a:pt x="4" y="2"/>
                    <a:pt x="5" y="2"/>
                    <a:pt x="7" y="2"/>
                  </a:cubicBezTo>
                  <a:cubicBezTo>
                    <a:pt x="115" y="19"/>
                    <a:pt x="115" y="19"/>
                    <a:pt x="115" y="19"/>
                  </a:cubicBezTo>
                  <a:cubicBezTo>
                    <a:pt x="118" y="20"/>
                    <a:pt x="119" y="22"/>
                    <a:pt x="119" y="27"/>
                  </a:cubicBezTo>
                  <a:cubicBezTo>
                    <a:pt x="119" y="163"/>
                    <a:pt x="119" y="163"/>
                    <a:pt x="119" y="163"/>
                  </a:cubicBezTo>
                  <a:cubicBezTo>
                    <a:pt x="119" y="163"/>
                    <a:pt x="119" y="168"/>
                    <a:pt x="117" y="170"/>
                  </a:cubicBezTo>
                  <a:cubicBezTo>
                    <a:pt x="116" y="170"/>
                    <a:pt x="112" y="170"/>
                    <a:pt x="110" y="170"/>
                  </a:cubicBez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61" name="Freeform 274"/>
            <p:cNvSpPr>
              <a:spLocks/>
            </p:cNvSpPr>
            <p:nvPr/>
          </p:nvSpPr>
          <p:spPr bwMode="auto">
            <a:xfrm>
              <a:off x="1808363" y="1613099"/>
              <a:ext cx="215900" cy="127000"/>
            </a:xfrm>
            <a:custGeom>
              <a:avLst/>
              <a:gdLst/>
              <a:ahLst/>
              <a:cxnLst>
                <a:cxn ang="0">
                  <a:pos x="60" y="39"/>
                </a:cxn>
                <a:cxn ang="0">
                  <a:pos x="9" y="26"/>
                </a:cxn>
                <a:cxn ang="0">
                  <a:pos x="0" y="16"/>
                </a:cxn>
                <a:cxn ang="0">
                  <a:pos x="0" y="8"/>
                </a:cxn>
                <a:cxn ang="0">
                  <a:pos x="9" y="1"/>
                </a:cxn>
                <a:cxn ang="0">
                  <a:pos x="60" y="14"/>
                </a:cxn>
                <a:cxn ang="0">
                  <a:pos x="68" y="24"/>
                </a:cxn>
                <a:cxn ang="0">
                  <a:pos x="68" y="33"/>
                </a:cxn>
                <a:cxn ang="0">
                  <a:pos x="60" y="39"/>
                </a:cxn>
              </a:cxnLst>
              <a:rect l="0" t="0" r="r" b="b"/>
              <a:pathLst>
                <a:path w="68" h="40">
                  <a:moveTo>
                    <a:pt x="60" y="39"/>
                  </a:moveTo>
                  <a:cubicBezTo>
                    <a:pt x="9" y="26"/>
                    <a:pt x="9" y="26"/>
                    <a:pt x="9" y="26"/>
                  </a:cubicBezTo>
                  <a:cubicBezTo>
                    <a:pt x="4" y="25"/>
                    <a:pt x="0" y="20"/>
                    <a:pt x="0" y="16"/>
                  </a:cubicBezTo>
                  <a:cubicBezTo>
                    <a:pt x="0" y="8"/>
                    <a:pt x="0" y="8"/>
                    <a:pt x="0" y="8"/>
                  </a:cubicBezTo>
                  <a:cubicBezTo>
                    <a:pt x="0" y="3"/>
                    <a:pt x="4" y="0"/>
                    <a:pt x="9" y="1"/>
                  </a:cubicBezTo>
                  <a:cubicBezTo>
                    <a:pt x="60" y="14"/>
                    <a:pt x="60" y="14"/>
                    <a:pt x="60" y="14"/>
                  </a:cubicBezTo>
                  <a:cubicBezTo>
                    <a:pt x="65" y="15"/>
                    <a:pt x="68" y="20"/>
                    <a:pt x="68" y="24"/>
                  </a:cubicBezTo>
                  <a:cubicBezTo>
                    <a:pt x="68" y="33"/>
                    <a:pt x="68" y="33"/>
                    <a:pt x="68" y="33"/>
                  </a:cubicBezTo>
                  <a:cubicBezTo>
                    <a:pt x="68" y="37"/>
                    <a:pt x="65" y="40"/>
                    <a:pt x="60" y="39"/>
                  </a:cubicBezTo>
                  <a:close/>
                </a:path>
              </a:pathLst>
            </a:custGeom>
            <a:solidFill>
              <a:srgbClr val="B6482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62" name="Freeform 275"/>
            <p:cNvSpPr>
              <a:spLocks/>
            </p:cNvSpPr>
            <p:nvPr/>
          </p:nvSpPr>
          <p:spPr bwMode="auto">
            <a:xfrm>
              <a:off x="1811538" y="1467049"/>
              <a:ext cx="209550" cy="92075"/>
            </a:xfrm>
            <a:custGeom>
              <a:avLst/>
              <a:gdLst/>
              <a:ahLst/>
              <a:cxnLst>
                <a:cxn ang="0">
                  <a:pos x="33" y="12"/>
                </a:cxn>
                <a:cxn ang="0">
                  <a:pos x="61" y="29"/>
                </a:cxn>
                <a:cxn ang="0">
                  <a:pos x="66" y="25"/>
                </a:cxn>
                <a:cxn ang="0">
                  <a:pos x="33" y="3"/>
                </a:cxn>
                <a:cxn ang="0">
                  <a:pos x="0" y="8"/>
                </a:cxn>
                <a:cxn ang="0">
                  <a:pos x="6" y="15"/>
                </a:cxn>
                <a:cxn ang="0">
                  <a:pos x="33" y="12"/>
                </a:cxn>
              </a:cxnLst>
              <a:rect l="0" t="0" r="r" b="b"/>
              <a:pathLst>
                <a:path w="66" h="29">
                  <a:moveTo>
                    <a:pt x="33" y="12"/>
                  </a:moveTo>
                  <a:cubicBezTo>
                    <a:pt x="44" y="14"/>
                    <a:pt x="54" y="21"/>
                    <a:pt x="61" y="29"/>
                  </a:cubicBezTo>
                  <a:cubicBezTo>
                    <a:pt x="66" y="25"/>
                    <a:pt x="66" y="25"/>
                    <a:pt x="66" y="25"/>
                  </a:cubicBezTo>
                  <a:cubicBezTo>
                    <a:pt x="58" y="15"/>
                    <a:pt x="46" y="6"/>
                    <a:pt x="33" y="3"/>
                  </a:cubicBezTo>
                  <a:cubicBezTo>
                    <a:pt x="21" y="0"/>
                    <a:pt x="9" y="3"/>
                    <a:pt x="0" y="8"/>
                  </a:cubicBezTo>
                  <a:cubicBezTo>
                    <a:pt x="6" y="15"/>
                    <a:pt x="6" y="15"/>
                    <a:pt x="6" y="15"/>
                  </a:cubicBezTo>
                  <a:cubicBezTo>
                    <a:pt x="13" y="11"/>
                    <a:pt x="23" y="9"/>
                    <a:pt x="33" y="12"/>
                  </a:cubicBezTo>
                  <a:close/>
                </a:path>
              </a:pathLst>
            </a:custGeom>
            <a:solidFill>
              <a:srgbClr val="B6482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63" name="Freeform 276"/>
            <p:cNvSpPr>
              <a:spLocks/>
            </p:cNvSpPr>
            <p:nvPr/>
          </p:nvSpPr>
          <p:spPr bwMode="auto">
            <a:xfrm>
              <a:off x="1846463" y="1524199"/>
              <a:ext cx="142875" cy="66675"/>
            </a:xfrm>
            <a:custGeom>
              <a:avLst/>
              <a:gdLst/>
              <a:ahLst/>
              <a:cxnLst>
                <a:cxn ang="0">
                  <a:pos x="22" y="10"/>
                </a:cxn>
                <a:cxn ang="0">
                  <a:pos x="39" y="21"/>
                </a:cxn>
                <a:cxn ang="0">
                  <a:pos x="45" y="16"/>
                </a:cxn>
                <a:cxn ang="0">
                  <a:pos x="22" y="2"/>
                </a:cxn>
                <a:cxn ang="0">
                  <a:pos x="0" y="5"/>
                </a:cxn>
                <a:cxn ang="0">
                  <a:pos x="6" y="13"/>
                </a:cxn>
                <a:cxn ang="0">
                  <a:pos x="22" y="10"/>
                </a:cxn>
              </a:cxnLst>
              <a:rect l="0" t="0" r="r" b="b"/>
              <a:pathLst>
                <a:path w="45" h="21">
                  <a:moveTo>
                    <a:pt x="22" y="10"/>
                  </a:moveTo>
                  <a:cubicBezTo>
                    <a:pt x="29" y="12"/>
                    <a:pt x="35" y="16"/>
                    <a:pt x="39" y="21"/>
                  </a:cubicBezTo>
                  <a:cubicBezTo>
                    <a:pt x="45" y="16"/>
                    <a:pt x="45" y="16"/>
                    <a:pt x="45" y="16"/>
                  </a:cubicBezTo>
                  <a:cubicBezTo>
                    <a:pt x="39" y="9"/>
                    <a:pt x="31" y="4"/>
                    <a:pt x="22" y="2"/>
                  </a:cubicBezTo>
                  <a:cubicBezTo>
                    <a:pt x="14" y="0"/>
                    <a:pt x="6" y="1"/>
                    <a:pt x="0" y="5"/>
                  </a:cubicBezTo>
                  <a:cubicBezTo>
                    <a:pt x="6" y="13"/>
                    <a:pt x="6" y="13"/>
                    <a:pt x="6" y="13"/>
                  </a:cubicBezTo>
                  <a:cubicBezTo>
                    <a:pt x="10" y="10"/>
                    <a:pt x="16" y="9"/>
                    <a:pt x="22" y="10"/>
                  </a:cubicBezTo>
                  <a:close/>
                </a:path>
              </a:pathLst>
            </a:custGeom>
            <a:solidFill>
              <a:srgbClr val="B6482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64" name="Freeform 277"/>
            <p:cNvSpPr>
              <a:spLocks/>
            </p:cNvSpPr>
            <p:nvPr/>
          </p:nvSpPr>
          <p:spPr bwMode="auto">
            <a:xfrm>
              <a:off x="1881388" y="1578174"/>
              <a:ext cx="73025" cy="57150"/>
            </a:xfrm>
            <a:custGeom>
              <a:avLst/>
              <a:gdLst/>
              <a:ahLst/>
              <a:cxnLst>
                <a:cxn ang="0">
                  <a:pos x="23" y="9"/>
                </a:cxn>
                <a:cxn ang="0">
                  <a:pos x="11" y="1"/>
                </a:cxn>
                <a:cxn ang="0">
                  <a:pos x="0" y="3"/>
                </a:cxn>
                <a:cxn ang="0">
                  <a:pos x="11" y="18"/>
                </a:cxn>
                <a:cxn ang="0">
                  <a:pos x="23" y="9"/>
                </a:cxn>
              </a:cxnLst>
              <a:rect l="0" t="0" r="r" b="b"/>
              <a:pathLst>
                <a:path w="23" h="18">
                  <a:moveTo>
                    <a:pt x="23" y="9"/>
                  </a:moveTo>
                  <a:cubicBezTo>
                    <a:pt x="20" y="5"/>
                    <a:pt x="16" y="3"/>
                    <a:pt x="11" y="1"/>
                  </a:cubicBezTo>
                  <a:cubicBezTo>
                    <a:pt x="7" y="0"/>
                    <a:pt x="3" y="1"/>
                    <a:pt x="0" y="3"/>
                  </a:cubicBezTo>
                  <a:cubicBezTo>
                    <a:pt x="11" y="18"/>
                    <a:pt x="11" y="18"/>
                    <a:pt x="11" y="18"/>
                  </a:cubicBezTo>
                  <a:lnTo>
                    <a:pt x="23" y="9"/>
                  </a:lnTo>
                  <a:close/>
                </a:path>
              </a:pathLst>
            </a:custGeom>
            <a:solidFill>
              <a:srgbClr val="B64821"/>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65" name="Freeform 278"/>
            <p:cNvSpPr>
              <a:spLocks/>
            </p:cNvSpPr>
            <p:nvPr/>
          </p:nvSpPr>
          <p:spPr bwMode="auto">
            <a:xfrm>
              <a:off x="1805188" y="1600399"/>
              <a:ext cx="215900" cy="123825"/>
            </a:xfrm>
            <a:custGeom>
              <a:avLst/>
              <a:gdLst/>
              <a:ahLst/>
              <a:cxnLst>
                <a:cxn ang="0">
                  <a:pos x="60" y="38"/>
                </a:cxn>
                <a:cxn ang="0">
                  <a:pos x="9" y="25"/>
                </a:cxn>
                <a:cxn ang="0">
                  <a:pos x="0" y="15"/>
                </a:cxn>
                <a:cxn ang="0">
                  <a:pos x="0" y="7"/>
                </a:cxn>
                <a:cxn ang="0">
                  <a:pos x="9" y="1"/>
                </a:cxn>
                <a:cxn ang="0">
                  <a:pos x="60" y="14"/>
                </a:cxn>
                <a:cxn ang="0">
                  <a:pos x="68" y="24"/>
                </a:cxn>
                <a:cxn ang="0">
                  <a:pos x="68" y="32"/>
                </a:cxn>
                <a:cxn ang="0">
                  <a:pos x="60" y="38"/>
                </a:cxn>
              </a:cxnLst>
              <a:rect l="0" t="0" r="r" b="b"/>
              <a:pathLst>
                <a:path w="68" h="39">
                  <a:moveTo>
                    <a:pt x="60" y="38"/>
                  </a:moveTo>
                  <a:cubicBezTo>
                    <a:pt x="9" y="25"/>
                    <a:pt x="9" y="25"/>
                    <a:pt x="9" y="25"/>
                  </a:cubicBezTo>
                  <a:cubicBezTo>
                    <a:pt x="4" y="24"/>
                    <a:pt x="0" y="20"/>
                    <a:pt x="0" y="15"/>
                  </a:cubicBezTo>
                  <a:cubicBezTo>
                    <a:pt x="0" y="7"/>
                    <a:pt x="0" y="7"/>
                    <a:pt x="0" y="7"/>
                  </a:cubicBezTo>
                  <a:cubicBezTo>
                    <a:pt x="0" y="2"/>
                    <a:pt x="4" y="0"/>
                    <a:pt x="9" y="1"/>
                  </a:cubicBezTo>
                  <a:cubicBezTo>
                    <a:pt x="60" y="14"/>
                    <a:pt x="60" y="14"/>
                    <a:pt x="60" y="14"/>
                  </a:cubicBezTo>
                  <a:cubicBezTo>
                    <a:pt x="65" y="15"/>
                    <a:pt x="68" y="19"/>
                    <a:pt x="68" y="24"/>
                  </a:cubicBezTo>
                  <a:cubicBezTo>
                    <a:pt x="68" y="32"/>
                    <a:pt x="68" y="32"/>
                    <a:pt x="68" y="32"/>
                  </a:cubicBezTo>
                  <a:cubicBezTo>
                    <a:pt x="68" y="37"/>
                    <a:pt x="65" y="39"/>
                    <a:pt x="60" y="3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66" name="Freeform 279"/>
            <p:cNvSpPr>
              <a:spLocks/>
            </p:cNvSpPr>
            <p:nvPr/>
          </p:nvSpPr>
          <p:spPr bwMode="auto">
            <a:xfrm>
              <a:off x="1808363" y="1454349"/>
              <a:ext cx="209550" cy="92075"/>
            </a:xfrm>
            <a:custGeom>
              <a:avLst/>
              <a:gdLst/>
              <a:ahLst/>
              <a:cxnLst>
                <a:cxn ang="0">
                  <a:pos x="33" y="11"/>
                </a:cxn>
                <a:cxn ang="0">
                  <a:pos x="61" y="29"/>
                </a:cxn>
                <a:cxn ang="0">
                  <a:pos x="66" y="24"/>
                </a:cxn>
                <a:cxn ang="0">
                  <a:pos x="33" y="3"/>
                </a:cxn>
                <a:cxn ang="0">
                  <a:pos x="0" y="8"/>
                </a:cxn>
                <a:cxn ang="0">
                  <a:pos x="6" y="15"/>
                </a:cxn>
                <a:cxn ang="0">
                  <a:pos x="33" y="11"/>
                </a:cxn>
              </a:cxnLst>
              <a:rect l="0" t="0" r="r" b="b"/>
              <a:pathLst>
                <a:path w="66" h="29">
                  <a:moveTo>
                    <a:pt x="33" y="11"/>
                  </a:moveTo>
                  <a:cubicBezTo>
                    <a:pt x="44" y="14"/>
                    <a:pt x="54" y="20"/>
                    <a:pt x="61" y="29"/>
                  </a:cubicBezTo>
                  <a:cubicBezTo>
                    <a:pt x="66" y="24"/>
                    <a:pt x="66" y="24"/>
                    <a:pt x="66" y="24"/>
                  </a:cubicBezTo>
                  <a:cubicBezTo>
                    <a:pt x="58" y="14"/>
                    <a:pt x="46" y="6"/>
                    <a:pt x="33" y="3"/>
                  </a:cubicBezTo>
                  <a:cubicBezTo>
                    <a:pt x="21" y="0"/>
                    <a:pt x="9" y="2"/>
                    <a:pt x="0" y="8"/>
                  </a:cubicBezTo>
                  <a:cubicBezTo>
                    <a:pt x="6" y="15"/>
                    <a:pt x="6" y="15"/>
                    <a:pt x="6" y="15"/>
                  </a:cubicBezTo>
                  <a:cubicBezTo>
                    <a:pt x="13" y="10"/>
                    <a:pt x="23" y="9"/>
                    <a:pt x="33" y="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67" name="Freeform 280"/>
            <p:cNvSpPr>
              <a:spLocks/>
            </p:cNvSpPr>
            <p:nvPr/>
          </p:nvSpPr>
          <p:spPr bwMode="auto">
            <a:xfrm>
              <a:off x="1843288" y="1508324"/>
              <a:ext cx="142875" cy="66675"/>
            </a:xfrm>
            <a:custGeom>
              <a:avLst/>
              <a:gdLst/>
              <a:ahLst/>
              <a:cxnLst>
                <a:cxn ang="0">
                  <a:pos x="22" y="11"/>
                </a:cxn>
                <a:cxn ang="0">
                  <a:pos x="39" y="21"/>
                </a:cxn>
                <a:cxn ang="0">
                  <a:pos x="45" y="17"/>
                </a:cxn>
                <a:cxn ang="0">
                  <a:pos x="22" y="2"/>
                </a:cxn>
                <a:cxn ang="0">
                  <a:pos x="0" y="5"/>
                </a:cxn>
                <a:cxn ang="0">
                  <a:pos x="6" y="13"/>
                </a:cxn>
                <a:cxn ang="0">
                  <a:pos x="22" y="11"/>
                </a:cxn>
              </a:cxnLst>
              <a:rect l="0" t="0" r="r" b="b"/>
              <a:pathLst>
                <a:path w="45" h="21">
                  <a:moveTo>
                    <a:pt x="22" y="11"/>
                  </a:moveTo>
                  <a:cubicBezTo>
                    <a:pt x="29" y="12"/>
                    <a:pt x="35" y="16"/>
                    <a:pt x="39" y="21"/>
                  </a:cubicBezTo>
                  <a:cubicBezTo>
                    <a:pt x="45" y="17"/>
                    <a:pt x="45" y="17"/>
                    <a:pt x="45" y="17"/>
                  </a:cubicBezTo>
                  <a:cubicBezTo>
                    <a:pt x="39" y="10"/>
                    <a:pt x="31" y="5"/>
                    <a:pt x="22" y="2"/>
                  </a:cubicBezTo>
                  <a:cubicBezTo>
                    <a:pt x="14" y="0"/>
                    <a:pt x="6" y="2"/>
                    <a:pt x="0" y="5"/>
                  </a:cubicBezTo>
                  <a:cubicBezTo>
                    <a:pt x="6" y="13"/>
                    <a:pt x="6" y="13"/>
                    <a:pt x="6" y="13"/>
                  </a:cubicBezTo>
                  <a:cubicBezTo>
                    <a:pt x="10" y="10"/>
                    <a:pt x="16" y="9"/>
                    <a:pt x="22" y="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sp>
          <p:nvSpPr>
            <p:cNvPr id="368" name="Freeform 281"/>
            <p:cNvSpPr>
              <a:spLocks/>
            </p:cNvSpPr>
            <p:nvPr/>
          </p:nvSpPr>
          <p:spPr bwMode="auto">
            <a:xfrm>
              <a:off x="1878213" y="1565474"/>
              <a:ext cx="73025" cy="57150"/>
            </a:xfrm>
            <a:custGeom>
              <a:avLst/>
              <a:gdLst/>
              <a:ahLst/>
              <a:cxnLst>
                <a:cxn ang="0">
                  <a:pos x="23" y="8"/>
                </a:cxn>
                <a:cxn ang="0">
                  <a:pos x="11" y="1"/>
                </a:cxn>
                <a:cxn ang="0">
                  <a:pos x="0" y="2"/>
                </a:cxn>
                <a:cxn ang="0">
                  <a:pos x="11" y="18"/>
                </a:cxn>
                <a:cxn ang="0">
                  <a:pos x="23" y="8"/>
                </a:cxn>
              </a:cxnLst>
              <a:rect l="0" t="0" r="r" b="b"/>
              <a:pathLst>
                <a:path w="23" h="18">
                  <a:moveTo>
                    <a:pt x="23" y="8"/>
                  </a:moveTo>
                  <a:cubicBezTo>
                    <a:pt x="20" y="5"/>
                    <a:pt x="16" y="2"/>
                    <a:pt x="11" y="1"/>
                  </a:cubicBezTo>
                  <a:cubicBezTo>
                    <a:pt x="7" y="0"/>
                    <a:pt x="3" y="1"/>
                    <a:pt x="0" y="2"/>
                  </a:cubicBezTo>
                  <a:cubicBezTo>
                    <a:pt x="11" y="18"/>
                    <a:pt x="11" y="18"/>
                    <a:pt x="11" y="18"/>
                  </a:cubicBezTo>
                  <a:lnTo>
                    <a:pt x="23" y="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sz="800"/>
            </a:p>
          </p:txBody>
        </p:sp>
      </p:grpSp>
      <p:sp>
        <p:nvSpPr>
          <p:cNvPr id="369" name="Rectangle 17"/>
          <p:cNvSpPr>
            <a:spLocks noChangeArrowheads="1"/>
          </p:cNvSpPr>
          <p:nvPr/>
        </p:nvSpPr>
        <p:spPr bwMode="auto">
          <a:xfrm>
            <a:off x="2535209" y="4275321"/>
            <a:ext cx="72008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微微基站</a:t>
            </a:r>
            <a:endParaRPr lang="en-US" altLang="zh-CN" sz="800" b="1" dirty="0" smtClean="0">
              <a:latin typeface="微软雅黑" panose="020B0503020204020204" pitchFamily="34" charset="-122"/>
              <a:ea typeface="微软雅黑" panose="020B0503020204020204" pitchFamily="34" charset="-122"/>
            </a:endParaRPr>
          </a:p>
        </p:txBody>
      </p:sp>
      <p:pic>
        <p:nvPicPr>
          <p:cNvPr id="370" name="图片 369"/>
          <p:cNvPicPr>
            <a:picLocks noChangeAspect="1"/>
          </p:cNvPicPr>
          <p:nvPr/>
        </p:nvPicPr>
        <p:blipFill>
          <a:blip r:embed="rId48" cstate="print"/>
          <a:stretch>
            <a:fillRect/>
          </a:stretch>
        </p:blipFill>
        <p:spPr>
          <a:xfrm>
            <a:off x="4872180" y="3620834"/>
            <a:ext cx="811701" cy="471919"/>
          </a:xfrm>
          <a:prstGeom prst="rect">
            <a:avLst/>
          </a:prstGeom>
        </p:spPr>
      </p:pic>
      <p:pic>
        <p:nvPicPr>
          <p:cNvPr id="371" name="图片 370"/>
          <p:cNvPicPr>
            <a:picLocks noChangeAspect="1"/>
          </p:cNvPicPr>
          <p:nvPr/>
        </p:nvPicPr>
        <p:blipFill>
          <a:blip r:embed="rId49" cstate="print"/>
          <a:stretch>
            <a:fillRect/>
          </a:stretch>
        </p:blipFill>
        <p:spPr>
          <a:xfrm>
            <a:off x="4059622" y="3559633"/>
            <a:ext cx="819180" cy="522227"/>
          </a:xfrm>
          <a:prstGeom prst="rect">
            <a:avLst/>
          </a:prstGeom>
        </p:spPr>
      </p:pic>
      <p:sp>
        <p:nvSpPr>
          <p:cNvPr id="372" name="Rectangle 17"/>
          <p:cNvSpPr>
            <a:spLocks noChangeArrowheads="1"/>
          </p:cNvSpPr>
          <p:nvPr/>
        </p:nvSpPr>
        <p:spPr bwMode="auto">
          <a:xfrm>
            <a:off x="4036181" y="4237460"/>
            <a:ext cx="805031" cy="33855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ADSL/VDSL modem</a:t>
            </a:r>
            <a:endParaRPr lang="zh-CN" altLang="zh-CN" sz="800" b="1" dirty="0">
              <a:latin typeface="微软雅黑" panose="020B0503020204020204" pitchFamily="34" charset="-122"/>
              <a:ea typeface="微软雅黑" panose="020B0503020204020204" pitchFamily="34" charset="-122"/>
            </a:endParaRPr>
          </a:p>
        </p:txBody>
      </p:sp>
      <p:sp>
        <p:nvSpPr>
          <p:cNvPr id="373" name="Rectangle 17"/>
          <p:cNvSpPr>
            <a:spLocks noChangeArrowheads="1"/>
          </p:cNvSpPr>
          <p:nvPr/>
        </p:nvSpPr>
        <p:spPr bwMode="auto">
          <a:xfrm>
            <a:off x="5065888" y="4275321"/>
            <a:ext cx="487826"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企业</a:t>
            </a:r>
            <a:endParaRPr lang="zh-CN" altLang="zh-CN" sz="800" b="1" dirty="0">
              <a:latin typeface="微软雅黑" panose="020B0503020204020204" pitchFamily="34" charset="-122"/>
              <a:ea typeface="微软雅黑" panose="020B0503020204020204" pitchFamily="34" charset="-122"/>
            </a:endParaRPr>
          </a:p>
        </p:txBody>
      </p:sp>
      <p:pic>
        <p:nvPicPr>
          <p:cNvPr id="374" name="图片 373"/>
          <p:cNvPicPr>
            <a:picLocks noChangeAspect="1"/>
          </p:cNvPicPr>
          <p:nvPr/>
        </p:nvPicPr>
        <p:blipFill>
          <a:blip r:embed="rId50" cstate="print"/>
          <a:stretch>
            <a:fillRect/>
          </a:stretch>
        </p:blipFill>
        <p:spPr>
          <a:xfrm>
            <a:off x="3305634" y="3450783"/>
            <a:ext cx="720149" cy="740153"/>
          </a:xfrm>
          <a:prstGeom prst="rect">
            <a:avLst/>
          </a:prstGeom>
        </p:spPr>
      </p:pic>
      <p:sp>
        <p:nvSpPr>
          <p:cNvPr id="375" name="Rectangle 17"/>
          <p:cNvSpPr>
            <a:spLocks noChangeArrowheads="1"/>
          </p:cNvSpPr>
          <p:nvPr/>
        </p:nvSpPr>
        <p:spPr bwMode="auto">
          <a:xfrm>
            <a:off x="3334857" y="4285905"/>
            <a:ext cx="741796"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笔记本电脑</a:t>
            </a:r>
            <a:endParaRPr lang="zh-CN" altLang="zh-CN" sz="800" b="1" dirty="0">
              <a:latin typeface="微软雅黑" panose="020B0503020204020204" pitchFamily="34" charset="-122"/>
              <a:ea typeface="微软雅黑" panose="020B0503020204020204" pitchFamily="34" charset="-122"/>
            </a:endParaRPr>
          </a:p>
        </p:txBody>
      </p:sp>
      <p:pic>
        <p:nvPicPr>
          <p:cNvPr id="376" name="图片 375"/>
          <p:cNvPicPr>
            <a:picLocks noChangeAspect="1"/>
          </p:cNvPicPr>
          <p:nvPr/>
        </p:nvPicPr>
        <p:blipFill>
          <a:blip r:embed="rId51" cstate="print"/>
          <a:stretch>
            <a:fillRect/>
          </a:stretch>
        </p:blipFill>
        <p:spPr>
          <a:xfrm>
            <a:off x="5779530" y="3443051"/>
            <a:ext cx="675911" cy="741322"/>
          </a:xfrm>
          <a:prstGeom prst="rect">
            <a:avLst/>
          </a:prstGeom>
        </p:spPr>
      </p:pic>
      <p:pic>
        <p:nvPicPr>
          <p:cNvPr id="377" name="图片 376"/>
          <p:cNvPicPr>
            <a:picLocks noChangeAspect="1"/>
          </p:cNvPicPr>
          <p:nvPr/>
        </p:nvPicPr>
        <p:blipFill>
          <a:blip r:embed="rId52" cstate="print"/>
          <a:stretch>
            <a:fillRect/>
          </a:stretch>
        </p:blipFill>
        <p:spPr>
          <a:xfrm>
            <a:off x="6565064" y="3433976"/>
            <a:ext cx="684186" cy="750397"/>
          </a:xfrm>
          <a:prstGeom prst="rect">
            <a:avLst/>
          </a:prstGeom>
        </p:spPr>
      </p:pic>
      <p:pic>
        <p:nvPicPr>
          <p:cNvPr id="378" name="图片 377"/>
          <p:cNvPicPr>
            <a:picLocks noChangeAspect="1"/>
          </p:cNvPicPr>
          <p:nvPr/>
        </p:nvPicPr>
        <p:blipFill>
          <a:blip r:embed="rId53" cstate="print"/>
          <a:stretch>
            <a:fillRect/>
          </a:stretch>
        </p:blipFill>
        <p:spPr>
          <a:xfrm>
            <a:off x="7456660" y="3433976"/>
            <a:ext cx="519425" cy="769519"/>
          </a:xfrm>
          <a:prstGeom prst="rect">
            <a:avLst/>
          </a:prstGeom>
        </p:spPr>
      </p:pic>
      <p:pic>
        <p:nvPicPr>
          <p:cNvPr id="379" name="图片 378"/>
          <p:cNvPicPr>
            <a:picLocks noChangeAspect="1"/>
          </p:cNvPicPr>
          <p:nvPr/>
        </p:nvPicPr>
        <p:blipFill>
          <a:blip r:embed="rId54" cstate="print"/>
          <a:stretch>
            <a:fillRect/>
          </a:stretch>
        </p:blipFill>
        <p:spPr>
          <a:xfrm>
            <a:off x="8202191" y="3450783"/>
            <a:ext cx="660000" cy="720000"/>
          </a:xfrm>
          <a:prstGeom prst="rect">
            <a:avLst/>
          </a:prstGeom>
        </p:spPr>
      </p:pic>
      <p:pic>
        <p:nvPicPr>
          <p:cNvPr id="380" name="图片 379"/>
          <p:cNvPicPr>
            <a:picLocks noChangeAspect="1"/>
          </p:cNvPicPr>
          <p:nvPr/>
        </p:nvPicPr>
        <p:blipFill>
          <a:blip r:embed="rId55" cstate="print"/>
          <a:stretch>
            <a:fillRect/>
          </a:stretch>
        </p:blipFill>
        <p:spPr>
          <a:xfrm>
            <a:off x="8971852" y="3501793"/>
            <a:ext cx="756468" cy="646835"/>
          </a:xfrm>
          <a:prstGeom prst="rect">
            <a:avLst/>
          </a:prstGeom>
        </p:spPr>
      </p:pic>
      <p:pic>
        <p:nvPicPr>
          <p:cNvPr id="381" name="图片 380"/>
          <p:cNvPicPr>
            <a:picLocks noChangeAspect="1"/>
          </p:cNvPicPr>
          <p:nvPr/>
        </p:nvPicPr>
        <p:blipFill>
          <a:blip r:embed="rId56" cstate="print"/>
          <a:stretch>
            <a:fillRect/>
          </a:stretch>
        </p:blipFill>
        <p:spPr>
          <a:xfrm>
            <a:off x="9761295" y="3457615"/>
            <a:ext cx="780000" cy="744000"/>
          </a:xfrm>
          <a:prstGeom prst="rect">
            <a:avLst/>
          </a:prstGeom>
        </p:spPr>
      </p:pic>
      <p:pic>
        <p:nvPicPr>
          <p:cNvPr id="382" name="图片 381"/>
          <p:cNvPicPr>
            <a:picLocks noChangeAspect="1"/>
          </p:cNvPicPr>
          <p:nvPr/>
        </p:nvPicPr>
        <p:blipFill>
          <a:blip r:embed="rId57" cstate="print"/>
          <a:stretch>
            <a:fillRect/>
          </a:stretch>
        </p:blipFill>
        <p:spPr>
          <a:xfrm>
            <a:off x="10593818" y="3417933"/>
            <a:ext cx="744000" cy="768000"/>
          </a:xfrm>
          <a:prstGeom prst="rect">
            <a:avLst/>
          </a:prstGeom>
        </p:spPr>
      </p:pic>
      <p:pic>
        <p:nvPicPr>
          <p:cNvPr id="383" name="图片 382"/>
          <p:cNvPicPr>
            <a:picLocks noChangeAspect="1"/>
          </p:cNvPicPr>
          <p:nvPr/>
        </p:nvPicPr>
        <p:blipFill>
          <a:blip r:embed="rId58" cstate="print"/>
          <a:stretch>
            <a:fillRect/>
          </a:stretch>
        </p:blipFill>
        <p:spPr>
          <a:xfrm>
            <a:off x="11390341" y="3503960"/>
            <a:ext cx="780000" cy="672000"/>
          </a:xfrm>
          <a:prstGeom prst="rect">
            <a:avLst/>
          </a:prstGeom>
        </p:spPr>
      </p:pic>
      <p:pic>
        <p:nvPicPr>
          <p:cNvPr id="384" name="图片 383"/>
          <p:cNvPicPr>
            <a:picLocks noChangeAspect="1"/>
          </p:cNvPicPr>
          <p:nvPr/>
        </p:nvPicPr>
        <p:blipFill>
          <a:blip r:embed="rId59" cstate="print"/>
          <a:stretch>
            <a:fillRect/>
          </a:stretch>
        </p:blipFill>
        <p:spPr>
          <a:xfrm>
            <a:off x="45617" y="4579003"/>
            <a:ext cx="768000" cy="720000"/>
          </a:xfrm>
          <a:prstGeom prst="rect">
            <a:avLst/>
          </a:prstGeom>
        </p:spPr>
      </p:pic>
      <p:pic>
        <p:nvPicPr>
          <p:cNvPr id="385" name="图片 384"/>
          <p:cNvPicPr>
            <a:picLocks noChangeAspect="1"/>
          </p:cNvPicPr>
          <p:nvPr/>
        </p:nvPicPr>
        <p:blipFill>
          <a:blip r:embed="rId60" cstate="print"/>
          <a:stretch>
            <a:fillRect/>
          </a:stretch>
        </p:blipFill>
        <p:spPr>
          <a:xfrm>
            <a:off x="953154" y="4587715"/>
            <a:ext cx="502877" cy="745003"/>
          </a:xfrm>
          <a:prstGeom prst="rect">
            <a:avLst/>
          </a:prstGeom>
        </p:spPr>
      </p:pic>
      <p:pic>
        <p:nvPicPr>
          <p:cNvPr id="386" name="图片 385"/>
          <p:cNvPicPr>
            <a:picLocks noChangeAspect="1"/>
          </p:cNvPicPr>
          <p:nvPr/>
        </p:nvPicPr>
        <p:blipFill>
          <a:blip r:embed="rId61" cstate="print"/>
          <a:stretch>
            <a:fillRect/>
          </a:stretch>
        </p:blipFill>
        <p:spPr>
          <a:xfrm>
            <a:off x="1641390" y="4554087"/>
            <a:ext cx="816000" cy="804000"/>
          </a:xfrm>
          <a:prstGeom prst="rect">
            <a:avLst/>
          </a:prstGeom>
        </p:spPr>
      </p:pic>
      <p:sp>
        <p:nvSpPr>
          <p:cNvPr id="387" name="文本框 386"/>
          <p:cNvSpPr txBox="1"/>
          <p:nvPr/>
        </p:nvSpPr>
        <p:spPr>
          <a:xfrm>
            <a:off x="5815262" y="4275321"/>
            <a:ext cx="579300"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MSAN</a:t>
            </a:r>
            <a:endParaRPr lang="zh-CN" altLang="en-US" sz="800" b="1" dirty="0">
              <a:latin typeface="微软雅黑" panose="020B0503020204020204" pitchFamily="34" charset="-122"/>
              <a:ea typeface="微软雅黑" panose="020B0503020204020204" pitchFamily="34" charset="-122"/>
            </a:endParaRPr>
          </a:p>
        </p:txBody>
      </p:sp>
      <p:sp>
        <p:nvSpPr>
          <p:cNvPr id="388" name="文本框 387"/>
          <p:cNvSpPr txBox="1"/>
          <p:nvPr/>
        </p:nvSpPr>
        <p:spPr>
          <a:xfrm>
            <a:off x="6573525" y="4264093"/>
            <a:ext cx="766590"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DSLAN</a:t>
            </a:r>
            <a:endParaRPr lang="zh-CN" altLang="en-US" sz="800" b="1" dirty="0">
              <a:latin typeface="微软雅黑" panose="020B0503020204020204" pitchFamily="34" charset="-122"/>
              <a:ea typeface="微软雅黑" panose="020B0503020204020204" pitchFamily="34" charset="-122"/>
            </a:endParaRPr>
          </a:p>
        </p:txBody>
      </p:sp>
      <p:sp>
        <p:nvSpPr>
          <p:cNvPr id="389" name="文本框 388"/>
          <p:cNvSpPr txBox="1"/>
          <p:nvPr/>
        </p:nvSpPr>
        <p:spPr>
          <a:xfrm>
            <a:off x="7407300" y="4275321"/>
            <a:ext cx="766590"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MD5500</a:t>
            </a:r>
            <a:endParaRPr lang="zh-CN" altLang="en-US" sz="800" b="1" dirty="0">
              <a:latin typeface="微软雅黑" panose="020B0503020204020204" pitchFamily="34" charset="-122"/>
              <a:ea typeface="微软雅黑" panose="020B0503020204020204" pitchFamily="34" charset="-122"/>
            </a:endParaRPr>
          </a:p>
        </p:txBody>
      </p:sp>
      <p:sp>
        <p:nvSpPr>
          <p:cNvPr id="390" name="文本框 389"/>
          <p:cNvSpPr txBox="1"/>
          <p:nvPr/>
        </p:nvSpPr>
        <p:spPr>
          <a:xfrm>
            <a:off x="8179748" y="4275321"/>
            <a:ext cx="707743"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光分路单元</a:t>
            </a:r>
            <a:endParaRPr lang="zh-CN" altLang="en-US" sz="800" b="1" dirty="0">
              <a:latin typeface="微软雅黑" panose="020B0503020204020204" pitchFamily="34" charset="-122"/>
              <a:ea typeface="微软雅黑" panose="020B0503020204020204" pitchFamily="34" charset="-122"/>
            </a:endParaRPr>
          </a:p>
        </p:txBody>
      </p:sp>
      <p:sp>
        <p:nvSpPr>
          <p:cNvPr id="391" name="文本框 390"/>
          <p:cNvSpPr txBox="1"/>
          <p:nvPr/>
        </p:nvSpPr>
        <p:spPr>
          <a:xfrm>
            <a:off x="9025799" y="4258004"/>
            <a:ext cx="730169"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光缆交接箱</a:t>
            </a:r>
            <a:endParaRPr lang="zh-CN" altLang="en-US" sz="800" b="1" dirty="0">
              <a:latin typeface="微软雅黑" panose="020B0503020204020204" pitchFamily="34" charset="-122"/>
              <a:ea typeface="微软雅黑" panose="020B0503020204020204" pitchFamily="34" charset="-122"/>
            </a:endParaRPr>
          </a:p>
        </p:txBody>
      </p:sp>
      <p:sp>
        <p:nvSpPr>
          <p:cNvPr id="392" name="文本框 391"/>
          <p:cNvSpPr txBox="1"/>
          <p:nvPr/>
        </p:nvSpPr>
        <p:spPr>
          <a:xfrm>
            <a:off x="9898563" y="4275321"/>
            <a:ext cx="527516"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分纤盒</a:t>
            </a:r>
            <a:endParaRPr lang="zh-CN" altLang="en-US" sz="800" b="1" dirty="0">
              <a:latin typeface="微软雅黑" panose="020B0503020204020204" pitchFamily="34" charset="-122"/>
              <a:ea typeface="微软雅黑" panose="020B0503020204020204" pitchFamily="34" charset="-122"/>
            </a:endParaRPr>
          </a:p>
        </p:txBody>
      </p:sp>
      <p:sp>
        <p:nvSpPr>
          <p:cNvPr id="393" name="文本框 392"/>
          <p:cNvSpPr txBox="1"/>
          <p:nvPr/>
        </p:nvSpPr>
        <p:spPr>
          <a:xfrm>
            <a:off x="10607012" y="4266598"/>
            <a:ext cx="739181"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光纤连接器</a:t>
            </a:r>
            <a:endParaRPr lang="zh-CN" altLang="en-US" sz="800" b="1" dirty="0">
              <a:latin typeface="微软雅黑" panose="020B0503020204020204" pitchFamily="34" charset="-122"/>
              <a:ea typeface="微软雅黑" panose="020B0503020204020204" pitchFamily="34" charset="-122"/>
            </a:endParaRPr>
          </a:p>
        </p:txBody>
      </p:sp>
      <p:sp>
        <p:nvSpPr>
          <p:cNvPr id="394" name="文本框 393"/>
          <p:cNvSpPr txBox="1"/>
          <p:nvPr/>
        </p:nvSpPr>
        <p:spPr>
          <a:xfrm>
            <a:off x="11485072" y="4268688"/>
            <a:ext cx="628321"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配线模块</a:t>
            </a:r>
            <a:endParaRPr lang="zh-CN" altLang="en-US" sz="800" b="1" dirty="0">
              <a:latin typeface="微软雅黑" panose="020B0503020204020204" pitchFamily="34" charset="-122"/>
              <a:ea typeface="微软雅黑" panose="020B0503020204020204" pitchFamily="34" charset="-122"/>
            </a:endParaRPr>
          </a:p>
        </p:txBody>
      </p:sp>
      <p:sp>
        <p:nvSpPr>
          <p:cNvPr id="395" name="文本框 394"/>
          <p:cNvSpPr txBox="1"/>
          <p:nvPr/>
        </p:nvSpPr>
        <p:spPr>
          <a:xfrm>
            <a:off x="159403" y="5407724"/>
            <a:ext cx="54082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接头盒</a:t>
            </a:r>
            <a:endParaRPr lang="zh-CN" altLang="en-US" sz="800" b="1" dirty="0">
              <a:latin typeface="微软雅黑" panose="020B0503020204020204" pitchFamily="34" charset="-122"/>
              <a:ea typeface="微软雅黑" panose="020B0503020204020204" pitchFamily="34" charset="-122"/>
            </a:endParaRPr>
          </a:p>
        </p:txBody>
      </p:sp>
      <p:sp>
        <p:nvSpPr>
          <p:cNvPr id="397" name="AutoShape 3"/>
          <p:cNvSpPr>
            <a:spLocks noChangeAspect="1" noChangeArrowheads="1" noTextEdit="1"/>
          </p:cNvSpPr>
          <p:nvPr/>
        </p:nvSpPr>
        <p:spPr bwMode="auto">
          <a:xfrm>
            <a:off x="9501707" y="5784467"/>
            <a:ext cx="14160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800">
              <a:latin typeface="微软雅黑" panose="020B0503020204020204" pitchFamily="34" charset="-122"/>
              <a:ea typeface="微软雅黑" panose="020B0503020204020204" pitchFamily="34" charset="-122"/>
            </a:endParaRPr>
          </a:p>
        </p:txBody>
      </p:sp>
      <p:sp>
        <p:nvSpPr>
          <p:cNvPr id="399" name="文本框 398"/>
          <p:cNvSpPr txBox="1"/>
          <p:nvPr/>
        </p:nvSpPr>
        <p:spPr>
          <a:xfrm>
            <a:off x="1719182" y="5412162"/>
            <a:ext cx="69236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入户终端盒</a:t>
            </a:r>
            <a:endParaRPr lang="zh-CN" altLang="en-US" sz="800" b="1" dirty="0">
              <a:latin typeface="微软雅黑" panose="020B0503020204020204" pitchFamily="34" charset="-122"/>
              <a:ea typeface="微软雅黑" panose="020B0503020204020204" pitchFamily="34" charset="-122"/>
            </a:endParaRPr>
          </a:p>
        </p:txBody>
      </p:sp>
      <p:sp>
        <p:nvSpPr>
          <p:cNvPr id="400" name="Rectangle 5"/>
          <p:cNvSpPr>
            <a:spLocks noChangeArrowheads="1"/>
          </p:cNvSpPr>
          <p:nvPr/>
        </p:nvSpPr>
        <p:spPr bwMode="auto">
          <a:xfrm>
            <a:off x="925401" y="5407268"/>
            <a:ext cx="1117600" cy="215900"/>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光衰减器</a:t>
            </a:r>
            <a:endParaRPr lang="zh-CN" altLang="zh-CN" sz="800" b="1" dirty="0">
              <a:latin typeface="微软雅黑" panose="020B0503020204020204" pitchFamily="34" charset="-122"/>
              <a:ea typeface="微软雅黑" panose="020B0503020204020204" pitchFamily="34" charset="-122"/>
            </a:endParaRPr>
          </a:p>
        </p:txBody>
      </p:sp>
      <p:pic>
        <p:nvPicPr>
          <p:cNvPr id="401" name="图片 400"/>
          <p:cNvPicPr>
            <a:picLocks noChangeAspect="1"/>
          </p:cNvPicPr>
          <p:nvPr/>
        </p:nvPicPr>
        <p:blipFill>
          <a:blip r:embed="rId62" cstate="print"/>
          <a:stretch>
            <a:fillRect/>
          </a:stretch>
        </p:blipFill>
        <p:spPr>
          <a:xfrm>
            <a:off x="2506536" y="4570499"/>
            <a:ext cx="696000" cy="768000"/>
          </a:xfrm>
          <a:prstGeom prst="rect">
            <a:avLst/>
          </a:prstGeom>
        </p:spPr>
      </p:pic>
      <p:pic>
        <p:nvPicPr>
          <p:cNvPr id="402" name="图片 401"/>
          <p:cNvPicPr>
            <a:picLocks noChangeAspect="1"/>
          </p:cNvPicPr>
          <p:nvPr/>
        </p:nvPicPr>
        <p:blipFill>
          <a:blip r:embed="rId63" cstate="print"/>
          <a:stretch>
            <a:fillRect/>
          </a:stretch>
        </p:blipFill>
        <p:spPr>
          <a:xfrm>
            <a:off x="3285163" y="4579003"/>
            <a:ext cx="696000" cy="768000"/>
          </a:xfrm>
          <a:prstGeom prst="rect">
            <a:avLst/>
          </a:prstGeom>
        </p:spPr>
      </p:pic>
      <p:pic>
        <p:nvPicPr>
          <p:cNvPr id="403" name="图片 402"/>
          <p:cNvPicPr>
            <a:picLocks noChangeAspect="1"/>
          </p:cNvPicPr>
          <p:nvPr/>
        </p:nvPicPr>
        <p:blipFill>
          <a:blip r:embed="rId64" cstate="print"/>
          <a:stretch>
            <a:fillRect/>
          </a:stretch>
        </p:blipFill>
        <p:spPr>
          <a:xfrm>
            <a:off x="4086431" y="4592178"/>
            <a:ext cx="766987" cy="740539"/>
          </a:xfrm>
          <a:prstGeom prst="rect">
            <a:avLst/>
          </a:prstGeom>
        </p:spPr>
      </p:pic>
      <p:pic>
        <p:nvPicPr>
          <p:cNvPr id="404" name="图片 403"/>
          <p:cNvPicPr>
            <a:picLocks noChangeAspect="1"/>
          </p:cNvPicPr>
          <p:nvPr/>
        </p:nvPicPr>
        <p:blipFill>
          <a:blip r:embed="rId65" cstate="print"/>
          <a:stretch>
            <a:fillRect/>
          </a:stretch>
        </p:blipFill>
        <p:spPr>
          <a:xfrm>
            <a:off x="4898349" y="4571725"/>
            <a:ext cx="780000" cy="756000"/>
          </a:xfrm>
          <a:prstGeom prst="rect">
            <a:avLst/>
          </a:prstGeom>
        </p:spPr>
      </p:pic>
      <p:pic>
        <p:nvPicPr>
          <p:cNvPr id="405" name="图片 404"/>
          <p:cNvPicPr>
            <a:picLocks noChangeAspect="1"/>
          </p:cNvPicPr>
          <p:nvPr/>
        </p:nvPicPr>
        <p:blipFill>
          <a:blip r:embed="rId66" cstate="print"/>
          <a:stretch>
            <a:fillRect/>
          </a:stretch>
        </p:blipFill>
        <p:spPr>
          <a:xfrm>
            <a:off x="5690363" y="4692918"/>
            <a:ext cx="796805" cy="554299"/>
          </a:xfrm>
          <a:prstGeom prst="rect">
            <a:avLst/>
          </a:prstGeom>
        </p:spPr>
      </p:pic>
      <p:pic>
        <p:nvPicPr>
          <p:cNvPr id="406" name="图片 405"/>
          <p:cNvPicPr>
            <a:picLocks noChangeAspect="1"/>
          </p:cNvPicPr>
          <p:nvPr/>
        </p:nvPicPr>
        <p:blipFill>
          <a:blip r:embed="rId67" cstate="print"/>
          <a:stretch>
            <a:fillRect/>
          </a:stretch>
        </p:blipFill>
        <p:spPr>
          <a:xfrm>
            <a:off x="6515174" y="4570499"/>
            <a:ext cx="776504" cy="776504"/>
          </a:xfrm>
          <a:prstGeom prst="rect">
            <a:avLst/>
          </a:prstGeom>
        </p:spPr>
      </p:pic>
      <p:pic>
        <p:nvPicPr>
          <p:cNvPr id="407" name="图片 406"/>
          <p:cNvPicPr>
            <a:picLocks noChangeAspect="1"/>
          </p:cNvPicPr>
          <p:nvPr/>
        </p:nvPicPr>
        <p:blipFill>
          <a:blip r:embed="rId68" cstate="print"/>
          <a:stretch>
            <a:fillRect/>
          </a:stretch>
        </p:blipFill>
        <p:spPr>
          <a:xfrm>
            <a:off x="7295835" y="4618628"/>
            <a:ext cx="822150" cy="716746"/>
          </a:xfrm>
          <a:prstGeom prst="rect">
            <a:avLst/>
          </a:prstGeom>
        </p:spPr>
      </p:pic>
      <p:pic>
        <p:nvPicPr>
          <p:cNvPr id="408" name="图片 407"/>
          <p:cNvPicPr>
            <a:picLocks noChangeAspect="1"/>
          </p:cNvPicPr>
          <p:nvPr/>
        </p:nvPicPr>
        <p:blipFill>
          <a:blip r:embed="rId69" cstate="print"/>
          <a:stretch>
            <a:fillRect/>
          </a:stretch>
        </p:blipFill>
        <p:spPr>
          <a:xfrm>
            <a:off x="8140887" y="4594365"/>
            <a:ext cx="780000" cy="732000"/>
          </a:xfrm>
          <a:prstGeom prst="rect">
            <a:avLst/>
          </a:prstGeom>
        </p:spPr>
      </p:pic>
      <p:pic>
        <p:nvPicPr>
          <p:cNvPr id="409" name="图片 408"/>
          <p:cNvPicPr>
            <a:picLocks noChangeAspect="1"/>
          </p:cNvPicPr>
          <p:nvPr/>
        </p:nvPicPr>
        <p:blipFill>
          <a:blip r:embed="rId70" cstate="print"/>
          <a:stretch>
            <a:fillRect/>
          </a:stretch>
        </p:blipFill>
        <p:spPr>
          <a:xfrm>
            <a:off x="8948126" y="4647248"/>
            <a:ext cx="780194" cy="644508"/>
          </a:xfrm>
          <a:prstGeom prst="rect">
            <a:avLst/>
          </a:prstGeom>
        </p:spPr>
      </p:pic>
      <p:pic>
        <p:nvPicPr>
          <p:cNvPr id="410" name="图片 409"/>
          <p:cNvPicPr>
            <a:picLocks noChangeAspect="1"/>
          </p:cNvPicPr>
          <p:nvPr/>
        </p:nvPicPr>
        <p:blipFill>
          <a:blip r:embed="rId71" cstate="print"/>
          <a:stretch>
            <a:fillRect/>
          </a:stretch>
        </p:blipFill>
        <p:spPr>
          <a:xfrm>
            <a:off x="9901174" y="4595727"/>
            <a:ext cx="501153" cy="736990"/>
          </a:xfrm>
          <a:prstGeom prst="rect">
            <a:avLst/>
          </a:prstGeom>
        </p:spPr>
      </p:pic>
      <p:sp>
        <p:nvSpPr>
          <p:cNvPr id="411" name="文本框 410"/>
          <p:cNvSpPr txBox="1"/>
          <p:nvPr/>
        </p:nvSpPr>
        <p:spPr>
          <a:xfrm>
            <a:off x="2576944" y="5405738"/>
            <a:ext cx="537517"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BRAS</a:t>
            </a:r>
            <a:endParaRPr lang="zh-CN" altLang="en-US" sz="800" b="1" dirty="0">
              <a:latin typeface="微软雅黑" panose="020B0503020204020204" pitchFamily="34" charset="-122"/>
              <a:ea typeface="微软雅黑" panose="020B0503020204020204" pitchFamily="34" charset="-122"/>
            </a:endParaRPr>
          </a:p>
        </p:txBody>
      </p:sp>
      <p:sp>
        <p:nvSpPr>
          <p:cNvPr id="412" name="文本框 411"/>
          <p:cNvSpPr txBox="1"/>
          <p:nvPr/>
        </p:nvSpPr>
        <p:spPr>
          <a:xfrm>
            <a:off x="3268179" y="5424657"/>
            <a:ext cx="875151"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Access node</a:t>
            </a:r>
            <a:endParaRPr lang="zh-CN" altLang="en-US" sz="800" b="1" dirty="0">
              <a:latin typeface="微软雅黑" panose="020B0503020204020204" pitchFamily="34" charset="-122"/>
              <a:ea typeface="微软雅黑" panose="020B0503020204020204" pitchFamily="34" charset="-122"/>
            </a:endParaRPr>
          </a:p>
        </p:txBody>
      </p:sp>
      <p:sp>
        <p:nvSpPr>
          <p:cNvPr id="413" name="文本框 412"/>
          <p:cNvSpPr txBox="1"/>
          <p:nvPr/>
        </p:nvSpPr>
        <p:spPr>
          <a:xfrm>
            <a:off x="4092626" y="5363102"/>
            <a:ext cx="838418" cy="33855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PBX </a:t>
            </a:r>
            <a:r>
              <a:rPr lang="zh-CN" altLang="en-US" sz="800" b="1" dirty="0">
                <a:latin typeface="微软雅黑" panose="020B0503020204020204" pitchFamily="34" charset="-122"/>
                <a:ea typeface="微软雅黑" panose="020B0503020204020204" pitchFamily="34" charset="-122"/>
              </a:rPr>
              <a:t>交换</a:t>
            </a:r>
            <a:r>
              <a:rPr lang="zh-CN" altLang="en-US" sz="800" b="1" dirty="0" smtClean="0">
                <a:latin typeface="微软雅黑" panose="020B0503020204020204" pitchFamily="34" charset="-122"/>
                <a:ea typeface="微软雅黑" panose="020B0503020204020204" pitchFamily="34" charset="-122"/>
              </a:rPr>
              <a:t>机</a:t>
            </a:r>
            <a:endParaRPr lang="en-US" altLang="zh-CN" sz="800" b="1" dirty="0" smtClean="0">
              <a:latin typeface="微软雅黑" panose="020B0503020204020204" pitchFamily="34" charset="-122"/>
              <a:ea typeface="微软雅黑" panose="020B0503020204020204" pitchFamily="34" charset="-122"/>
            </a:endParaRPr>
          </a:p>
          <a:p>
            <a:r>
              <a:rPr lang="en-US" altLang="zh-CN" sz="800" b="1" dirty="0" smtClean="0">
                <a:latin typeface="微软雅黑" panose="020B0503020204020204" pitchFamily="34" charset="-122"/>
                <a:ea typeface="微软雅黑" panose="020B0503020204020204" pitchFamily="34" charset="-122"/>
              </a:rPr>
              <a:t>(C&amp;C 08)</a:t>
            </a:r>
            <a:endParaRPr lang="zh-CN" altLang="en-US" sz="800" b="1" dirty="0">
              <a:latin typeface="微软雅黑" panose="020B0503020204020204" pitchFamily="34" charset="-122"/>
              <a:ea typeface="微软雅黑" panose="020B0503020204020204" pitchFamily="34" charset="-122"/>
            </a:endParaRPr>
          </a:p>
        </p:txBody>
      </p:sp>
      <p:sp>
        <p:nvSpPr>
          <p:cNvPr id="414" name="文本框 413"/>
          <p:cNvSpPr txBox="1"/>
          <p:nvPr/>
        </p:nvSpPr>
        <p:spPr>
          <a:xfrm>
            <a:off x="4960206" y="5419903"/>
            <a:ext cx="608431"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模拟电视</a:t>
            </a:r>
            <a:endParaRPr lang="zh-CN" altLang="en-US" sz="800" b="1" dirty="0">
              <a:latin typeface="微软雅黑" panose="020B0503020204020204" pitchFamily="34" charset="-122"/>
              <a:ea typeface="微软雅黑" panose="020B0503020204020204" pitchFamily="34" charset="-122"/>
            </a:endParaRPr>
          </a:p>
        </p:txBody>
      </p:sp>
      <p:sp>
        <p:nvSpPr>
          <p:cNvPr id="415" name="Rectangle 9"/>
          <p:cNvSpPr>
            <a:spLocks noChangeArrowheads="1"/>
          </p:cNvSpPr>
          <p:nvPr/>
        </p:nvSpPr>
        <p:spPr bwMode="auto">
          <a:xfrm>
            <a:off x="5878315" y="5428428"/>
            <a:ext cx="40161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小区</a:t>
            </a:r>
            <a:endParaRPr lang="zh-CN" altLang="zh-CN" sz="800" b="1" dirty="0">
              <a:latin typeface="微软雅黑" panose="020B0503020204020204" pitchFamily="34" charset="-122"/>
              <a:ea typeface="微软雅黑" panose="020B0503020204020204" pitchFamily="34" charset="-122"/>
            </a:endParaRPr>
          </a:p>
        </p:txBody>
      </p:sp>
      <p:sp>
        <p:nvSpPr>
          <p:cNvPr id="416" name="Rectangle 17"/>
          <p:cNvSpPr>
            <a:spLocks noChangeArrowheads="1"/>
          </p:cNvSpPr>
          <p:nvPr/>
        </p:nvSpPr>
        <p:spPr bwMode="auto">
          <a:xfrm>
            <a:off x="7451629" y="5412482"/>
            <a:ext cx="51056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传真机</a:t>
            </a:r>
            <a:endParaRPr lang="zh-CN" altLang="zh-CN" sz="800" b="1" dirty="0">
              <a:latin typeface="微软雅黑" panose="020B0503020204020204" pitchFamily="34" charset="-122"/>
              <a:ea typeface="微软雅黑" panose="020B0503020204020204" pitchFamily="34" charset="-122"/>
            </a:endParaRPr>
          </a:p>
        </p:txBody>
      </p:sp>
      <p:sp>
        <p:nvSpPr>
          <p:cNvPr id="417" name="Rectangle 17"/>
          <p:cNvSpPr>
            <a:spLocks noChangeArrowheads="1"/>
          </p:cNvSpPr>
          <p:nvPr/>
        </p:nvSpPr>
        <p:spPr bwMode="auto">
          <a:xfrm>
            <a:off x="8352667" y="5405738"/>
            <a:ext cx="36190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ISP</a:t>
            </a:r>
            <a:endParaRPr lang="zh-CN" altLang="zh-CN" sz="800" b="1" dirty="0">
              <a:latin typeface="微软雅黑" panose="020B0503020204020204" pitchFamily="34" charset="-122"/>
              <a:ea typeface="微软雅黑" panose="020B0503020204020204" pitchFamily="34" charset="-122"/>
            </a:endParaRPr>
          </a:p>
        </p:txBody>
      </p:sp>
      <p:sp>
        <p:nvSpPr>
          <p:cNvPr id="418" name="Rectangle 17"/>
          <p:cNvSpPr>
            <a:spLocks noChangeArrowheads="1"/>
          </p:cNvSpPr>
          <p:nvPr/>
        </p:nvSpPr>
        <p:spPr bwMode="auto">
          <a:xfrm>
            <a:off x="9047949" y="5422597"/>
            <a:ext cx="64831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商业中心</a:t>
            </a:r>
            <a:endParaRPr lang="zh-CN" altLang="zh-CN" sz="800" b="1" dirty="0">
              <a:latin typeface="微软雅黑" panose="020B0503020204020204" pitchFamily="34" charset="-122"/>
              <a:ea typeface="微软雅黑" panose="020B0503020204020204" pitchFamily="34" charset="-122"/>
            </a:endParaRPr>
          </a:p>
        </p:txBody>
      </p:sp>
      <p:sp>
        <p:nvSpPr>
          <p:cNvPr id="419" name="Rectangle 17"/>
          <p:cNvSpPr>
            <a:spLocks noChangeArrowheads="1"/>
          </p:cNvSpPr>
          <p:nvPr/>
        </p:nvSpPr>
        <p:spPr bwMode="auto">
          <a:xfrm>
            <a:off x="9696259" y="5420067"/>
            <a:ext cx="962149"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RADIUS server</a:t>
            </a:r>
            <a:endParaRPr lang="zh-CN" altLang="zh-CN" sz="800" b="1" dirty="0">
              <a:latin typeface="微软雅黑" panose="020B0503020204020204" pitchFamily="34" charset="-122"/>
              <a:ea typeface="微软雅黑" panose="020B0503020204020204" pitchFamily="34" charset="-122"/>
            </a:endParaRPr>
          </a:p>
        </p:txBody>
      </p:sp>
      <p:sp>
        <p:nvSpPr>
          <p:cNvPr id="421" name="AutoShape 11"/>
          <p:cNvSpPr>
            <a:spLocks noChangeAspect="1" noChangeArrowheads="1" noTextEdit="1"/>
          </p:cNvSpPr>
          <p:nvPr/>
        </p:nvSpPr>
        <p:spPr bwMode="auto">
          <a:xfrm>
            <a:off x="4800847" y="7445419"/>
            <a:ext cx="9493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000">
              <a:latin typeface="微软雅黑" panose="020B0503020204020204" pitchFamily="34" charset="-122"/>
              <a:ea typeface="微软雅黑" panose="020B0503020204020204" pitchFamily="34" charset="-122"/>
            </a:endParaRPr>
          </a:p>
        </p:txBody>
      </p:sp>
      <p:sp>
        <p:nvSpPr>
          <p:cNvPr id="423" name="Rectangle 13"/>
          <p:cNvSpPr>
            <a:spLocks noChangeArrowheads="1"/>
          </p:cNvSpPr>
          <p:nvPr/>
        </p:nvSpPr>
        <p:spPr bwMode="auto">
          <a:xfrm>
            <a:off x="6680424" y="5422791"/>
            <a:ext cx="423688"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光纤</a:t>
            </a:r>
            <a:endParaRPr lang="zh-CN" altLang="zh-CN" sz="800" b="1" dirty="0">
              <a:latin typeface="微软雅黑" panose="020B0503020204020204" pitchFamily="34" charset="-122"/>
              <a:ea typeface="微软雅黑" panose="020B0503020204020204" pitchFamily="34" charset="-122"/>
            </a:endParaRPr>
          </a:p>
        </p:txBody>
      </p:sp>
      <p:pic>
        <p:nvPicPr>
          <p:cNvPr id="424" name="图片 423"/>
          <p:cNvPicPr>
            <a:picLocks noChangeAspect="1"/>
          </p:cNvPicPr>
          <p:nvPr/>
        </p:nvPicPr>
        <p:blipFill>
          <a:blip r:embed="rId72" cstate="print"/>
          <a:stretch>
            <a:fillRect/>
          </a:stretch>
        </p:blipFill>
        <p:spPr>
          <a:xfrm>
            <a:off x="74213" y="5708358"/>
            <a:ext cx="732000" cy="792000"/>
          </a:xfrm>
          <a:prstGeom prst="rect">
            <a:avLst/>
          </a:prstGeom>
        </p:spPr>
      </p:pic>
      <p:pic>
        <p:nvPicPr>
          <p:cNvPr id="425" name="图片 424"/>
          <p:cNvPicPr>
            <a:picLocks noChangeAspect="1"/>
          </p:cNvPicPr>
          <p:nvPr/>
        </p:nvPicPr>
        <p:blipFill>
          <a:blip r:embed="rId73" cstate="print"/>
          <a:stretch>
            <a:fillRect/>
          </a:stretch>
        </p:blipFill>
        <p:spPr>
          <a:xfrm>
            <a:off x="864176" y="5708358"/>
            <a:ext cx="756000" cy="780000"/>
          </a:xfrm>
          <a:prstGeom prst="rect">
            <a:avLst/>
          </a:prstGeom>
        </p:spPr>
      </p:pic>
      <p:pic>
        <p:nvPicPr>
          <p:cNvPr id="426" name="图片 425"/>
          <p:cNvPicPr>
            <a:picLocks noChangeAspect="1"/>
          </p:cNvPicPr>
          <p:nvPr/>
        </p:nvPicPr>
        <p:blipFill>
          <a:blip r:embed="rId74" cstate="print"/>
          <a:stretch>
            <a:fillRect/>
          </a:stretch>
        </p:blipFill>
        <p:spPr>
          <a:xfrm>
            <a:off x="1665001" y="5724568"/>
            <a:ext cx="756000" cy="780000"/>
          </a:xfrm>
          <a:prstGeom prst="rect">
            <a:avLst/>
          </a:prstGeom>
        </p:spPr>
      </p:pic>
      <p:pic>
        <p:nvPicPr>
          <p:cNvPr id="427" name="图片 426"/>
          <p:cNvPicPr>
            <a:picLocks noChangeAspect="1"/>
          </p:cNvPicPr>
          <p:nvPr/>
        </p:nvPicPr>
        <p:blipFill>
          <a:blip r:embed="rId75" cstate="print"/>
          <a:stretch>
            <a:fillRect/>
          </a:stretch>
        </p:blipFill>
        <p:spPr>
          <a:xfrm>
            <a:off x="2452827" y="5727146"/>
            <a:ext cx="793059" cy="726040"/>
          </a:xfrm>
          <a:prstGeom prst="rect">
            <a:avLst/>
          </a:prstGeom>
        </p:spPr>
      </p:pic>
      <p:pic>
        <p:nvPicPr>
          <p:cNvPr id="428" name="图片 427"/>
          <p:cNvPicPr>
            <a:picLocks noChangeAspect="1"/>
          </p:cNvPicPr>
          <p:nvPr/>
        </p:nvPicPr>
        <p:blipFill>
          <a:blip r:embed="rId76" cstate="print"/>
          <a:stretch>
            <a:fillRect/>
          </a:stretch>
        </p:blipFill>
        <p:spPr>
          <a:xfrm>
            <a:off x="3289766" y="5718632"/>
            <a:ext cx="756000" cy="780000"/>
          </a:xfrm>
          <a:prstGeom prst="rect">
            <a:avLst/>
          </a:prstGeom>
        </p:spPr>
      </p:pic>
      <p:pic>
        <p:nvPicPr>
          <p:cNvPr id="429" name="图片 428"/>
          <p:cNvPicPr>
            <a:picLocks noChangeAspect="1"/>
          </p:cNvPicPr>
          <p:nvPr/>
        </p:nvPicPr>
        <p:blipFill>
          <a:blip r:embed="rId77" cstate="print"/>
          <a:stretch>
            <a:fillRect/>
          </a:stretch>
        </p:blipFill>
        <p:spPr>
          <a:xfrm>
            <a:off x="4100301" y="5707768"/>
            <a:ext cx="708000" cy="780000"/>
          </a:xfrm>
          <a:prstGeom prst="rect">
            <a:avLst/>
          </a:prstGeom>
        </p:spPr>
      </p:pic>
      <p:pic>
        <p:nvPicPr>
          <p:cNvPr id="430" name="图片 429"/>
          <p:cNvPicPr>
            <a:picLocks noChangeAspect="1"/>
          </p:cNvPicPr>
          <p:nvPr/>
        </p:nvPicPr>
        <p:blipFill>
          <a:blip r:embed="rId78" cstate="print"/>
          <a:stretch>
            <a:fillRect/>
          </a:stretch>
        </p:blipFill>
        <p:spPr>
          <a:xfrm>
            <a:off x="4935537" y="5714358"/>
            <a:ext cx="708000" cy="780000"/>
          </a:xfrm>
          <a:prstGeom prst="rect">
            <a:avLst/>
          </a:prstGeom>
        </p:spPr>
      </p:pic>
      <p:pic>
        <p:nvPicPr>
          <p:cNvPr id="431" name="图片 430"/>
          <p:cNvPicPr>
            <a:picLocks noChangeAspect="1"/>
          </p:cNvPicPr>
          <p:nvPr/>
        </p:nvPicPr>
        <p:blipFill>
          <a:blip r:embed="rId79" cstate="print"/>
          <a:stretch>
            <a:fillRect/>
          </a:stretch>
        </p:blipFill>
        <p:spPr>
          <a:xfrm>
            <a:off x="5715089" y="5725557"/>
            <a:ext cx="764314" cy="742476"/>
          </a:xfrm>
          <a:prstGeom prst="rect">
            <a:avLst/>
          </a:prstGeom>
        </p:spPr>
      </p:pic>
      <p:pic>
        <p:nvPicPr>
          <p:cNvPr id="432" name="图片 431"/>
          <p:cNvPicPr>
            <a:picLocks noChangeAspect="1"/>
          </p:cNvPicPr>
          <p:nvPr/>
        </p:nvPicPr>
        <p:blipFill>
          <a:blip r:embed="rId80" cstate="print"/>
          <a:stretch>
            <a:fillRect/>
          </a:stretch>
        </p:blipFill>
        <p:spPr>
          <a:xfrm>
            <a:off x="10584673" y="4618628"/>
            <a:ext cx="780000" cy="672000"/>
          </a:xfrm>
          <a:prstGeom prst="rect">
            <a:avLst/>
          </a:prstGeom>
        </p:spPr>
      </p:pic>
      <p:pic>
        <p:nvPicPr>
          <p:cNvPr id="433" name="图片 432"/>
          <p:cNvPicPr>
            <a:picLocks noChangeAspect="1"/>
          </p:cNvPicPr>
          <p:nvPr/>
        </p:nvPicPr>
        <p:blipFill>
          <a:blip r:embed="rId81" cstate="print"/>
          <a:stretch>
            <a:fillRect/>
          </a:stretch>
        </p:blipFill>
        <p:spPr>
          <a:xfrm>
            <a:off x="11390341" y="4570499"/>
            <a:ext cx="744000" cy="768000"/>
          </a:xfrm>
          <a:prstGeom prst="rect">
            <a:avLst/>
          </a:prstGeom>
        </p:spPr>
      </p:pic>
      <p:sp>
        <p:nvSpPr>
          <p:cNvPr id="434" name="Rectangle 17"/>
          <p:cNvSpPr>
            <a:spLocks noChangeArrowheads="1"/>
          </p:cNvSpPr>
          <p:nvPr/>
        </p:nvSpPr>
        <p:spPr bwMode="auto">
          <a:xfrm>
            <a:off x="10661880" y="5426969"/>
            <a:ext cx="615024"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熔接模块</a:t>
            </a:r>
            <a:endParaRPr lang="zh-CN" altLang="zh-CN" sz="800" b="1" dirty="0">
              <a:latin typeface="微软雅黑" panose="020B0503020204020204" pitchFamily="34" charset="-122"/>
              <a:ea typeface="微软雅黑" panose="020B0503020204020204" pitchFamily="34" charset="-122"/>
            </a:endParaRPr>
          </a:p>
        </p:txBody>
      </p:sp>
      <p:sp>
        <p:nvSpPr>
          <p:cNvPr id="435" name="Rectangle 17"/>
          <p:cNvSpPr>
            <a:spLocks noChangeArrowheads="1"/>
          </p:cNvSpPr>
          <p:nvPr/>
        </p:nvSpPr>
        <p:spPr bwMode="auto">
          <a:xfrm>
            <a:off x="11548999" y="5400542"/>
            <a:ext cx="52902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转接头</a:t>
            </a:r>
            <a:endParaRPr lang="zh-CN" altLang="zh-CN" sz="800" b="1" dirty="0">
              <a:latin typeface="微软雅黑" panose="020B0503020204020204" pitchFamily="34" charset="-122"/>
              <a:ea typeface="微软雅黑" panose="020B0503020204020204" pitchFamily="34" charset="-122"/>
            </a:endParaRPr>
          </a:p>
        </p:txBody>
      </p:sp>
      <p:sp>
        <p:nvSpPr>
          <p:cNvPr id="436" name="Rectangle 17"/>
          <p:cNvSpPr>
            <a:spLocks noChangeArrowheads="1"/>
          </p:cNvSpPr>
          <p:nvPr/>
        </p:nvSpPr>
        <p:spPr bwMode="auto">
          <a:xfrm>
            <a:off x="265095" y="6560558"/>
            <a:ext cx="45170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ODF</a:t>
            </a:r>
            <a:endParaRPr lang="zh-CN" altLang="zh-CN" sz="800" b="1" dirty="0">
              <a:latin typeface="微软雅黑" panose="020B0503020204020204" pitchFamily="34" charset="-122"/>
              <a:ea typeface="微软雅黑" panose="020B0503020204020204" pitchFamily="34" charset="-122"/>
            </a:endParaRPr>
          </a:p>
        </p:txBody>
      </p:sp>
      <p:sp>
        <p:nvSpPr>
          <p:cNvPr id="437" name="Rectangle 17"/>
          <p:cNvSpPr>
            <a:spLocks noChangeArrowheads="1"/>
          </p:cNvSpPr>
          <p:nvPr/>
        </p:nvSpPr>
        <p:spPr bwMode="auto">
          <a:xfrm>
            <a:off x="980924" y="6550899"/>
            <a:ext cx="475107"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BITS</a:t>
            </a:r>
            <a:endParaRPr lang="zh-CN" altLang="zh-CN" sz="800" b="1" dirty="0">
              <a:latin typeface="微软雅黑" panose="020B0503020204020204" pitchFamily="34" charset="-122"/>
              <a:ea typeface="微软雅黑" panose="020B0503020204020204" pitchFamily="34" charset="-122"/>
            </a:endParaRPr>
          </a:p>
        </p:txBody>
      </p:sp>
      <p:sp>
        <p:nvSpPr>
          <p:cNvPr id="438" name="Rectangle 17"/>
          <p:cNvSpPr>
            <a:spLocks noChangeArrowheads="1"/>
          </p:cNvSpPr>
          <p:nvPr/>
        </p:nvSpPr>
        <p:spPr bwMode="auto">
          <a:xfrm>
            <a:off x="1835744" y="6558252"/>
            <a:ext cx="459238"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SPS</a:t>
            </a:r>
            <a:endParaRPr lang="zh-CN" altLang="zh-CN" sz="800" b="1" dirty="0">
              <a:latin typeface="微软雅黑" panose="020B0503020204020204" pitchFamily="34" charset="-122"/>
              <a:ea typeface="微软雅黑" panose="020B0503020204020204" pitchFamily="34" charset="-122"/>
            </a:endParaRPr>
          </a:p>
        </p:txBody>
      </p:sp>
      <p:sp>
        <p:nvSpPr>
          <p:cNvPr id="439" name="Rectangle 17"/>
          <p:cNvSpPr>
            <a:spLocks noChangeArrowheads="1"/>
          </p:cNvSpPr>
          <p:nvPr/>
        </p:nvSpPr>
        <p:spPr bwMode="auto">
          <a:xfrm>
            <a:off x="2626799" y="6581934"/>
            <a:ext cx="471208"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DVC</a:t>
            </a:r>
            <a:endParaRPr lang="zh-CN" altLang="zh-CN" sz="800" b="1" dirty="0">
              <a:latin typeface="微软雅黑" panose="020B0503020204020204" pitchFamily="34" charset="-122"/>
              <a:ea typeface="微软雅黑" panose="020B0503020204020204" pitchFamily="34" charset="-122"/>
            </a:endParaRPr>
          </a:p>
        </p:txBody>
      </p:sp>
      <p:sp>
        <p:nvSpPr>
          <p:cNvPr id="440" name="Rectangle 17"/>
          <p:cNvSpPr>
            <a:spLocks noChangeArrowheads="1"/>
          </p:cNvSpPr>
          <p:nvPr/>
        </p:nvSpPr>
        <p:spPr bwMode="auto">
          <a:xfrm>
            <a:off x="3186426" y="6556506"/>
            <a:ext cx="971415"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Location server</a:t>
            </a:r>
            <a:endParaRPr lang="zh-CN" altLang="zh-CN" sz="800" b="1" dirty="0">
              <a:latin typeface="微软雅黑" panose="020B0503020204020204" pitchFamily="34" charset="-122"/>
              <a:ea typeface="微软雅黑" panose="020B0503020204020204" pitchFamily="34" charset="-122"/>
            </a:endParaRPr>
          </a:p>
        </p:txBody>
      </p:sp>
      <p:sp>
        <p:nvSpPr>
          <p:cNvPr id="441" name="Rectangle 17"/>
          <p:cNvSpPr>
            <a:spLocks noChangeArrowheads="1"/>
          </p:cNvSpPr>
          <p:nvPr/>
        </p:nvSpPr>
        <p:spPr bwMode="auto">
          <a:xfrm>
            <a:off x="4096466" y="6552489"/>
            <a:ext cx="808797"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SBC/SE2300</a:t>
            </a:r>
            <a:endParaRPr lang="zh-CN" altLang="zh-CN" sz="800" b="1" dirty="0">
              <a:latin typeface="微软雅黑" panose="020B0503020204020204" pitchFamily="34" charset="-122"/>
              <a:ea typeface="微软雅黑" panose="020B0503020204020204" pitchFamily="34" charset="-122"/>
            </a:endParaRPr>
          </a:p>
        </p:txBody>
      </p:sp>
      <p:sp>
        <p:nvSpPr>
          <p:cNvPr id="442" name="Rectangle 17"/>
          <p:cNvSpPr>
            <a:spLocks noChangeArrowheads="1"/>
          </p:cNvSpPr>
          <p:nvPr/>
        </p:nvSpPr>
        <p:spPr bwMode="auto">
          <a:xfrm>
            <a:off x="5001780" y="6548593"/>
            <a:ext cx="621403" cy="215444"/>
          </a:xfrm>
          <a:prstGeom prst="rect">
            <a:avLst/>
          </a:prstGeom>
          <a:noFill/>
        </p:spPr>
        <p:txBody>
          <a:bodyPr wrap="square" rtlCol="0">
            <a:spAutoFit/>
          </a:bodyPr>
          <a:lstStyle/>
          <a:p>
            <a:r>
              <a:rPr lang="en-US" altLang="zh-CN" sz="800" b="1" dirty="0" err="1" smtClean="0">
                <a:latin typeface="微软雅黑" panose="020B0503020204020204" pitchFamily="34" charset="-122"/>
                <a:ea typeface="微软雅黑" panose="020B0503020204020204" pitchFamily="34" charset="-122"/>
              </a:rPr>
              <a:t>iServer</a:t>
            </a:r>
            <a:endParaRPr lang="zh-CN" altLang="zh-CN" sz="800" b="1" dirty="0">
              <a:latin typeface="微软雅黑" panose="020B0503020204020204" pitchFamily="34" charset="-122"/>
              <a:ea typeface="微软雅黑" panose="020B0503020204020204" pitchFamily="34" charset="-122"/>
            </a:endParaRPr>
          </a:p>
        </p:txBody>
      </p:sp>
      <p:sp>
        <p:nvSpPr>
          <p:cNvPr id="443" name="Rectangle 17"/>
          <p:cNvSpPr>
            <a:spLocks noChangeArrowheads="1"/>
          </p:cNvSpPr>
          <p:nvPr/>
        </p:nvSpPr>
        <p:spPr bwMode="auto">
          <a:xfrm>
            <a:off x="5889712" y="6556506"/>
            <a:ext cx="455546"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IOSS</a:t>
            </a:r>
            <a:endParaRPr lang="zh-CN" altLang="zh-CN" sz="800" b="1" dirty="0">
              <a:latin typeface="微软雅黑" panose="020B0503020204020204" pitchFamily="34" charset="-122"/>
              <a:ea typeface="微软雅黑" panose="020B0503020204020204" pitchFamily="34" charset="-122"/>
            </a:endParaRPr>
          </a:p>
        </p:txBody>
      </p:sp>
      <p:pic>
        <p:nvPicPr>
          <p:cNvPr id="444" name="图片 443"/>
          <p:cNvPicPr>
            <a:picLocks noChangeAspect="1"/>
          </p:cNvPicPr>
          <p:nvPr/>
        </p:nvPicPr>
        <p:blipFill>
          <a:blip r:embed="rId82" cstate="print"/>
          <a:stretch>
            <a:fillRect/>
          </a:stretch>
        </p:blipFill>
        <p:spPr>
          <a:xfrm>
            <a:off x="6507353" y="5729098"/>
            <a:ext cx="807447" cy="730547"/>
          </a:xfrm>
          <a:prstGeom prst="rect">
            <a:avLst/>
          </a:prstGeom>
        </p:spPr>
      </p:pic>
      <p:pic>
        <p:nvPicPr>
          <p:cNvPr id="445" name="图片 444"/>
          <p:cNvPicPr>
            <a:picLocks noChangeAspect="1"/>
          </p:cNvPicPr>
          <p:nvPr/>
        </p:nvPicPr>
        <p:blipFill>
          <a:blip r:embed="rId83" cstate="print"/>
          <a:stretch>
            <a:fillRect/>
          </a:stretch>
        </p:blipFill>
        <p:spPr>
          <a:xfrm>
            <a:off x="7330753" y="5778595"/>
            <a:ext cx="785157" cy="623141"/>
          </a:xfrm>
          <a:prstGeom prst="rect">
            <a:avLst/>
          </a:prstGeom>
        </p:spPr>
      </p:pic>
      <p:pic>
        <p:nvPicPr>
          <p:cNvPr id="446" name="图片 445"/>
          <p:cNvPicPr>
            <a:picLocks noChangeAspect="1"/>
          </p:cNvPicPr>
          <p:nvPr/>
        </p:nvPicPr>
        <p:blipFill>
          <a:blip r:embed="rId84" cstate="print"/>
          <a:stretch>
            <a:fillRect/>
          </a:stretch>
        </p:blipFill>
        <p:spPr>
          <a:xfrm>
            <a:off x="8148326" y="5738358"/>
            <a:ext cx="756000" cy="732000"/>
          </a:xfrm>
          <a:prstGeom prst="rect">
            <a:avLst/>
          </a:prstGeom>
        </p:spPr>
      </p:pic>
      <p:pic>
        <p:nvPicPr>
          <p:cNvPr id="447" name="图片 446"/>
          <p:cNvPicPr>
            <a:picLocks noChangeAspect="1"/>
          </p:cNvPicPr>
          <p:nvPr/>
        </p:nvPicPr>
        <p:blipFill>
          <a:blip r:embed="rId85" cstate="print"/>
          <a:stretch>
            <a:fillRect/>
          </a:stretch>
        </p:blipFill>
        <p:spPr>
          <a:xfrm>
            <a:off x="8997759" y="5701661"/>
            <a:ext cx="671779" cy="767747"/>
          </a:xfrm>
          <a:prstGeom prst="rect">
            <a:avLst/>
          </a:prstGeom>
        </p:spPr>
      </p:pic>
      <p:pic>
        <p:nvPicPr>
          <p:cNvPr id="448" name="图片 447"/>
          <p:cNvPicPr>
            <a:picLocks noChangeAspect="1"/>
          </p:cNvPicPr>
          <p:nvPr/>
        </p:nvPicPr>
        <p:blipFill>
          <a:blip r:embed="rId86" cstate="print"/>
          <a:stretch>
            <a:fillRect/>
          </a:stretch>
        </p:blipFill>
        <p:spPr>
          <a:xfrm>
            <a:off x="9758088" y="5795643"/>
            <a:ext cx="767224" cy="553115"/>
          </a:xfrm>
          <a:prstGeom prst="rect">
            <a:avLst/>
          </a:prstGeom>
        </p:spPr>
      </p:pic>
      <p:pic>
        <p:nvPicPr>
          <p:cNvPr id="449" name="图片 448"/>
          <p:cNvPicPr>
            <a:picLocks noChangeAspect="1"/>
          </p:cNvPicPr>
          <p:nvPr/>
        </p:nvPicPr>
        <p:blipFill>
          <a:blip r:embed="rId87" cstate="print"/>
          <a:stretch>
            <a:fillRect/>
          </a:stretch>
        </p:blipFill>
        <p:spPr>
          <a:xfrm>
            <a:off x="10584673" y="5850005"/>
            <a:ext cx="771268" cy="529126"/>
          </a:xfrm>
          <a:prstGeom prst="rect">
            <a:avLst/>
          </a:prstGeom>
        </p:spPr>
      </p:pic>
      <p:pic>
        <p:nvPicPr>
          <p:cNvPr id="450" name="图片 449"/>
          <p:cNvPicPr>
            <a:picLocks noChangeAspect="1"/>
          </p:cNvPicPr>
          <p:nvPr/>
        </p:nvPicPr>
        <p:blipFill>
          <a:blip r:embed="rId88" cstate="print"/>
          <a:stretch>
            <a:fillRect/>
          </a:stretch>
        </p:blipFill>
        <p:spPr>
          <a:xfrm>
            <a:off x="11371707" y="5771194"/>
            <a:ext cx="806832" cy="623950"/>
          </a:xfrm>
          <a:prstGeom prst="rect">
            <a:avLst/>
          </a:prstGeom>
        </p:spPr>
      </p:pic>
      <p:sp>
        <p:nvSpPr>
          <p:cNvPr id="451" name="Rectangle 17"/>
          <p:cNvSpPr>
            <a:spLocks noChangeArrowheads="1"/>
          </p:cNvSpPr>
          <p:nvPr/>
        </p:nvSpPr>
        <p:spPr bwMode="auto">
          <a:xfrm>
            <a:off x="6477558" y="6511092"/>
            <a:ext cx="1051815" cy="33855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通用服务器</a:t>
            </a:r>
            <a:endParaRPr lang="en-US" altLang="zh-CN" sz="800" b="1" dirty="0" smtClean="0">
              <a:latin typeface="微软雅黑" panose="020B0503020204020204" pitchFamily="34" charset="-122"/>
              <a:ea typeface="微软雅黑" panose="020B0503020204020204" pitchFamily="34" charset="-122"/>
            </a:endParaRPr>
          </a:p>
          <a:p>
            <a:r>
              <a:rPr lang="en-US" altLang="zh-CN" sz="800" b="1" dirty="0" smtClean="0">
                <a:latin typeface="微软雅黑" panose="020B0503020204020204" pitchFamily="34" charset="-122"/>
                <a:ea typeface="微软雅黑" panose="020B0503020204020204" pitchFamily="34" charset="-122"/>
              </a:rPr>
              <a:t>Router</a:t>
            </a:r>
            <a:endParaRPr lang="zh-CN" altLang="zh-CN" sz="800" b="1" dirty="0">
              <a:latin typeface="微软雅黑" panose="020B0503020204020204" pitchFamily="34" charset="-122"/>
              <a:ea typeface="微软雅黑" panose="020B0503020204020204" pitchFamily="34" charset="-122"/>
            </a:endParaRPr>
          </a:p>
        </p:txBody>
      </p:sp>
      <p:sp>
        <p:nvSpPr>
          <p:cNvPr id="452" name="Rectangle 17"/>
          <p:cNvSpPr>
            <a:spLocks noChangeArrowheads="1"/>
          </p:cNvSpPr>
          <p:nvPr/>
        </p:nvSpPr>
        <p:spPr bwMode="auto">
          <a:xfrm>
            <a:off x="7344779" y="6555035"/>
            <a:ext cx="824393"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中低端路由器</a:t>
            </a:r>
            <a:endParaRPr lang="zh-CN" altLang="zh-CN" sz="800" b="1" dirty="0">
              <a:latin typeface="微软雅黑" panose="020B0503020204020204" pitchFamily="34" charset="-122"/>
              <a:ea typeface="微软雅黑" panose="020B0503020204020204" pitchFamily="34" charset="-122"/>
            </a:endParaRPr>
          </a:p>
        </p:txBody>
      </p:sp>
      <p:sp>
        <p:nvSpPr>
          <p:cNvPr id="453" name="Rectangle 17"/>
          <p:cNvSpPr>
            <a:spLocks noChangeArrowheads="1"/>
          </p:cNvSpPr>
          <p:nvPr/>
        </p:nvSpPr>
        <p:spPr bwMode="auto">
          <a:xfrm>
            <a:off x="8223237" y="6531417"/>
            <a:ext cx="71307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高端路由器</a:t>
            </a:r>
            <a:endParaRPr lang="zh-CN" altLang="zh-CN" sz="800" b="1" dirty="0">
              <a:latin typeface="微软雅黑" panose="020B0503020204020204" pitchFamily="34" charset="-122"/>
              <a:ea typeface="微软雅黑" panose="020B0503020204020204" pitchFamily="34" charset="-122"/>
            </a:endParaRPr>
          </a:p>
        </p:txBody>
      </p:sp>
      <p:sp>
        <p:nvSpPr>
          <p:cNvPr id="454" name="Rectangle 17"/>
          <p:cNvSpPr>
            <a:spLocks noChangeArrowheads="1"/>
          </p:cNvSpPr>
          <p:nvPr/>
        </p:nvSpPr>
        <p:spPr bwMode="auto">
          <a:xfrm>
            <a:off x="9936127" y="6548593"/>
            <a:ext cx="484686"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住宅</a:t>
            </a:r>
            <a:endParaRPr lang="zh-CN" altLang="zh-CN" sz="800" b="1" dirty="0">
              <a:latin typeface="微软雅黑" panose="020B0503020204020204" pitchFamily="34" charset="-122"/>
              <a:ea typeface="微软雅黑" panose="020B0503020204020204" pitchFamily="34" charset="-122"/>
            </a:endParaRPr>
          </a:p>
        </p:txBody>
      </p:sp>
      <p:sp>
        <p:nvSpPr>
          <p:cNvPr id="455" name="Rectangle 17"/>
          <p:cNvSpPr>
            <a:spLocks noChangeArrowheads="1"/>
          </p:cNvSpPr>
          <p:nvPr/>
        </p:nvSpPr>
        <p:spPr bwMode="auto">
          <a:xfrm>
            <a:off x="10694767" y="6555035"/>
            <a:ext cx="53093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办公楼</a:t>
            </a:r>
            <a:endParaRPr lang="zh-CN" altLang="zh-CN" sz="800" b="1" dirty="0">
              <a:latin typeface="微软雅黑" panose="020B0503020204020204" pitchFamily="34" charset="-122"/>
              <a:ea typeface="微软雅黑" panose="020B0503020204020204" pitchFamily="34" charset="-122"/>
            </a:endParaRPr>
          </a:p>
        </p:txBody>
      </p:sp>
      <p:sp>
        <p:nvSpPr>
          <p:cNvPr id="456" name="Rectangle 17"/>
          <p:cNvSpPr>
            <a:spLocks noChangeArrowheads="1"/>
          </p:cNvSpPr>
          <p:nvPr/>
        </p:nvSpPr>
        <p:spPr bwMode="auto">
          <a:xfrm>
            <a:off x="11615719" y="6554917"/>
            <a:ext cx="395579"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酒店</a:t>
            </a:r>
            <a:endParaRPr lang="zh-CN" altLang="zh-CN" sz="800" b="1" dirty="0">
              <a:latin typeface="微软雅黑" panose="020B0503020204020204" pitchFamily="34" charset="-122"/>
              <a:ea typeface="微软雅黑" panose="020B0503020204020204" pitchFamily="34" charset="-122"/>
            </a:endParaRPr>
          </a:p>
        </p:txBody>
      </p:sp>
      <p:sp>
        <p:nvSpPr>
          <p:cNvPr id="457" name="Rectangle 17"/>
          <p:cNvSpPr>
            <a:spLocks noChangeArrowheads="1"/>
          </p:cNvSpPr>
          <p:nvPr/>
        </p:nvSpPr>
        <p:spPr bwMode="auto">
          <a:xfrm>
            <a:off x="9041955" y="6528981"/>
            <a:ext cx="70803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核心路由器</a:t>
            </a:r>
            <a:endParaRPr lang="zh-CN" altLang="zh-CN" sz="800" b="1" dirty="0">
              <a:latin typeface="微软雅黑" panose="020B0503020204020204" pitchFamily="34" charset="-122"/>
              <a:ea typeface="微软雅黑" panose="020B0503020204020204" pitchFamily="34" charset="-122"/>
            </a:endParaRPr>
          </a:p>
        </p:txBody>
      </p:sp>
      <p:sp>
        <p:nvSpPr>
          <p:cNvPr id="227" name="Rectangle 17"/>
          <p:cNvSpPr>
            <a:spLocks noChangeArrowheads="1"/>
          </p:cNvSpPr>
          <p:nvPr/>
        </p:nvSpPr>
        <p:spPr bwMode="auto">
          <a:xfrm>
            <a:off x="6680424" y="860840"/>
            <a:ext cx="475150"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PSTN</a:t>
            </a:r>
            <a:endParaRPr lang="en-US" altLang="zh-CN" sz="800" b="1" dirty="0">
              <a:latin typeface="微软雅黑" panose="020B0503020204020204" pitchFamily="34" charset="-122"/>
              <a:ea typeface="微软雅黑" panose="020B0503020204020204" pitchFamily="34" charset="-122"/>
            </a:endParaRPr>
          </a:p>
        </p:txBody>
      </p:sp>
      <p:sp>
        <p:nvSpPr>
          <p:cNvPr id="228" name="Rectangle 17"/>
          <p:cNvSpPr>
            <a:spLocks noChangeArrowheads="1"/>
          </p:cNvSpPr>
          <p:nvPr/>
        </p:nvSpPr>
        <p:spPr bwMode="auto">
          <a:xfrm>
            <a:off x="4986644" y="1993305"/>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Cloud-1</a:t>
            </a:r>
            <a:endParaRPr lang="en-US" altLang="zh-CN" sz="800" b="1" dirty="0">
              <a:latin typeface="微软雅黑" panose="020B0503020204020204" pitchFamily="34" charset="-122"/>
              <a:ea typeface="微软雅黑" panose="020B0503020204020204" pitchFamily="34" charset="-122"/>
            </a:endParaRPr>
          </a:p>
        </p:txBody>
      </p:sp>
      <p:sp>
        <p:nvSpPr>
          <p:cNvPr id="396" name="Rectangle 17"/>
          <p:cNvSpPr>
            <a:spLocks noChangeArrowheads="1"/>
          </p:cNvSpPr>
          <p:nvPr/>
        </p:nvSpPr>
        <p:spPr bwMode="auto">
          <a:xfrm>
            <a:off x="5800905" y="2008606"/>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Cloud-2</a:t>
            </a:r>
            <a:endParaRPr lang="en-US" altLang="zh-CN" sz="800" b="1" dirty="0">
              <a:latin typeface="微软雅黑" panose="020B0503020204020204" pitchFamily="34" charset="-122"/>
              <a:ea typeface="微软雅黑" panose="020B0503020204020204" pitchFamily="34" charset="-122"/>
            </a:endParaRPr>
          </a:p>
        </p:txBody>
      </p:sp>
      <p:sp>
        <p:nvSpPr>
          <p:cNvPr id="398" name="Rectangle 17"/>
          <p:cNvSpPr>
            <a:spLocks noChangeArrowheads="1"/>
          </p:cNvSpPr>
          <p:nvPr/>
        </p:nvSpPr>
        <p:spPr bwMode="auto">
          <a:xfrm>
            <a:off x="6680424" y="2005605"/>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PLMN</a:t>
            </a:r>
            <a:endParaRPr lang="en-US" altLang="zh-CN" sz="800" b="1" dirty="0">
              <a:latin typeface="微软雅黑" panose="020B0503020204020204" pitchFamily="34" charset="-122"/>
              <a:ea typeface="微软雅黑" panose="020B0503020204020204" pitchFamily="34" charset="-122"/>
            </a:endParaRPr>
          </a:p>
        </p:txBody>
      </p:sp>
      <p:sp>
        <p:nvSpPr>
          <p:cNvPr id="420" name="Rectangle 17"/>
          <p:cNvSpPr>
            <a:spLocks noChangeArrowheads="1"/>
          </p:cNvSpPr>
          <p:nvPr/>
        </p:nvSpPr>
        <p:spPr bwMode="auto">
          <a:xfrm>
            <a:off x="7510297" y="1995546"/>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DDN</a:t>
            </a:r>
            <a:endParaRPr lang="en-US" altLang="zh-CN" sz="800" b="1" dirty="0">
              <a:latin typeface="微软雅黑" panose="020B0503020204020204" pitchFamily="34" charset="-122"/>
              <a:ea typeface="微软雅黑" panose="020B0503020204020204" pitchFamily="34" charset="-122"/>
            </a:endParaRPr>
          </a:p>
        </p:txBody>
      </p:sp>
      <p:sp>
        <p:nvSpPr>
          <p:cNvPr id="422" name="Rectangle 17"/>
          <p:cNvSpPr>
            <a:spLocks noChangeArrowheads="1"/>
          </p:cNvSpPr>
          <p:nvPr/>
        </p:nvSpPr>
        <p:spPr bwMode="auto">
          <a:xfrm>
            <a:off x="8296958" y="1986092"/>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VPN</a:t>
            </a:r>
            <a:endParaRPr lang="en-US" altLang="zh-CN" sz="800" b="1" dirty="0">
              <a:latin typeface="微软雅黑" panose="020B0503020204020204" pitchFamily="34" charset="-122"/>
              <a:ea typeface="微软雅黑" panose="020B0503020204020204" pitchFamily="34" charset="-122"/>
            </a:endParaRPr>
          </a:p>
        </p:txBody>
      </p:sp>
      <p:sp>
        <p:nvSpPr>
          <p:cNvPr id="458" name="Rectangle 17"/>
          <p:cNvSpPr>
            <a:spLocks noChangeArrowheads="1"/>
          </p:cNvSpPr>
          <p:nvPr/>
        </p:nvSpPr>
        <p:spPr bwMode="auto">
          <a:xfrm>
            <a:off x="9041955" y="1984841"/>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Internet</a:t>
            </a:r>
            <a:endParaRPr lang="en-US" altLang="zh-CN" sz="800" b="1" dirty="0">
              <a:latin typeface="微软雅黑" panose="020B0503020204020204" pitchFamily="34" charset="-122"/>
              <a:ea typeface="微软雅黑" panose="020B0503020204020204" pitchFamily="34" charset="-122"/>
            </a:endParaRPr>
          </a:p>
        </p:txBody>
      </p:sp>
      <p:sp>
        <p:nvSpPr>
          <p:cNvPr id="459" name="Rectangle 17"/>
          <p:cNvSpPr>
            <a:spLocks noChangeArrowheads="1"/>
          </p:cNvSpPr>
          <p:nvPr/>
        </p:nvSpPr>
        <p:spPr bwMode="auto">
          <a:xfrm>
            <a:off x="9947676" y="1995546"/>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WAN</a:t>
            </a:r>
            <a:endParaRPr lang="en-US" altLang="zh-CN" sz="800" b="1" dirty="0">
              <a:latin typeface="微软雅黑" panose="020B0503020204020204" pitchFamily="34" charset="-122"/>
              <a:ea typeface="微软雅黑" panose="020B0503020204020204" pitchFamily="34" charset="-122"/>
            </a:endParaRPr>
          </a:p>
        </p:txBody>
      </p:sp>
      <p:sp>
        <p:nvSpPr>
          <p:cNvPr id="460" name="Rectangle 17"/>
          <p:cNvSpPr>
            <a:spLocks noChangeArrowheads="1"/>
          </p:cNvSpPr>
          <p:nvPr/>
        </p:nvSpPr>
        <p:spPr bwMode="auto">
          <a:xfrm>
            <a:off x="10737756" y="2001391"/>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LAN</a:t>
            </a:r>
            <a:endParaRPr lang="en-US" altLang="zh-CN" sz="800" b="1" dirty="0">
              <a:latin typeface="微软雅黑" panose="020B0503020204020204" pitchFamily="34" charset="-122"/>
              <a:ea typeface="微软雅黑" panose="020B0503020204020204" pitchFamily="34" charset="-122"/>
            </a:endParaRPr>
          </a:p>
        </p:txBody>
      </p:sp>
      <p:sp>
        <p:nvSpPr>
          <p:cNvPr id="461" name="Rectangle 17"/>
          <p:cNvSpPr>
            <a:spLocks noChangeArrowheads="1"/>
          </p:cNvSpPr>
          <p:nvPr/>
        </p:nvSpPr>
        <p:spPr bwMode="auto">
          <a:xfrm>
            <a:off x="11425047" y="1941845"/>
            <a:ext cx="630374" cy="33855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IP network</a:t>
            </a:r>
            <a:endParaRPr lang="en-US" altLang="zh-CN" sz="800" b="1" dirty="0">
              <a:latin typeface="微软雅黑" panose="020B0503020204020204" pitchFamily="34" charset="-122"/>
              <a:ea typeface="微软雅黑" panose="020B0503020204020204" pitchFamily="34" charset="-122"/>
            </a:endParaRPr>
          </a:p>
        </p:txBody>
      </p:sp>
      <p:sp>
        <p:nvSpPr>
          <p:cNvPr id="462" name="Rectangle 17"/>
          <p:cNvSpPr>
            <a:spLocks noChangeArrowheads="1"/>
          </p:cNvSpPr>
          <p:nvPr/>
        </p:nvSpPr>
        <p:spPr bwMode="auto">
          <a:xfrm>
            <a:off x="957279" y="3133578"/>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Cloud-3</a:t>
            </a:r>
            <a:endParaRPr lang="en-US" altLang="zh-CN" sz="800" b="1" dirty="0">
              <a:latin typeface="微软雅黑" panose="020B0503020204020204" pitchFamily="34" charset="-122"/>
              <a:ea typeface="微软雅黑" panose="020B0503020204020204" pitchFamily="34" charset="-122"/>
            </a:endParaRPr>
          </a:p>
        </p:txBody>
      </p:sp>
      <p:sp>
        <p:nvSpPr>
          <p:cNvPr id="463" name="Rectangle 17"/>
          <p:cNvSpPr>
            <a:spLocks noChangeArrowheads="1"/>
          </p:cNvSpPr>
          <p:nvPr/>
        </p:nvSpPr>
        <p:spPr bwMode="auto">
          <a:xfrm>
            <a:off x="81054" y="3057375"/>
            <a:ext cx="630374" cy="33855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IMS network</a:t>
            </a:r>
            <a:endParaRPr lang="en-US" altLang="zh-CN" sz="800" b="1" dirty="0">
              <a:latin typeface="微软雅黑" panose="020B0503020204020204" pitchFamily="34" charset="-122"/>
              <a:ea typeface="微软雅黑" panose="020B0503020204020204" pitchFamily="34" charset="-122"/>
            </a:endParaRPr>
          </a:p>
        </p:txBody>
      </p:sp>
    </p:spTree>
  </p:cSld>
  <p:clrMapOvr>
    <a:masterClrMapping/>
  </p:clrMapOvr>
  <p:transition advClick="0" advTm="8000">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stretch>
            <a:fillRect/>
          </a:stretch>
        </p:blipFill>
        <p:spPr>
          <a:xfrm>
            <a:off x="47328" y="6653"/>
            <a:ext cx="767408" cy="780415"/>
          </a:xfrm>
          <a:prstGeom prst="rect">
            <a:avLst/>
          </a:prstGeom>
        </p:spPr>
      </p:pic>
      <p:pic>
        <p:nvPicPr>
          <p:cNvPr id="3" name="图片 2"/>
          <p:cNvPicPr>
            <a:picLocks noChangeAspect="1"/>
          </p:cNvPicPr>
          <p:nvPr/>
        </p:nvPicPr>
        <p:blipFill>
          <a:blip r:embed="rId4" cstate="print"/>
          <a:stretch>
            <a:fillRect/>
          </a:stretch>
        </p:blipFill>
        <p:spPr>
          <a:xfrm>
            <a:off x="836564" y="6652"/>
            <a:ext cx="767408" cy="780415"/>
          </a:xfrm>
          <a:prstGeom prst="rect">
            <a:avLst/>
          </a:prstGeom>
        </p:spPr>
      </p:pic>
      <p:pic>
        <p:nvPicPr>
          <p:cNvPr id="4" name="图片 3"/>
          <p:cNvPicPr>
            <a:picLocks noChangeAspect="1"/>
          </p:cNvPicPr>
          <p:nvPr/>
        </p:nvPicPr>
        <p:blipFill>
          <a:blip r:embed="rId5" cstate="print"/>
          <a:stretch>
            <a:fillRect/>
          </a:stretch>
        </p:blipFill>
        <p:spPr>
          <a:xfrm>
            <a:off x="1643807" y="-1"/>
            <a:ext cx="813303" cy="787067"/>
          </a:xfrm>
          <a:prstGeom prst="rect">
            <a:avLst/>
          </a:prstGeom>
        </p:spPr>
      </p:pic>
      <p:sp>
        <p:nvSpPr>
          <p:cNvPr id="5" name="Rectangle 17"/>
          <p:cNvSpPr>
            <a:spLocks noChangeArrowheads="1"/>
          </p:cNvSpPr>
          <p:nvPr/>
        </p:nvSpPr>
        <p:spPr bwMode="auto">
          <a:xfrm>
            <a:off x="219481" y="836712"/>
            <a:ext cx="403912"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BCS</a:t>
            </a:r>
            <a:endParaRPr lang="zh-CN" altLang="zh-CN" sz="800" b="1" dirty="0">
              <a:latin typeface="微软雅黑" panose="020B0503020204020204" pitchFamily="34" charset="-122"/>
              <a:ea typeface="微软雅黑" panose="020B0503020204020204" pitchFamily="34" charset="-122"/>
            </a:endParaRPr>
          </a:p>
        </p:txBody>
      </p:sp>
      <p:sp>
        <p:nvSpPr>
          <p:cNvPr id="6" name="Rectangle 17"/>
          <p:cNvSpPr>
            <a:spLocks noChangeArrowheads="1"/>
          </p:cNvSpPr>
          <p:nvPr/>
        </p:nvSpPr>
        <p:spPr bwMode="auto">
          <a:xfrm>
            <a:off x="1005024" y="845312"/>
            <a:ext cx="430487"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RNC</a:t>
            </a:r>
            <a:endParaRPr lang="zh-CN" altLang="zh-CN" sz="800" b="1" dirty="0">
              <a:latin typeface="微软雅黑" panose="020B0503020204020204" pitchFamily="34" charset="-122"/>
              <a:ea typeface="微软雅黑" panose="020B0503020204020204" pitchFamily="34" charset="-122"/>
            </a:endParaRPr>
          </a:p>
        </p:txBody>
      </p:sp>
      <p:sp>
        <p:nvSpPr>
          <p:cNvPr id="7" name="Rectangle 17"/>
          <p:cNvSpPr>
            <a:spLocks noChangeArrowheads="1"/>
          </p:cNvSpPr>
          <p:nvPr/>
        </p:nvSpPr>
        <p:spPr bwMode="auto">
          <a:xfrm>
            <a:off x="1679356" y="845312"/>
            <a:ext cx="742203"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通用类</a:t>
            </a:r>
            <a:r>
              <a:rPr lang="en-US" altLang="zh-CN" sz="800" b="1" dirty="0" smtClean="0">
                <a:latin typeface="微软雅黑" panose="020B0503020204020204" pitchFamily="34" charset="-122"/>
                <a:ea typeface="微软雅黑" panose="020B0503020204020204" pitchFamily="34" charset="-122"/>
              </a:rPr>
              <a:t>PTN</a:t>
            </a:r>
            <a:endParaRPr lang="zh-CN" altLang="zh-CN" sz="800" b="1"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6" cstate="print"/>
          <a:stretch>
            <a:fillRect/>
          </a:stretch>
        </p:blipFill>
        <p:spPr>
          <a:xfrm>
            <a:off x="2538106" y="-3389"/>
            <a:ext cx="533558" cy="790456"/>
          </a:xfrm>
          <a:prstGeom prst="rect">
            <a:avLst/>
          </a:prstGeom>
        </p:spPr>
      </p:pic>
      <p:pic>
        <p:nvPicPr>
          <p:cNvPr id="9" name="图片 8"/>
          <p:cNvPicPr>
            <a:picLocks noChangeAspect="1"/>
          </p:cNvPicPr>
          <p:nvPr/>
        </p:nvPicPr>
        <p:blipFill>
          <a:blip r:embed="rId7" cstate="print"/>
          <a:stretch>
            <a:fillRect/>
          </a:stretch>
        </p:blipFill>
        <p:spPr>
          <a:xfrm>
            <a:off x="3339992" y="23651"/>
            <a:ext cx="648000" cy="744000"/>
          </a:xfrm>
          <a:prstGeom prst="rect">
            <a:avLst/>
          </a:prstGeom>
        </p:spPr>
      </p:pic>
      <p:pic>
        <p:nvPicPr>
          <p:cNvPr id="10" name="图片 9"/>
          <p:cNvPicPr>
            <a:picLocks noChangeAspect="1"/>
          </p:cNvPicPr>
          <p:nvPr/>
        </p:nvPicPr>
        <p:blipFill>
          <a:blip r:embed="rId8" cstate="print"/>
          <a:stretch>
            <a:fillRect/>
          </a:stretch>
        </p:blipFill>
        <p:spPr>
          <a:xfrm>
            <a:off x="4079776" y="-9359"/>
            <a:ext cx="744000" cy="792000"/>
          </a:xfrm>
          <a:prstGeom prst="rect">
            <a:avLst/>
          </a:prstGeom>
        </p:spPr>
      </p:pic>
      <p:pic>
        <p:nvPicPr>
          <p:cNvPr id="11" name="图片 10"/>
          <p:cNvPicPr>
            <a:picLocks noChangeAspect="1"/>
          </p:cNvPicPr>
          <p:nvPr/>
        </p:nvPicPr>
        <p:blipFill>
          <a:blip r:embed="rId9" cstate="print"/>
          <a:stretch>
            <a:fillRect/>
          </a:stretch>
        </p:blipFill>
        <p:spPr>
          <a:xfrm>
            <a:off x="4871864" y="32980"/>
            <a:ext cx="791981" cy="701233"/>
          </a:xfrm>
          <a:prstGeom prst="rect">
            <a:avLst/>
          </a:prstGeom>
        </p:spPr>
      </p:pic>
      <p:pic>
        <p:nvPicPr>
          <p:cNvPr id="12" name="图片 11"/>
          <p:cNvPicPr>
            <a:picLocks noChangeAspect="1"/>
          </p:cNvPicPr>
          <p:nvPr/>
        </p:nvPicPr>
        <p:blipFill>
          <a:blip r:embed="rId10" cstate="print"/>
          <a:stretch>
            <a:fillRect/>
          </a:stretch>
        </p:blipFill>
        <p:spPr>
          <a:xfrm>
            <a:off x="5711933" y="0"/>
            <a:ext cx="744000" cy="768000"/>
          </a:xfrm>
          <a:prstGeom prst="rect">
            <a:avLst/>
          </a:prstGeom>
        </p:spPr>
      </p:pic>
      <p:pic>
        <p:nvPicPr>
          <p:cNvPr id="13" name="图片 12"/>
          <p:cNvPicPr>
            <a:picLocks noChangeAspect="1"/>
          </p:cNvPicPr>
          <p:nvPr/>
        </p:nvPicPr>
        <p:blipFill>
          <a:blip r:embed="rId11" cstate="print"/>
          <a:stretch>
            <a:fillRect/>
          </a:stretch>
        </p:blipFill>
        <p:spPr>
          <a:xfrm>
            <a:off x="6540473" y="23651"/>
            <a:ext cx="716571" cy="772553"/>
          </a:xfrm>
          <a:prstGeom prst="rect">
            <a:avLst/>
          </a:prstGeom>
        </p:spPr>
      </p:pic>
      <p:pic>
        <p:nvPicPr>
          <p:cNvPr id="14" name="图片 13"/>
          <p:cNvPicPr>
            <a:picLocks noChangeAspect="1"/>
          </p:cNvPicPr>
          <p:nvPr/>
        </p:nvPicPr>
        <p:blipFill>
          <a:blip r:embed="rId12" cstate="print"/>
          <a:stretch>
            <a:fillRect/>
          </a:stretch>
        </p:blipFill>
        <p:spPr>
          <a:xfrm>
            <a:off x="7329596" y="97985"/>
            <a:ext cx="817681" cy="587708"/>
          </a:xfrm>
          <a:prstGeom prst="rect">
            <a:avLst/>
          </a:prstGeom>
        </p:spPr>
      </p:pic>
      <p:pic>
        <p:nvPicPr>
          <p:cNvPr id="15" name="图片 14"/>
          <p:cNvPicPr>
            <a:picLocks noChangeAspect="1"/>
          </p:cNvPicPr>
          <p:nvPr/>
        </p:nvPicPr>
        <p:blipFill>
          <a:blip r:embed="rId13" cstate="print"/>
          <a:stretch>
            <a:fillRect/>
          </a:stretch>
        </p:blipFill>
        <p:spPr>
          <a:xfrm>
            <a:off x="8147277" y="187417"/>
            <a:ext cx="804646" cy="433271"/>
          </a:xfrm>
          <a:prstGeom prst="rect">
            <a:avLst/>
          </a:prstGeom>
        </p:spPr>
      </p:pic>
      <p:pic>
        <p:nvPicPr>
          <p:cNvPr id="16" name="图片 15"/>
          <p:cNvPicPr>
            <a:picLocks noChangeAspect="1"/>
          </p:cNvPicPr>
          <p:nvPr/>
        </p:nvPicPr>
        <p:blipFill>
          <a:blip r:embed="rId14" cstate="print"/>
          <a:stretch>
            <a:fillRect/>
          </a:stretch>
        </p:blipFill>
        <p:spPr>
          <a:xfrm>
            <a:off x="9045749" y="14312"/>
            <a:ext cx="650651" cy="771959"/>
          </a:xfrm>
          <a:prstGeom prst="rect">
            <a:avLst/>
          </a:prstGeom>
        </p:spPr>
      </p:pic>
      <p:sp>
        <p:nvSpPr>
          <p:cNvPr id="17" name="Rectangle 17"/>
          <p:cNvSpPr>
            <a:spLocks noChangeArrowheads="1"/>
          </p:cNvSpPr>
          <p:nvPr/>
        </p:nvSpPr>
        <p:spPr bwMode="auto">
          <a:xfrm>
            <a:off x="3190477" y="845312"/>
            <a:ext cx="1048730"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Database</a:t>
            </a:r>
            <a:r>
              <a:rPr lang="zh-CN" altLang="en-US" sz="800" b="1" dirty="0" smtClean="0">
                <a:latin typeface="微软雅黑" panose="020B0503020204020204" pitchFamily="34" charset="-122"/>
                <a:ea typeface="微软雅黑" panose="020B0503020204020204" pitchFamily="34" charset="-122"/>
              </a:rPr>
              <a:t>数据库</a:t>
            </a:r>
            <a:endParaRPr lang="en-US" altLang="zh-CN" sz="800" b="1" dirty="0" smtClean="0">
              <a:latin typeface="微软雅黑" panose="020B0503020204020204" pitchFamily="34" charset="-122"/>
              <a:ea typeface="微软雅黑" panose="020B0503020204020204" pitchFamily="34" charset="-122"/>
            </a:endParaRPr>
          </a:p>
        </p:txBody>
      </p:sp>
      <p:sp>
        <p:nvSpPr>
          <p:cNvPr id="18" name="Rectangle 17"/>
          <p:cNvSpPr>
            <a:spLocks noChangeArrowheads="1"/>
          </p:cNvSpPr>
          <p:nvPr/>
        </p:nvSpPr>
        <p:spPr bwMode="auto">
          <a:xfrm>
            <a:off x="2482524" y="845312"/>
            <a:ext cx="706395"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112</a:t>
            </a:r>
            <a:r>
              <a:rPr lang="zh-CN" altLang="en-US" sz="800" b="1" dirty="0" smtClean="0">
                <a:latin typeface="微软雅黑" panose="020B0503020204020204" pitchFamily="34" charset="-122"/>
                <a:ea typeface="微软雅黑" panose="020B0503020204020204" pitchFamily="34" charset="-122"/>
              </a:rPr>
              <a:t>测试台</a:t>
            </a:r>
            <a:endParaRPr lang="zh-CN" altLang="zh-CN" sz="800" b="1" dirty="0">
              <a:latin typeface="微软雅黑" panose="020B0503020204020204" pitchFamily="34" charset="-122"/>
              <a:ea typeface="微软雅黑" panose="020B0503020204020204" pitchFamily="34" charset="-122"/>
            </a:endParaRPr>
          </a:p>
        </p:txBody>
      </p:sp>
      <p:sp>
        <p:nvSpPr>
          <p:cNvPr id="19" name="Rectangle 17"/>
          <p:cNvSpPr>
            <a:spLocks noChangeArrowheads="1"/>
          </p:cNvSpPr>
          <p:nvPr/>
        </p:nvSpPr>
        <p:spPr bwMode="auto">
          <a:xfrm>
            <a:off x="3987992" y="787066"/>
            <a:ext cx="1190511" cy="33855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MCU</a:t>
            </a:r>
          </a:p>
          <a:p>
            <a:r>
              <a:rPr lang="zh-CN" altLang="en-US" sz="800" b="1" dirty="0" smtClean="0">
                <a:latin typeface="微软雅黑" panose="020B0503020204020204" pitchFamily="34" charset="-122"/>
                <a:ea typeface="微软雅黑" panose="020B0503020204020204" pitchFamily="34" charset="-122"/>
              </a:rPr>
              <a:t>（多点控制单元）</a:t>
            </a:r>
            <a:endParaRPr lang="zh-CN" altLang="zh-CN" sz="800" b="1" dirty="0">
              <a:latin typeface="微软雅黑" panose="020B0503020204020204" pitchFamily="34" charset="-122"/>
              <a:ea typeface="微软雅黑" panose="020B0503020204020204" pitchFamily="34" charset="-122"/>
            </a:endParaRPr>
          </a:p>
        </p:txBody>
      </p:sp>
      <p:sp>
        <p:nvSpPr>
          <p:cNvPr id="20" name="Rectangle 17"/>
          <p:cNvSpPr>
            <a:spLocks noChangeArrowheads="1"/>
          </p:cNvSpPr>
          <p:nvPr/>
        </p:nvSpPr>
        <p:spPr bwMode="auto">
          <a:xfrm>
            <a:off x="4989299" y="845312"/>
            <a:ext cx="553303"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IADMS</a:t>
            </a:r>
            <a:endParaRPr lang="en-US" altLang="zh-CN" sz="800" b="1" dirty="0">
              <a:latin typeface="微软雅黑" panose="020B0503020204020204" pitchFamily="34" charset="-122"/>
              <a:ea typeface="微软雅黑" panose="020B0503020204020204" pitchFamily="34" charset="-122"/>
            </a:endParaRPr>
          </a:p>
        </p:txBody>
      </p:sp>
      <p:sp>
        <p:nvSpPr>
          <p:cNvPr id="21" name="Rectangle 17"/>
          <p:cNvSpPr>
            <a:spLocks noChangeArrowheads="1"/>
          </p:cNvSpPr>
          <p:nvPr/>
        </p:nvSpPr>
        <p:spPr bwMode="auto">
          <a:xfrm>
            <a:off x="5779502" y="845312"/>
            <a:ext cx="647197"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家庭网关</a:t>
            </a:r>
            <a:endParaRPr lang="en-US" altLang="zh-CN" sz="800" b="1" dirty="0">
              <a:latin typeface="微软雅黑" panose="020B0503020204020204" pitchFamily="34" charset="-122"/>
              <a:ea typeface="微软雅黑" panose="020B0503020204020204" pitchFamily="34" charset="-122"/>
            </a:endParaRPr>
          </a:p>
        </p:txBody>
      </p:sp>
      <p:sp>
        <p:nvSpPr>
          <p:cNvPr id="22" name="Rectangle 17"/>
          <p:cNvSpPr>
            <a:spLocks noChangeArrowheads="1"/>
          </p:cNvSpPr>
          <p:nvPr/>
        </p:nvSpPr>
        <p:spPr bwMode="auto">
          <a:xfrm>
            <a:off x="6514669" y="845312"/>
            <a:ext cx="872591"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N2000</a:t>
            </a:r>
            <a:r>
              <a:rPr lang="zh-CN" altLang="en-US" sz="800" b="1" dirty="0" smtClean="0">
                <a:latin typeface="微软雅黑" panose="020B0503020204020204" pitchFamily="34" charset="-122"/>
                <a:ea typeface="微软雅黑" panose="020B0503020204020204" pitchFamily="34" charset="-122"/>
              </a:rPr>
              <a:t>客户端</a:t>
            </a:r>
            <a:endParaRPr lang="en-US" altLang="zh-CN" sz="800" b="1" dirty="0">
              <a:latin typeface="微软雅黑" panose="020B0503020204020204" pitchFamily="34" charset="-122"/>
              <a:ea typeface="微软雅黑" panose="020B0503020204020204" pitchFamily="34" charset="-122"/>
            </a:endParaRPr>
          </a:p>
        </p:txBody>
      </p:sp>
      <p:sp>
        <p:nvSpPr>
          <p:cNvPr id="23" name="Rectangle 17"/>
          <p:cNvSpPr>
            <a:spLocks noChangeArrowheads="1"/>
          </p:cNvSpPr>
          <p:nvPr/>
        </p:nvSpPr>
        <p:spPr bwMode="auto">
          <a:xfrm>
            <a:off x="7420778" y="845312"/>
            <a:ext cx="62041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上级网管</a:t>
            </a:r>
            <a:endParaRPr lang="en-US" altLang="zh-CN" sz="800" b="1" dirty="0">
              <a:latin typeface="微软雅黑" panose="020B0503020204020204" pitchFamily="34" charset="-122"/>
              <a:ea typeface="微软雅黑" panose="020B0503020204020204" pitchFamily="34" charset="-122"/>
            </a:endParaRPr>
          </a:p>
        </p:txBody>
      </p:sp>
      <p:sp>
        <p:nvSpPr>
          <p:cNvPr id="24" name="Rectangle 17"/>
          <p:cNvSpPr>
            <a:spLocks noChangeArrowheads="1"/>
          </p:cNvSpPr>
          <p:nvPr/>
        </p:nvSpPr>
        <p:spPr bwMode="auto">
          <a:xfrm>
            <a:off x="8347910" y="845312"/>
            <a:ext cx="390383"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网管</a:t>
            </a:r>
            <a:endParaRPr lang="en-US" altLang="zh-CN" sz="800" b="1" dirty="0">
              <a:latin typeface="微软雅黑" panose="020B0503020204020204" pitchFamily="34" charset="-122"/>
              <a:ea typeface="微软雅黑" panose="020B0503020204020204" pitchFamily="34" charset="-122"/>
            </a:endParaRPr>
          </a:p>
        </p:txBody>
      </p:sp>
      <p:sp>
        <p:nvSpPr>
          <p:cNvPr id="25" name="Rectangle 17"/>
          <p:cNvSpPr>
            <a:spLocks noChangeArrowheads="1"/>
          </p:cNvSpPr>
          <p:nvPr/>
        </p:nvSpPr>
        <p:spPr bwMode="auto">
          <a:xfrm>
            <a:off x="9045013" y="833892"/>
            <a:ext cx="651387"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RM9000</a:t>
            </a:r>
            <a:endParaRPr lang="en-US" altLang="zh-CN" sz="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98523972"/>
      </p:ext>
    </p:extLst>
  </p:cSld>
  <p:clrMapOvr>
    <a:masterClrMapping/>
  </p:clrMapOvr>
</p:sld>
</file>

<file path=ppt/theme/theme1.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5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6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7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8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9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10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413</TotalTime>
  <Words>184</Words>
  <Application>Microsoft Office PowerPoint</Application>
  <PresentationFormat>宽屏</PresentationFormat>
  <Paragraphs>107</Paragraphs>
  <Slides>2</Slides>
  <Notes>0</Notes>
  <HiddenSlides>0</HiddenSlides>
  <MMClips>0</MMClips>
  <ScaleCrop>false</ScaleCrop>
  <HeadingPairs>
    <vt:vector size="6" baseType="variant">
      <vt:variant>
        <vt:lpstr>已用的字体</vt:lpstr>
      </vt:variant>
      <vt:variant>
        <vt:i4>13</vt:i4>
      </vt:variant>
      <vt:variant>
        <vt:lpstr>主题</vt:lpstr>
      </vt:variant>
      <vt:variant>
        <vt:i4>10</vt:i4>
      </vt:variant>
      <vt:variant>
        <vt:lpstr>幻灯片标题</vt:lpstr>
      </vt:variant>
      <vt:variant>
        <vt:i4>2</vt:i4>
      </vt:variant>
    </vt:vector>
  </HeadingPairs>
  <TitlesOfParts>
    <vt:vector size="25" baseType="lpstr">
      <vt:lpstr>MS PGothic</vt:lpstr>
      <vt:lpstr>MS PGothic</vt:lpstr>
      <vt:lpstr>黑体</vt:lpstr>
      <vt:lpstr>华文细黑</vt:lpstr>
      <vt:lpstr>宋体</vt:lpstr>
      <vt:lpstr>微软雅黑</vt:lpstr>
      <vt:lpstr>Arial</vt:lpstr>
      <vt:lpstr>Calibri</vt:lpstr>
      <vt:lpstr>Calibri Light</vt:lpstr>
      <vt:lpstr>FrutigerNext LT Bold</vt:lpstr>
      <vt:lpstr>FrutigerNext LT Medium</vt:lpstr>
      <vt:lpstr>FrutigerNext LT Regular</vt:lpstr>
      <vt:lpstr>Wingdings</vt:lpstr>
      <vt:lpstr>Blank</vt:lpstr>
      <vt:lpstr>1_主题1</vt:lpstr>
      <vt:lpstr>4_主题1</vt:lpstr>
      <vt:lpstr>5_主题1</vt:lpstr>
      <vt:lpstr>6_主题1</vt:lpstr>
      <vt:lpstr>7_主题1</vt:lpstr>
      <vt:lpstr>8_主题1</vt:lpstr>
      <vt:lpstr>9_主题1</vt:lpstr>
      <vt:lpstr>10_主题1</vt:lpstr>
      <vt:lpstr>Office 主题</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yingzhihan</dc:creator>
  <cp:lastModifiedBy>应智瀚 Y00429564</cp:lastModifiedBy>
  <cp:revision>23</cp:revision>
  <dcterms:created xsi:type="dcterms:W3CDTF">2011-12-01T07:18:24Z</dcterms:created>
  <dcterms:modified xsi:type="dcterms:W3CDTF">2018-07-28T08:06:22Z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(4)+mRI5gXQHovmfVtvGi8YEj8MNucGyGqF6+S9e0Cq/oHdRt7j1cQpCgfR2wT34wXo3ifSLdp2_x000d_
yKWO99KTItGSQ+TlzeBGJwsp349jT3IYFg4uIIAGN1Sr6+zVCJQ83zqXieIpRC0ddyp00XIe_x000d_
AGQKlhgmFM3HQOYoMc7WxtsaVOvJxMXiHg0qf/nNhokoPB4Wp9r/kNZ90e1txeJqHcJWACTu_x000d_
VqQv5ACQ2nD4EZ87NP</vt:lpwstr>
  </property>
  <property fmtid="{D5CDD505-2E9C-101B-9397-08002B2CF9AE}" pid="3" name="_ms_pID_7253431">
    <vt:lpwstr>px3Ik0ZLGzfQzcCJsqyA3kvMOARvCMBL8Dhd75pjtmUV1aC6+8Ocxe_x000d_
bTa5I8Vdm6Kj28DsD6+YWqoh2lvpINNVtub7jghbMZ2e2pMxL4FAIVSA3xq1LicoEfUbh+E3_x000d_
+mvpI/wSYvDz2t8u1JHubKvNV7JNQUiW7iXzGhZb8OEDRGzgpz/C2sKYFd3zk/zuyM8TKKtY_x000d_
I+kyilpsAB3ZpR2buezpdf7vRdHbktFqV01V</vt:lpwstr>
  </property>
  <property fmtid="{D5CDD505-2E9C-101B-9397-08002B2CF9AE}" pid="4" name="_ms_pID_7253432">
    <vt:lpwstr>bPscNl73h+KBMIOAsGC5BjFPwGo4c9Erl1dl_x000d_
vs9OFVH4nUw6/t2aDq73yszRyL3FPUhqCxmmmuwVQHBnVOI56+ChAskHL52OZcAKavGhiXII_x000d_
aFSH+fQOLCuyhbAuBRYHGK3Tn2LIm/L/CRUstyABzM1b5HQdNsEncFPMhWribToTFsuj6hAo_x000d_
mvmyMQyM4tgghZnUKjGMVJQFQC0Bt2gS/+gcFl+EcP/wCA/uiZjETW</vt:lpwstr>
  </property>
  <property fmtid="{D5CDD505-2E9C-101B-9397-08002B2CF9AE}" pid="5" name="_ms_pID_7253433">
    <vt:lpwstr>9m</vt:lpwstr>
  </property>
  <property fmtid="{D5CDD505-2E9C-101B-9397-08002B2CF9AE}" pid="6" name="_2015_ms_pID_725343">
    <vt:lpwstr>(3)0x51R95RqDnke1H4qpnMzwGJa/qdBPmK/M05lnCo4zkqFSzmpif4XN902vYgVIYMaLjwW6Gy
u8jCxzaQ3Lv9Hee004eaRfhAb9NY5+p5c8JVwzUCgN/cGvasSxzjhjjzsH/1WK7jr7bpQaLW
2JrnPZevvjST6o+YE+BuE1G00EGju7T4/3YjZ/mI+pe0gCPkcuoSM18yzTQQs+ZntjL0glZA
VMdL7F7EDK83lpmKfD</vt:lpwstr>
  </property>
  <property fmtid="{D5CDD505-2E9C-101B-9397-08002B2CF9AE}" pid="7" name="_2015_ms_pID_7253431">
    <vt:lpwstr>oDMFH0Q1YvleePf+8kQZ/IDAwt5MMArA3/QkkG5DavW6z+yUMHgMLy
llOR0pv9MnkK3BD/u3QwyNww8mIIGU4VvKsykbyp69FAKN6M0nODtZsOqZ9jrwJm3SjepgUG
LRihiNBZnz3ocTZy3cTg8afFoJLABfZJgaLEquZAkm83oa4Ddi/tGuIf07hZRXpDbCMHSRaG
seYn96TIRQFWl4lRZzu3+IgfghOD7mCcQL/Y</vt:lpwstr>
  </property>
  <property fmtid="{D5CDD505-2E9C-101B-9397-08002B2CF9AE}" pid="8" name="_2015_ms_pID_7253432">
    <vt:lpwstr>UA==</vt:lpwstr>
  </property>
  <property fmtid="{D5CDD505-2E9C-101B-9397-08002B2CF9AE}" pid="9" name="_readonly">
    <vt:lpwstr/>
  </property>
  <property fmtid="{D5CDD505-2E9C-101B-9397-08002B2CF9AE}" pid="10" name="_change">
    <vt:lpwstr/>
  </property>
  <property fmtid="{D5CDD505-2E9C-101B-9397-08002B2CF9AE}" pid="11" name="_full-control">
    <vt:lpwstr/>
  </property>
  <property fmtid="{D5CDD505-2E9C-101B-9397-08002B2CF9AE}" pid="12" name="sflag">
    <vt:lpwstr>1532604864</vt:lpwstr>
  </property>
</Properties>
</file>