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85" r:id="rId1"/>
    <p:sldMasterId id="2147483808" r:id="rId2"/>
    <p:sldMasterId id="2147483811" r:id="rId3"/>
    <p:sldMasterId id="2147483825" r:id="rId4"/>
    <p:sldMasterId id="2147483866" r:id="rId5"/>
  </p:sldMasterIdLst>
  <p:notesMasterIdLst>
    <p:notesMasterId r:id="rId11"/>
  </p:notesMasterIdLst>
  <p:handoutMasterIdLst>
    <p:handoutMasterId r:id="rId12"/>
  </p:handoutMasterIdLst>
  <p:sldIdLst>
    <p:sldId id="677" r:id="rId6"/>
    <p:sldId id="678" r:id="rId7"/>
    <p:sldId id="679" r:id="rId8"/>
    <p:sldId id="680" r:id="rId9"/>
    <p:sldId id="551" r:id="rId10"/>
  </p:sldIdLst>
  <p:sldSz cx="9144000" cy="6858000" type="screen4x3"/>
  <p:notesSz cx="6797675" cy="992663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5760" userDrawn="1">
          <p15:clr>
            <a:srgbClr val="A4A3A4"/>
          </p15:clr>
        </p15:guide>
        <p15:guide id="9" pos="5556" userDrawn="1">
          <p15:clr>
            <a:srgbClr val="A4A3A4"/>
          </p15:clr>
        </p15:guide>
        <p15:guide id="10" pos="181" userDrawn="1">
          <p15:clr>
            <a:srgbClr val="A4A3A4"/>
          </p15:clr>
        </p15:guide>
        <p15:guide id="11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63AA"/>
    <a:srgbClr val="D1EEF4"/>
    <a:srgbClr val="20D7FC"/>
    <a:srgbClr val="2CD9FC"/>
    <a:srgbClr val="33CAED"/>
    <a:srgbClr val="03A8C9"/>
    <a:srgbClr val="04D3FC"/>
    <a:srgbClr val="00C2CC"/>
    <a:srgbClr val="D3FDFF"/>
    <a:srgbClr val="E5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3" autoAdjust="0"/>
    <p:restoredTop sz="99020" autoAdjust="0"/>
  </p:normalViewPr>
  <p:slideViewPr>
    <p:cSldViewPr snapToGrid="0" showGuides="1">
      <p:cViewPr varScale="1">
        <p:scale>
          <a:sx n="96" d="100"/>
          <a:sy n="96" d="100"/>
        </p:scale>
        <p:origin x="1140" y="90"/>
      </p:cViewPr>
      <p:guideLst>
        <p:guide pos="5760"/>
        <p:guide pos="5556"/>
        <p:guide pos="181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04"/>
    </p:cViewPr>
  </p:sorterViewPr>
  <p:notesViewPr>
    <p:cSldViewPr snapToGrid="0" showGuides="1">
      <p:cViewPr varScale="1">
        <p:scale>
          <a:sx n="47" d="100"/>
          <a:sy n="47" d="100"/>
        </p:scale>
        <p:origin x="-3012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5956AC1B-3849-468B-B3D6-71D2EAC0CF70}" type="datetimeFigureOut">
              <a:rPr lang="zh-CN" altLang="en-US"/>
              <a:pPr>
                <a:defRPr/>
              </a:pPr>
              <a:t>2019/2/13</a:t>
            </a:fld>
            <a:endParaRPr lang="en-US" altLang="zh-CN" dirty="0"/>
          </a:p>
        </p:txBody>
      </p:sp>
      <p:sp>
        <p:nvSpPr>
          <p:cNvPr id="227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27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B30A5575-028F-456A-AFEC-97C97239BC4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96442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01BC75-03AA-4997-A092-C90D85226FF4}" type="datetimeFigureOut">
              <a:rPr lang="zh-CN" altLang="en-US"/>
              <a:pPr/>
              <a:t>2019/2/13</a:t>
            </a:fld>
            <a:endParaRPr lang="en-US" altLang="zh-CN" dirty="0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zh-CN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E3D1208B-ABB5-48F0-93EC-79B837E3F92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12356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942301"/>
      </p:ext>
    </p:extLst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72076"/>
      </p:ext>
    </p:extLst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64088" y="1628384"/>
            <a:ext cx="7615824" cy="458474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13"/>
          <p:cNvGraphicFramePr>
            <a:graphicFrameLocks noGrp="1"/>
          </p:cNvGraphicFramePr>
          <p:nvPr userDrawn="1">
            <p:extLst/>
          </p:nvPr>
        </p:nvGraphicFramePr>
        <p:xfrm>
          <a:off x="395288" y="757449"/>
          <a:ext cx="8351837" cy="5751254"/>
        </p:xfrm>
        <a:graphic>
          <a:graphicData uri="http://schemas.openxmlformats.org/drawingml/2006/table">
            <a:tbl>
              <a:tblPr/>
              <a:tblGrid>
                <a:gridCol w="1670050"/>
                <a:gridCol w="1670050"/>
                <a:gridCol w="1671637"/>
                <a:gridCol w="1670050"/>
                <a:gridCol w="1670050"/>
              </a:tblGrid>
              <a:tr h="14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6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5045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1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46173234"/>
              </p:ext>
            </p:extLst>
          </p:nvPr>
        </p:nvGraphicFramePr>
        <p:xfrm>
          <a:off x="395288" y="757449"/>
          <a:ext cx="6681787" cy="5751254"/>
        </p:xfrm>
        <a:graphic>
          <a:graphicData uri="http://schemas.openxmlformats.org/drawingml/2006/table">
            <a:tbl>
              <a:tblPr/>
              <a:tblGrid>
                <a:gridCol w="3340100"/>
                <a:gridCol w="3341687"/>
              </a:tblGrid>
              <a:tr h="287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48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398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 advTm="8000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64088" y="1628384"/>
            <a:ext cx="7615824" cy="458474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9235"/>
      </p:ext>
    </p:extLst>
  </p:cSld>
  <p:clrMapOvr>
    <a:masterClrMapping/>
  </p:clrMapOvr>
  <p:transition advClick="0" advTm="8000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35592"/>
      </p:ext>
    </p:extLst>
  </p:cSld>
  <p:clrMapOvr>
    <a:masterClrMapping/>
  </p:clrMapOvr>
  <p:transition advClick="0" advTm="8000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41591"/>
      </p:ext>
    </p:extLst>
  </p:cSld>
  <p:clrMapOvr>
    <a:masterClrMapping/>
  </p:clrMapOvr>
  <p:transition advClick="0" advTm="8000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94716"/>
      </p:ext>
    </p:extLst>
  </p:cSld>
  <p:clrMapOvr>
    <a:masterClrMapping/>
  </p:clrMapOvr>
  <p:transition advClick="0" advTm="8000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33630"/>
      </p:ext>
    </p:extLst>
  </p:cSld>
  <p:clrMapOvr>
    <a:masterClrMapping/>
  </p:clrMapOvr>
  <p:transition advClick="0" advTm="8000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57837"/>
      </p:ext>
    </p:extLst>
  </p:cSld>
  <p:clrMapOvr>
    <a:masterClrMapping/>
  </p:clrMapOvr>
  <p:transition advClick="0" advTm="8000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94494"/>
      </p:ext>
    </p:extLst>
  </p:cSld>
  <p:clrMapOvr>
    <a:masterClrMapping/>
  </p:clrMapOvr>
  <p:transition advClick="0" advTm="8000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01220"/>
      </p:ext>
    </p:extLst>
  </p:cSld>
  <p:clrMapOvr>
    <a:masterClrMapping/>
  </p:clrMapOvr>
  <p:transition advClick="0" advTm="8000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09798"/>
      </p:ext>
    </p:extLst>
  </p:cSld>
  <p:clrMapOvr>
    <a:masterClrMapping/>
  </p:clrMapOvr>
  <p:transition advClick="0" advTm="8000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89235"/>
      </p:ext>
    </p:extLst>
  </p:cSld>
  <p:clrMapOvr>
    <a:masterClrMapping/>
  </p:clrMapOvr>
  <p:transition advClick="0" advTm="8000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32004"/>
      </p:ext>
    </p:extLst>
  </p:cSld>
  <p:clrMapOvr>
    <a:masterClrMapping/>
  </p:clrMapOvr>
  <p:transition advClick="0" advTm="8000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14633"/>
      </p:ext>
    </p:extLst>
  </p:cSld>
  <p:clrMapOvr>
    <a:masterClrMapping/>
  </p:clrMapOvr>
  <p:transition advClick="0" advTm="8000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9863"/>
      </p:ext>
    </p:extLst>
  </p:cSld>
  <p:clrMapOvr>
    <a:masterClrMapping/>
  </p:clrMapOvr>
  <p:transition advClick="0" advTm="8000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59869"/>
      </p:ext>
    </p:extLst>
  </p:cSld>
  <p:clrMapOvr>
    <a:masterClrMapping/>
  </p:clrMapOvr>
  <p:transition advClick="0" advTm="8000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33036"/>
      </p:ext>
    </p:extLst>
  </p:cSld>
  <p:clrMapOvr>
    <a:masterClrMapping/>
  </p:clrMapOvr>
  <p:transition advClick="0" advTm="8000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97092"/>
      </p:ext>
    </p:extLst>
  </p:cSld>
  <p:clrMapOvr>
    <a:masterClrMapping/>
  </p:clrMapOvr>
  <p:transition advClick="0" advTm="8000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06501"/>
      </p:ext>
    </p:extLst>
  </p:cSld>
  <p:clrMapOvr>
    <a:masterClrMapping/>
  </p:clrMapOvr>
  <p:transition advClick="0" advTm="8000"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68035"/>
      </p:ext>
    </p:extLst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64744"/>
      </p:ext>
    </p:extLst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1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46173234"/>
              </p:ext>
            </p:extLst>
          </p:nvPr>
        </p:nvGraphicFramePr>
        <p:xfrm>
          <a:off x="395288" y="757449"/>
          <a:ext cx="6681787" cy="5751254"/>
        </p:xfrm>
        <a:graphic>
          <a:graphicData uri="http://schemas.openxmlformats.org/drawingml/2006/table">
            <a:tbl>
              <a:tblPr/>
              <a:tblGrid>
                <a:gridCol w="3340100"/>
                <a:gridCol w="3341687"/>
              </a:tblGrid>
              <a:tr h="287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48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398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1" y="6356350"/>
            <a:ext cx="2057401" cy="365125"/>
          </a:xfrm>
          <a:prstGeom prst="rect">
            <a:avLst/>
          </a:prstGeom>
        </p:spPr>
        <p:txBody>
          <a:bodyPr/>
          <a:lstStyle/>
          <a:p>
            <a:fld id="{15D0A295-B0F6-4AF6-94C7-1D613EF04FA7}" type="datetimeFigureOut">
              <a:rPr lang="zh-CN" altLang="en-US" smtClean="0">
                <a:solidFill>
                  <a:srgbClr val="000000"/>
                </a:solidFill>
              </a:rPr>
              <a:pPr/>
              <a:t>2019/2/13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1" cy="365125"/>
          </a:xfrm>
          <a:prstGeom prst="rect">
            <a:avLst/>
          </a:prstGeom>
        </p:spPr>
        <p:txBody>
          <a:bodyPr/>
          <a:lstStyle/>
          <a:p>
            <a:fld id="{D6903884-34EA-4F8B-9940-33768E8A8C5D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9601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1" y="369034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1" y="1253906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18860"/>
      </p:ext>
    </p:extLst>
  </p:cSld>
  <p:clrMapOvr>
    <a:masterClrMapping/>
  </p:clrMapOvr>
  <p:transition advClick="0" advTm="8000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1" y="369034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1" y="1253906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85144"/>
      </p:ext>
    </p:extLst>
  </p:cSld>
  <p:clrMapOvr>
    <a:masterClrMapping/>
  </p:clrMapOvr>
  <p:transition advClick="0" advTm="8000"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 userDrawn="1"/>
        </p:nvGraphicFramePr>
        <p:xfrm>
          <a:off x="460653" y="1185863"/>
          <a:ext cx="8222139" cy="4972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571"/>
                <a:gridCol w="913571"/>
                <a:gridCol w="913571"/>
                <a:gridCol w="913571"/>
                <a:gridCol w="913571"/>
                <a:gridCol w="913571"/>
                <a:gridCol w="913571"/>
                <a:gridCol w="913571"/>
                <a:gridCol w="913571"/>
              </a:tblGrid>
              <a:tr h="1243014"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3014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3014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3014"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673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82367"/>
      </p:ext>
    </p:extLst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image" Target="../media/image4.jpeg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theme" Target="../theme/theme5.xml"/><Relationship Id="rId30" Type="http://schemas.openxmlformats.org/officeDocument/2006/relationships/image" Target="../media/image6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9" descr="封面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2875"/>
            <a:ext cx="91440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5" cstate="print"/>
          <a:srcRect l="1285"/>
          <a:stretch>
            <a:fillRect/>
          </a:stretch>
        </p:blipFill>
        <p:spPr bwMode="auto">
          <a:xfrm>
            <a:off x="1" y="1424205"/>
            <a:ext cx="9144000" cy="3138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89" descr="Huawei logo"/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913" y="5608638"/>
            <a:ext cx="833437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263347"/>
            <a:ext cx="56880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mtClean="0"/>
              <a:t>Click to edit Master title style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65" r:id="rId2"/>
  </p:sldLayoutIdLst>
  <p:transition advClick="0" advTm="8000"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›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FrutigerNext LT Medium" charset="0"/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z00124665\Desktop\BG2.jp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10" name="矩形 9"/>
          <p:cNvSpPr/>
          <p:nvPr userDrawn="1"/>
        </p:nvSpPr>
        <p:spPr bwMode="auto">
          <a:xfrm>
            <a:off x="3175" y="0"/>
            <a:ext cx="913923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2051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12738" y="265113"/>
            <a:ext cx="763270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2052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2738" y="1003300"/>
            <a:ext cx="763270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Third level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13" name="Rectangle 5"/>
          <p:cNvSpPr>
            <a:spLocks noChangeArrowheads="1"/>
          </p:cNvSpPr>
          <p:nvPr userDrawn="1"/>
        </p:nvSpPr>
        <p:spPr bwMode="auto">
          <a:xfrm>
            <a:off x="3547474" y="6523943"/>
            <a:ext cx="272055" cy="19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fld id="{F350CB96-EF0E-44F1-90D2-2D2DCEB1810F}" type="slidenum">
              <a:rPr lang="de-DE" altLang="zh-CN" sz="1000" b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1000" b="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7" name="Picture 2" descr="C:\Users\z00124665\Desktop\HW LOGO(横版）.png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429499" y="6322363"/>
            <a:ext cx="1387061" cy="337874"/>
          </a:xfrm>
          <a:prstGeom prst="rect">
            <a:avLst/>
          </a:prstGeom>
          <a:noFill/>
        </p:spPr>
      </p:pic>
      <p:pic>
        <p:nvPicPr>
          <p:cNvPr id="18" name="Picture 14" descr="C:\Users\z00124665\Desktop\color bar [转换].wmf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6784976"/>
            <a:ext cx="9144001" cy="88106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57" r:id="rId2"/>
    <p:sldLayoutId id="2147483858" r:id="rId3"/>
  </p:sldLayoutIdLst>
  <p:transition advClick="0" advTm="8000"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itchFamily="2" charset="2"/>
        <a:buChar char="l"/>
        <a:defRPr sz="2400" b="1">
          <a:solidFill>
            <a:schemeClr val="tx1"/>
          </a:solidFill>
          <a:latin typeface="FrutigerNext LT Regular" pitchFamily="34" charset="0"/>
          <a:ea typeface="黑体" pitchFamily="49" charset="-122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 descr="C:\Users\z00124665\Desktop\BG2.jp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78" name="矩形 77"/>
          <p:cNvSpPr/>
          <p:nvPr userDrawn="1"/>
        </p:nvSpPr>
        <p:spPr bwMode="auto">
          <a:xfrm>
            <a:off x="3175" y="0"/>
            <a:ext cx="913923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3078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03893" y="290513"/>
            <a:ext cx="7632700" cy="745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  <a:endParaRPr lang="zh-CN" altLang="en-US" smtClean="0"/>
          </a:p>
        </p:txBody>
      </p:sp>
      <p:sp>
        <p:nvSpPr>
          <p:cNvPr id="3080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3893" y="1174083"/>
            <a:ext cx="7632700" cy="22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Second level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Third level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</a:t>
            </a:r>
            <a:endParaRPr lang="zh-CN" altLang="en-US" dirty="0" smtClean="0"/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3547474" y="6523943"/>
            <a:ext cx="272055" cy="19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fld id="{F350CB96-EF0E-44F1-90D2-2D2DCEB1810F}" type="slidenum">
              <a:rPr lang="de-DE" altLang="zh-CN" sz="1000" b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1000" b="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4" name="Picture 2" descr="C:\Users\z00124665\Desktop\HW LOGO(横版）.png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429499" y="6322363"/>
            <a:ext cx="1387061" cy="337874"/>
          </a:xfrm>
          <a:prstGeom prst="rect">
            <a:avLst/>
          </a:prstGeom>
          <a:noFill/>
        </p:spPr>
      </p:pic>
      <p:pic>
        <p:nvPicPr>
          <p:cNvPr id="15" name="Picture 14" descr="C:\Users\z00124665\Desktop\color bar [转换].wmf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6784976"/>
            <a:ext cx="9144001" cy="88106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2" r:id="rId2"/>
    <p:sldLayoutId id="2147483833" r:id="rId3"/>
  </p:sldLayoutIdLst>
  <p:transition advClick="0" advTm="8000"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FrutigerNext LT Regular" pitchFamily="34" charset="0"/>
          <a:ea typeface="黑体" pitchFamily="49" charset="-122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z00124665\Desktop\BG2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8" name="矩形 7"/>
          <p:cNvSpPr/>
          <p:nvPr userDrawn="1"/>
        </p:nvSpPr>
        <p:spPr bwMode="auto">
          <a:xfrm>
            <a:off x="4762" y="0"/>
            <a:ext cx="913923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3175" y="0"/>
            <a:ext cx="9139238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3075" name="图片 77" descr="Logo"/>
          <p:cNvPicPr>
            <a:picLocks noChangeAspect="1" noChangeArrowheads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3732621" y="1800658"/>
            <a:ext cx="1678759" cy="1678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2pPr>
      <a:lvl3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3pPr>
      <a:lvl4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4pPr>
      <a:lvl5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00038" indent="-300038" algn="l" defTabSz="801688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52463" indent="-250825" algn="l" defTabSz="801688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  <a:ea typeface="+mn-ea"/>
        </a:defRPr>
      </a:lvl2pPr>
      <a:lvl3pPr marL="1003300" indent="-201613" algn="l" defTabSz="801688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401763" indent="-200025" algn="l" defTabSz="801688" rtl="0" eaLnBrk="0" fontAlgn="base" hangingPunct="0">
        <a:spcBef>
          <a:spcPct val="20000"/>
        </a:spcBef>
        <a:spcAft>
          <a:spcPct val="0"/>
        </a:spcAft>
        <a:buChar char="–"/>
        <a:defRPr sz="1700">
          <a:solidFill>
            <a:schemeClr val="tx1"/>
          </a:solidFill>
          <a:latin typeface="+mn-lt"/>
          <a:ea typeface="+mn-ea"/>
        </a:defRPr>
      </a:lvl4pPr>
      <a:lvl5pPr marL="1803400" indent="-201613" algn="l" defTabSz="801688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5pPr>
      <a:lvl6pPr marL="22606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6pPr>
      <a:lvl7pPr marL="27178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7pPr>
      <a:lvl8pPr marL="31750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8pPr>
      <a:lvl9pPr marL="36322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z00124665\Desktop\BG2.jpg"/>
          <p:cNvPicPr>
            <a:picLocks noChangeAspect="1" noChangeArrowheads="1"/>
          </p:cNvPicPr>
          <p:nvPr userDrawn="1"/>
        </p:nvPicPr>
        <p:blipFill>
          <a:blip r:embed="rId28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10" name="矩形 9"/>
          <p:cNvSpPr/>
          <p:nvPr userDrawn="1"/>
        </p:nvSpPr>
        <p:spPr bwMode="auto">
          <a:xfrm>
            <a:off x="3175" y="0"/>
            <a:ext cx="913923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mtClean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051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12738" y="265113"/>
            <a:ext cx="763270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2052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2738" y="1003300"/>
            <a:ext cx="763270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Third level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13" name="Rectangle 5"/>
          <p:cNvSpPr>
            <a:spLocks noChangeArrowheads="1"/>
          </p:cNvSpPr>
          <p:nvPr userDrawn="1"/>
        </p:nvSpPr>
        <p:spPr bwMode="auto">
          <a:xfrm>
            <a:off x="3547474" y="6523943"/>
            <a:ext cx="272055" cy="19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fld id="{F350CB96-EF0E-44F1-90D2-2D2DCEB1810F}" type="slidenum">
              <a:rPr lang="de-DE" altLang="zh-CN" sz="1000" smtClean="0">
                <a:solidFill>
                  <a:srgbClr val="FFFFFF">
                    <a:lumMod val="65000"/>
                  </a:srgbClr>
                </a:solidFill>
                <a:latin typeface="FrutigerNext LT Medium"/>
                <a:ea typeface="华文细黑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1000" dirty="0">
              <a:solidFill>
                <a:srgbClr val="FFFFFF">
                  <a:lumMod val="65000"/>
                </a:srgbClr>
              </a:solidFill>
              <a:latin typeface="FrutigerNext LT Medium"/>
              <a:ea typeface="华文细黑"/>
            </a:endParaRPr>
          </a:p>
        </p:txBody>
      </p:sp>
      <p:pic>
        <p:nvPicPr>
          <p:cNvPr id="17" name="Picture 2" descr="C:\Users\z00124665\Desktop\HW LOGO(横版）.png"/>
          <p:cNvPicPr>
            <a:picLocks noChangeAspect="1" noChangeArrowheads="1"/>
          </p:cNvPicPr>
          <p:nvPr userDrawn="1"/>
        </p:nvPicPr>
        <p:blipFill>
          <a:blip r:embed="rId29" cstate="screen"/>
          <a:srcRect/>
          <a:stretch>
            <a:fillRect/>
          </a:stretch>
        </p:blipFill>
        <p:spPr bwMode="auto">
          <a:xfrm>
            <a:off x="7429499" y="6322363"/>
            <a:ext cx="1387061" cy="337874"/>
          </a:xfrm>
          <a:prstGeom prst="rect">
            <a:avLst/>
          </a:prstGeom>
          <a:noFill/>
        </p:spPr>
      </p:pic>
      <p:pic>
        <p:nvPicPr>
          <p:cNvPr id="18" name="Picture 14" descr="C:\Users\z00124665\Desktop\color bar [转换].wmf"/>
          <p:cNvPicPr>
            <a:picLocks noChangeAspect="1" noChangeArrowheads="1"/>
          </p:cNvPicPr>
          <p:nvPr userDrawn="1"/>
        </p:nvPicPr>
        <p:blipFill>
          <a:blip r:embed="rId30" cstate="print"/>
          <a:srcRect/>
          <a:stretch>
            <a:fillRect/>
          </a:stretch>
        </p:blipFill>
        <p:spPr bwMode="auto">
          <a:xfrm>
            <a:off x="0" y="6784976"/>
            <a:ext cx="9144001" cy="88106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  <p:sldLayoutId id="2147483884" r:id="rId18"/>
    <p:sldLayoutId id="2147483885" r:id="rId19"/>
    <p:sldLayoutId id="2147483886" r:id="rId20"/>
    <p:sldLayoutId id="2147483888" r:id="rId21"/>
    <p:sldLayoutId id="2147483890" r:id="rId22"/>
    <p:sldLayoutId id="2147483891" r:id="rId23"/>
    <p:sldLayoutId id="2147483892" r:id="rId24"/>
    <p:sldLayoutId id="2147483893" r:id="rId25"/>
    <p:sldLayoutId id="2147483894" r:id="rId26"/>
  </p:sldLayoutIdLst>
  <p:transition advClick="0" advTm="8000"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itchFamily="2" charset="2"/>
        <a:buChar char="l"/>
        <a:defRPr sz="2400" b="1">
          <a:solidFill>
            <a:schemeClr val="tx1"/>
          </a:solidFill>
          <a:latin typeface="FrutigerNext LT Regular" pitchFamily="34" charset="0"/>
          <a:ea typeface="黑体" pitchFamily="49" charset="-122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7"/>
          <p:cNvSpPr>
            <a:spLocks noChangeArrowheads="1"/>
          </p:cNvSpPr>
          <p:nvPr/>
        </p:nvSpPr>
        <p:spPr bwMode="auto">
          <a:xfrm>
            <a:off x="1062353" y="1834641"/>
            <a:ext cx="23185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OA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Text Box 181"/>
          <p:cNvSpPr txBox="1">
            <a:spLocks noChangeArrowheads="1"/>
          </p:cNvSpPr>
          <p:nvPr/>
        </p:nvSpPr>
        <p:spPr bwMode="auto">
          <a:xfrm>
            <a:off x="564896" y="264183"/>
            <a:ext cx="950839" cy="473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184" tIns="34591" rIns="69184" bIns="34591">
            <a:spAutoFit/>
          </a:bodyPr>
          <a:lstStyle/>
          <a:p>
            <a:r>
              <a:rPr lang="en-US" altLang="zh-CN" sz="2625" b="1" dirty="0" smtClean="0">
                <a:solidFill>
                  <a:srgbClr val="C00000"/>
                </a:solidFill>
                <a:ea typeface="微软雅黑" pitchFamily="34" charset="-122"/>
                <a:cs typeface="+mj-cs"/>
              </a:rPr>
              <a:t>WDM</a:t>
            </a:r>
            <a:endParaRPr lang="zh-CN" altLang="en-US" sz="2625" b="1" dirty="0">
              <a:solidFill>
                <a:srgbClr val="C00000"/>
              </a:solidFill>
              <a:ea typeface="微软雅黑" pitchFamily="34" charset="-122"/>
              <a:cs typeface="+mj-cs"/>
            </a:endParaRPr>
          </a:p>
        </p:txBody>
      </p:sp>
      <p:grpSp>
        <p:nvGrpSpPr>
          <p:cNvPr id="10" name="Group 4"/>
          <p:cNvGrpSpPr>
            <a:grpSpLocks noChangeAspect="1"/>
          </p:cNvGrpSpPr>
          <p:nvPr/>
        </p:nvGrpSpPr>
        <p:grpSpPr bwMode="auto">
          <a:xfrm>
            <a:off x="709652" y="920614"/>
            <a:ext cx="1000125" cy="833438"/>
            <a:chOff x="485" y="572"/>
            <a:chExt cx="630" cy="525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/>
          </p:nvSpPr>
          <p:spPr bwMode="auto">
            <a:xfrm>
              <a:off x="485" y="572"/>
              <a:ext cx="630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488" y="572"/>
              <a:ext cx="625" cy="523"/>
            </a:xfrm>
            <a:custGeom>
              <a:avLst/>
              <a:gdLst>
                <a:gd name="T0" fmla="*/ 262 w 262"/>
                <a:gd name="T1" fmla="*/ 195 h 218"/>
                <a:gd name="T2" fmla="*/ 239 w 262"/>
                <a:gd name="T3" fmla="*/ 218 h 218"/>
                <a:gd name="T4" fmla="*/ 23 w 262"/>
                <a:gd name="T5" fmla="*/ 218 h 218"/>
                <a:gd name="T6" fmla="*/ 0 w 262"/>
                <a:gd name="T7" fmla="*/ 195 h 218"/>
                <a:gd name="T8" fmla="*/ 0 w 262"/>
                <a:gd name="T9" fmla="*/ 24 h 218"/>
                <a:gd name="T10" fmla="*/ 23 w 262"/>
                <a:gd name="T11" fmla="*/ 0 h 218"/>
                <a:gd name="T12" fmla="*/ 239 w 262"/>
                <a:gd name="T13" fmla="*/ 0 h 218"/>
                <a:gd name="T14" fmla="*/ 262 w 262"/>
                <a:gd name="T15" fmla="*/ 24 h 218"/>
                <a:gd name="T16" fmla="*/ 262 w 262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" h="218">
                  <a:moveTo>
                    <a:pt x="262" y="195"/>
                  </a:moveTo>
                  <a:cubicBezTo>
                    <a:pt x="262" y="208"/>
                    <a:pt x="252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2" y="0"/>
                    <a:pt x="262" y="10"/>
                    <a:pt x="262" y="24"/>
                  </a:cubicBezTo>
                  <a:cubicBezTo>
                    <a:pt x="262" y="195"/>
                    <a:pt x="262" y="195"/>
                    <a:pt x="262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643" y="651"/>
              <a:ext cx="315" cy="367"/>
            </a:xfrm>
            <a:custGeom>
              <a:avLst/>
              <a:gdLst>
                <a:gd name="T0" fmla="*/ 315 w 315"/>
                <a:gd name="T1" fmla="*/ 367 h 367"/>
                <a:gd name="T2" fmla="*/ 315 w 315"/>
                <a:gd name="T3" fmla="*/ 0 h 367"/>
                <a:gd name="T4" fmla="*/ 0 w 315"/>
                <a:gd name="T5" fmla="*/ 182 h 367"/>
                <a:gd name="T6" fmla="*/ 315 w 315"/>
                <a:gd name="T7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" h="367">
                  <a:moveTo>
                    <a:pt x="315" y="367"/>
                  </a:moveTo>
                  <a:lnTo>
                    <a:pt x="315" y="0"/>
                  </a:lnTo>
                  <a:lnTo>
                    <a:pt x="0" y="182"/>
                  </a:lnTo>
                  <a:lnTo>
                    <a:pt x="315" y="3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5" name="Rectangle 57"/>
          <p:cNvSpPr>
            <a:spLocks noChangeArrowheads="1"/>
          </p:cNvSpPr>
          <p:nvPr/>
        </p:nvSpPr>
        <p:spPr bwMode="auto">
          <a:xfrm>
            <a:off x="2751110" y="1834641"/>
            <a:ext cx="23185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OA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Group 9"/>
          <p:cNvGrpSpPr>
            <a:grpSpLocks noChangeAspect="1"/>
          </p:cNvGrpSpPr>
          <p:nvPr/>
        </p:nvGrpSpPr>
        <p:grpSpPr bwMode="auto">
          <a:xfrm>
            <a:off x="2411413" y="920750"/>
            <a:ext cx="1000125" cy="831850"/>
            <a:chOff x="1519" y="580"/>
            <a:chExt cx="630" cy="524"/>
          </a:xfrm>
        </p:grpSpPr>
        <p:sp>
          <p:nvSpPr>
            <p:cNvPr id="16" name="AutoShape 8"/>
            <p:cNvSpPr>
              <a:spLocks noChangeAspect="1" noChangeArrowheads="1" noTextEdit="1"/>
            </p:cNvSpPr>
            <p:nvPr/>
          </p:nvSpPr>
          <p:spPr bwMode="auto">
            <a:xfrm>
              <a:off x="1519" y="580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auto">
            <a:xfrm>
              <a:off x="1522" y="580"/>
              <a:ext cx="625" cy="522"/>
            </a:xfrm>
            <a:custGeom>
              <a:avLst/>
              <a:gdLst>
                <a:gd name="T0" fmla="*/ 262 w 262"/>
                <a:gd name="T1" fmla="*/ 195 h 218"/>
                <a:gd name="T2" fmla="*/ 239 w 262"/>
                <a:gd name="T3" fmla="*/ 218 h 218"/>
                <a:gd name="T4" fmla="*/ 23 w 262"/>
                <a:gd name="T5" fmla="*/ 218 h 218"/>
                <a:gd name="T6" fmla="*/ 0 w 262"/>
                <a:gd name="T7" fmla="*/ 195 h 218"/>
                <a:gd name="T8" fmla="*/ 0 w 262"/>
                <a:gd name="T9" fmla="*/ 24 h 218"/>
                <a:gd name="T10" fmla="*/ 23 w 262"/>
                <a:gd name="T11" fmla="*/ 0 h 218"/>
                <a:gd name="T12" fmla="*/ 239 w 262"/>
                <a:gd name="T13" fmla="*/ 0 h 218"/>
                <a:gd name="T14" fmla="*/ 262 w 262"/>
                <a:gd name="T15" fmla="*/ 24 h 218"/>
                <a:gd name="T16" fmla="*/ 262 w 262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" h="218">
                  <a:moveTo>
                    <a:pt x="262" y="195"/>
                  </a:moveTo>
                  <a:cubicBezTo>
                    <a:pt x="262" y="208"/>
                    <a:pt x="252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2" y="0"/>
                    <a:pt x="262" y="10"/>
                    <a:pt x="262" y="24"/>
                  </a:cubicBezTo>
                  <a:cubicBezTo>
                    <a:pt x="262" y="195"/>
                    <a:pt x="262" y="195"/>
                    <a:pt x="262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1"/>
            <p:cNvSpPr>
              <a:spLocks/>
            </p:cNvSpPr>
            <p:nvPr/>
          </p:nvSpPr>
          <p:spPr bwMode="auto">
            <a:xfrm>
              <a:off x="1677" y="659"/>
              <a:ext cx="315" cy="366"/>
            </a:xfrm>
            <a:custGeom>
              <a:avLst/>
              <a:gdLst>
                <a:gd name="T0" fmla="*/ 0 w 315"/>
                <a:gd name="T1" fmla="*/ 0 h 366"/>
                <a:gd name="T2" fmla="*/ 0 w 315"/>
                <a:gd name="T3" fmla="*/ 366 h 366"/>
                <a:gd name="T4" fmla="*/ 315 w 315"/>
                <a:gd name="T5" fmla="*/ 182 h 366"/>
                <a:gd name="T6" fmla="*/ 0 w 315"/>
                <a:gd name="T7" fmla="*/ 0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" h="366">
                  <a:moveTo>
                    <a:pt x="0" y="0"/>
                  </a:moveTo>
                  <a:lnTo>
                    <a:pt x="0" y="366"/>
                  </a:lnTo>
                  <a:lnTo>
                    <a:pt x="315" y="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Group 14"/>
          <p:cNvGrpSpPr>
            <a:grpSpLocks noChangeAspect="1"/>
          </p:cNvGrpSpPr>
          <p:nvPr/>
        </p:nvGrpSpPr>
        <p:grpSpPr bwMode="auto">
          <a:xfrm>
            <a:off x="4106026" y="920614"/>
            <a:ext cx="1000125" cy="831850"/>
            <a:chOff x="2565" y="1898"/>
            <a:chExt cx="630" cy="524"/>
          </a:xfrm>
        </p:grpSpPr>
        <p:sp>
          <p:nvSpPr>
            <p:cNvPr id="22" name="AutoShape 13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2565" y="1898"/>
              <a:ext cx="628" cy="522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6"/>
            <p:cNvSpPr>
              <a:spLocks noEditPoints="1"/>
            </p:cNvSpPr>
            <p:nvPr/>
          </p:nvSpPr>
          <p:spPr bwMode="auto">
            <a:xfrm>
              <a:off x="2658" y="2018"/>
              <a:ext cx="442" cy="359"/>
            </a:xfrm>
            <a:custGeom>
              <a:avLst/>
              <a:gdLst>
                <a:gd name="T0" fmla="*/ 25 w 185"/>
                <a:gd name="T1" fmla="*/ 5 h 150"/>
                <a:gd name="T2" fmla="*/ 3 w 185"/>
                <a:gd name="T3" fmla="*/ 108 h 150"/>
                <a:gd name="T4" fmla="*/ 0 w 185"/>
                <a:gd name="T5" fmla="*/ 123 h 150"/>
                <a:gd name="T6" fmla="*/ 0 w 185"/>
                <a:gd name="T7" fmla="*/ 123 h 150"/>
                <a:gd name="T8" fmla="*/ 0 w 185"/>
                <a:gd name="T9" fmla="*/ 127 h 150"/>
                <a:gd name="T10" fmla="*/ 24 w 185"/>
                <a:gd name="T11" fmla="*/ 150 h 150"/>
                <a:gd name="T12" fmla="*/ 161 w 185"/>
                <a:gd name="T13" fmla="*/ 150 h 150"/>
                <a:gd name="T14" fmla="*/ 185 w 185"/>
                <a:gd name="T15" fmla="*/ 127 h 150"/>
                <a:gd name="T16" fmla="*/ 185 w 185"/>
                <a:gd name="T17" fmla="*/ 123 h 150"/>
                <a:gd name="T18" fmla="*/ 185 w 185"/>
                <a:gd name="T19" fmla="*/ 123 h 150"/>
                <a:gd name="T20" fmla="*/ 181 w 185"/>
                <a:gd name="T21" fmla="*/ 104 h 150"/>
                <a:gd name="T22" fmla="*/ 173 w 185"/>
                <a:gd name="T23" fmla="*/ 64 h 150"/>
                <a:gd name="T24" fmla="*/ 160 w 185"/>
                <a:gd name="T25" fmla="*/ 5 h 150"/>
                <a:gd name="T26" fmla="*/ 159 w 185"/>
                <a:gd name="T27" fmla="*/ 0 h 150"/>
                <a:gd name="T28" fmla="*/ 26 w 185"/>
                <a:gd name="T29" fmla="*/ 0 h 150"/>
                <a:gd name="T30" fmla="*/ 25 w 185"/>
                <a:gd name="T31" fmla="*/ 5 h 150"/>
                <a:gd name="T32" fmla="*/ 150 w 185"/>
                <a:gd name="T33" fmla="*/ 11 h 150"/>
                <a:gd name="T34" fmla="*/ 174 w 185"/>
                <a:gd name="T35" fmla="*/ 125 h 150"/>
                <a:gd name="T36" fmla="*/ 174 w 185"/>
                <a:gd name="T37" fmla="*/ 125 h 150"/>
                <a:gd name="T38" fmla="*/ 174 w 185"/>
                <a:gd name="T39" fmla="*/ 127 h 150"/>
                <a:gd name="T40" fmla="*/ 161 w 185"/>
                <a:gd name="T41" fmla="*/ 139 h 150"/>
                <a:gd name="T42" fmla="*/ 24 w 185"/>
                <a:gd name="T43" fmla="*/ 139 h 150"/>
                <a:gd name="T44" fmla="*/ 11 w 185"/>
                <a:gd name="T45" fmla="*/ 127 h 150"/>
                <a:gd name="T46" fmla="*/ 11 w 185"/>
                <a:gd name="T47" fmla="*/ 125 h 150"/>
                <a:gd name="T48" fmla="*/ 35 w 185"/>
                <a:gd name="T49" fmla="*/ 11 h 150"/>
                <a:gd name="T50" fmla="*/ 150 w 185"/>
                <a:gd name="T51" fmla="*/ 11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5" h="150">
                  <a:moveTo>
                    <a:pt x="25" y="5"/>
                  </a:moveTo>
                  <a:cubicBezTo>
                    <a:pt x="12" y="66"/>
                    <a:pt x="6" y="95"/>
                    <a:pt x="3" y="108"/>
                  </a:cubicBezTo>
                  <a:cubicBezTo>
                    <a:pt x="1" y="117"/>
                    <a:pt x="0" y="121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6"/>
                    <a:pt x="0" y="127"/>
                  </a:cubicBezTo>
                  <a:cubicBezTo>
                    <a:pt x="0" y="140"/>
                    <a:pt x="11" y="150"/>
                    <a:pt x="24" y="150"/>
                  </a:cubicBezTo>
                  <a:cubicBezTo>
                    <a:pt x="161" y="150"/>
                    <a:pt x="161" y="150"/>
                    <a:pt x="161" y="150"/>
                  </a:cubicBezTo>
                  <a:cubicBezTo>
                    <a:pt x="174" y="150"/>
                    <a:pt x="185" y="140"/>
                    <a:pt x="185" y="127"/>
                  </a:cubicBezTo>
                  <a:cubicBezTo>
                    <a:pt x="185" y="125"/>
                    <a:pt x="185" y="124"/>
                    <a:pt x="185" y="123"/>
                  </a:cubicBezTo>
                  <a:cubicBezTo>
                    <a:pt x="185" y="123"/>
                    <a:pt x="185" y="123"/>
                    <a:pt x="185" y="123"/>
                  </a:cubicBezTo>
                  <a:cubicBezTo>
                    <a:pt x="185" y="121"/>
                    <a:pt x="183" y="115"/>
                    <a:pt x="181" y="104"/>
                  </a:cubicBezTo>
                  <a:cubicBezTo>
                    <a:pt x="179" y="93"/>
                    <a:pt x="176" y="79"/>
                    <a:pt x="173" y="64"/>
                  </a:cubicBezTo>
                  <a:cubicBezTo>
                    <a:pt x="166" y="34"/>
                    <a:pt x="160" y="5"/>
                    <a:pt x="160" y="5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26" y="0"/>
                    <a:pt x="26" y="0"/>
                    <a:pt x="26" y="0"/>
                  </a:cubicBezTo>
                  <a:lnTo>
                    <a:pt x="25" y="5"/>
                  </a:lnTo>
                  <a:close/>
                  <a:moveTo>
                    <a:pt x="150" y="11"/>
                  </a:moveTo>
                  <a:cubicBezTo>
                    <a:pt x="160" y="56"/>
                    <a:pt x="173" y="120"/>
                    <a:pt x="174" y="125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4" y="126"/>
                    <a:pt x="174" y="126"/>
                    <a:pt x="174" y="127"/>
                  </a:cubicBezTo>
                  <a:cubicBezTo>
                    <a:pt x="174" y="134"/>
                    <a:pt x="168" y="139"/>
                    <a:pt x="161" y="139"/>
                  </a:cubicBezTo>
                  <a:cubicBezTo>
                    <a:pt x="24" y="139"/>
                    <a:pt x="24" y="139"/>
                    <a:pt x="24" y="139"/>
                  </a:cubicBezTo>
                  <a:cubicBezTo>
                    <a:pt x="17" y="139"/>
                    <a:pt x="11" y="134"/>
                    <a:pt x="11" y="127"/>
                  </a:cubicBezTo>
                  <a:cubicBezTo>
                    <a:pt x="11" y="126"/>
                    <a:pt x="11" y="125"/>
                    <a:pt x="11" y="125"/>
                  </a:cubicBezTo>
                  <a:cubicBezTo>
                    <a:pt x="11" y="124"/>
                    <a:pt x="13" y="114"/>
                    <a:pt x="35" y="11"/>
                  </a:cubicBezTo>
                  <a:lnTo>
                    <a:pt x="150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7"/>
            <p:cNvSpPr>
              <a:spLocks noEditPoints="1"/>
            </p:cNvSpPr>
            <p:nvPr/>
          </p:nvSpPr>
          <p:spPr bwMode="auto">
            <a:xfrm>
              <a:off x="2713" y="2063"/>
              <a:ext cx="336" cy="232"/>
            </a:xfrm>
            <a:custGeom>
              <a:avLst/>
              <a:gdLst>
                <a:gd name="T0" fmla="*/ 286 w 336"/>
                <a:gd name="T1" fmla="*/ 0 h 232"/>
                <a:gd name="T2" fmla="*/ 43 w 336"/>
                <a:gd name="T3" fmla="*/ 3 h 232"/>
                <a:gd name="T4" fmla="*/ 0 w 336"/>
                <a:gd name="T5" fmla="*/ 232 h 232"/>
                <a:gd name="T6" fmla="*/ 336 w 336"/>
                <a:gd name="T7" fmla="*/ 232 h 232"/>
                <a:gd name="T8" fmla="*/ 286 w 336"/>
                <a:gd name="T9" fmla="*/ 0 h 232"/>
                <a:gd name="T10" fmla="*/ 55 w 336"/>
                <a:gd name="T11" fmla="*/ 14 h 232"/>
                <a:gd name="T12" fmla="*/ 277 w 336"/>
                <a:gd name="T13" fmla="*/ 14 h 232"/>
                <a:gd name="T14" fmla="*/ 322 w 336"/>
                <a:gd name="T15" fmla="*/ 218 h 232"/>
                <a:gd name="T16" fmla="*/ 17 w 336"/>
                <a:gd name="T17" fmla="*/ 218 h 232"/>
                <a:gd name="T18" fmla="*/ 55 w 336"/>
                <a:gd name="T19" fmla="*/ 1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6" h="232">
                  <a:moveTo>
                    <a:pt x="286" y="0"/>
                  </a:moveTo>
                  <a:lnTo>
                    <a:pt x="43" y="3"/>
                  </a:lnTo>
                  <a:lnTo>
                    <a:pt x="0" y="232"/>
                  </a:lnTo>
                  <a:lnTo>
                    <a:pt x="336" y="232"/>
                  </a:lnTo>
                  <a:lnTo>
                    <a:pt x="286" y="0"/>
                  </a:lnTo>
                  <a:close/>
                  <a:moveTo>
                    <a:pt x="55" y="14"/>
                  </a:moveTo>
                  <a:lnTo>
                    <a:pt x="277" y="14"/>
                  </a:lnTo>
                  <a:lnTo>
                    <a:pt x="322" y="218"/>
                  </a:lnTo>
                  <a:lnTo>
                    <a:pt x="17" y="218"/>
                  </a:lnTo>
                  <a:lnTo>
                    <a:pt x="55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auto">
            <a:xfrm>
              <a:off x="3006" y="2314"/>
              <a:ext cx="22" cy="20"/>
            </a:xfrm>
            <a:custGeom>
              <a:avLst/>
              <a:gdLst>
                <a:gd name="T0" fmla="*/ 0 w 9"/>
                <a:gd name="T1" fmla="*/ 8 h 8"/>
                <a:gd name="T2" fmla="*/ 9 w 9"/>
                <a:gd name="T3" fmla="*/ 8 h 8"/>
                <a:gd name="T4" fmla="*/ 9 w 9"/>
                <a:gd name="T5" fmla="*/ 0 h 8"/>
                <a:gd name="T6" fmla="*/ 0 w 9"/>
                <a:gd name="T7" fmla="*/ 0 h 8"/>
                <a:gd name="T8" fmla="*/ 0 w 9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0" y="8"/>
                  </a:moveTo>
                  <a:cubicBezTo>
                    <a:pt x="0" y="8"/>
                    <a:pt x="0" y="8"/>
                    <a:pt x="9" y="8"/>
                  </a:cubicBezTo>
                  <a:cubicBezTo>
                    <a:pt x="9" y="8"/>
                    <a:pt x="9" y="8"/>
                    <a:pt x="9" y="0"/>
                  </a:cubicBezTo>
                  <a:cubicBezTo>
                    <a:pt x="9" y="0"/>
                    <a:pt x="9" y="0"/>
                    <a:pt x="0" y="0"/>
                  </a:cubicBezTo>
                  <a:cubicBezTo>
                    <a:pt x="0" y="0"/>
                    <a:pt x="0" y="0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9"/>
            <p:cNvSpPr>
              <a:spLocks/>
            </p:cNvSpPr>
            <p:nvPr/>
          </p:nvSpPr>
          <p:spPr bwMode="auto">
            <a:xfrm>
              <a:off x="2961" y="2314"/>
              <a:ext cx="24" cy="20"/>
            </a:xfrm>
            <a:custGeom>
              <a:avLst/>
              <a:gdLst>
                <a:gd name="T0" fmla="*/ 0 w 10"/>
                <a:gd name="T1" fmla="*/ 8 h 8"/>
                <a:gd name="T2" fmla="*/ 10 w 10"/>
                <a:gd name="T3" fmla="*/ 8 h 8"/>
                <a:gd name="T4" fmla="*/ 10 w 10"/>
                <a:gd name="T5" fmla="*/ 0 h 8"/>
                <a:gd name="T6" fmla="*/ 0 w 10"/>
                <a:gd name="T7" fmla="*/ 0 h 8"/>
                <a:gd name="T8" fmla="*/ 0 w 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8">
                  <a:moveTo>
                    <a:pt x="0" y="8"/>
                  </a:moveTo>
                  <a:cubicBezTo>
                    <a:pt x="0" y="8"/>
                    <a:pt x="0" y="8"/>
                    <a:pt x="10" y="8"/>
                  </a:cubicBezTo>
                  <a:cubicBezTo>
                    <a:pt x="10" y="8"/>
                    <a:pt x="10" y="8"/>
                    <a:pt x="10" y="0"/>
                  </a:cubicBezTo>
                  <a:cubicBezTo>
                    <a:pt x="10" y="0"/>
                    <a:pt x="10" y="0"/>
                    <a:pt x="0" y="0"/>
                  </a:cubicBezTo>
                  <a:cubicBezTo>
                    <a:pt x="0" y="0"/>
                    <a:pt x="0" y="0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0"/>
            <p:cNvSpPr>
              <a:spLocks/>
            </p:cNvSpPr>
            <p:nvPr/>
          </p:nvSpPr>
          <p:spPr bwMode="auto">
            <a:xfrm>
              <a:off x="2918" y="2314"/>
              <a:ext cx="22" cy="20"/>
            </a:xfrm>
            <a:custGeom>
              <a:avLst/>
              <a:gdLst>
                <a:gd name="T0" fmla="*/ 0 w 9"/>
                <a:gd name="T1" fmla="*/ 8 h 8"/>
                <a:gd name="T2" fmla="*/ 9 w 9"/>
                <a:gd name="T3" fmla="*/ 8 h 8"/>
                <a:gd name="T4" fmla="*/ 9 w 9"/>
                <a:gd name="T5" fmla="*/ 0 h 8"/>
                <a:gd name="T6" fmla="*/ 0 w 9"/>
                <a:gd name="T7" fmla="*/ 0 h 8"/>
                <a:gd name="T8" fmla="*/ 0 w 9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0" y="8"/>
                  </a:moveTo>
                  <a:cubicBezTo>
                    <a:pt x="0" y="8"/>
                    <a:pt x="0" y="8"/>
                    <a:pt x="9" y="8"/>
                  </a:cubicBezTo>
                  <a:cubicBezTo>
                    <a:pt x="9" y="8"/>
                    <a:pt x="9" y="8"/>
                    <a:pt x="9" y="0"/>
                  </a:cubicBezTo>
                  <a:cubicBezTo>
                    <a:pt x="9" y="0"/>
                    <a:pt x="9" y="0"/>
                    <a:pt x="0" y="0"/>
                  </a:cubicBezTo>
                  <a:cubicBezTo>
                    <a:pt x="0" y="0"/>
                    <a:pt x="0" y="0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1"/>
            <p:cNvSpPr>
              <a:spLocks noEditPoints="1"/>
            </p:cNvSpPr>
            <p:nvPr/>
          </p:nvSpPr>
          <p:spPr bwMode="auto">
            <a:xfrm>
              <a:off x="2775" y="2092"/>
              <a:ext cx="196" cy="172"/>
            </a:xfrm>
            <a:custGeom>
              <a:avLst/>
              <a:gdLst>
                <a:gd name="T0" fmla="*/ 79 w 82"/>
                <a:gd name="T1" fmla="*/ 19 h 72"/>
                <a:gd name="T2" fmla="*/ 77 w 82"/>
                <a:gd name="T3" fmla="*/ 20 h 72"/>
                <a:gd name="T4" fmla="*/ 66 w 82"/>
                <a:gd name="T5" fmla="*/ 28 h 72"/>
                <a:gd name="T6" fmla="*/ 57 w 82"/>
                <a:gd name="T7" fmla="*/ 26 h 72"/>
                <a:gd name="T8" fmla="*/ 57 w 82"/>
                <a:gd name="T9" fmla="*/ 17 h 72"/>
                <a:gd name="T10" fmla="*/ 68 w 82"/>
                <a:gd name="T11" fmla="*/ 8 h 72"/>
                <a:gd name="T12" fmla="*/ 69 w 82"/>
                <a:gd name="T13" fmla="*/ 6 h 72"/>
                <a:gd name="T14" fmla="*/ 67 w 82"/>
                <a:gd name="T15" fmla="*/ 4 h 72"/>
                <a:gd name="T16" fmla="*/ 44 w 82"/>
                <a:gd name="T17" fmla="*/ 6 h 72"/>
                <a:gd name="T18" fmla="*/ 36 w 82"/>
                <a:gd name="T19" fmla="*/ 27 h 72"/>
                <a:gd name="T20" fmla="*/ 19 w 82"/>
                <a:gd name="T21" fmla="*/ 42 h 72"/>
                <a:gd name="T22" fmla="*/ 7 w 82"/>
                <a:gd name="T23" fmla="*/ 45 h 72"/>
                <a:gd name="T24" fmla="*/ 1 w 82"/>
                <a:gd name="T25" fmla="*/ 55 h 72"/>
                <a:gd name="T26" fmla="*/ 4 w 82"/>
                <a:gd name="T27" fmla="*/ 66 h 72"/>
                <a:gd name="T28" fmla="*/ 16 w 82"/>
                <a:gd name="T29" fmla="*/ 72 h 72"/>
                <a:gd name="T30" fmla="*/ 25 w 82"/>
                <a:gd name="T31" fmla="*/ 68 h 72"/>
                <a:gd name="T32" fmla="*/ 30 w 82"/>
                <a:gd name="T33" fmla="*/ 59 h 72"/>
                <a:gd name="T34" fmla="*/ 50 w 82"/>
                <a:gd name="T35" fmla="*/ 46 h 72"/>
                <a:gd name="T36" fmla="*/ 58 w 82"/>
                <a:gd name="T37" fmla="*/ 47 h 72"/>
                <a:gd name="T38" fmla="*/ 58 w 82"/>
                <a:gd name="T39" fmla="*/ 47 h 72"/>
                <a:gd name="T40" fmla="*/ 72 w 82"/>
                <a:gd name="T41" fmla="*/ 43 h 72"/>
                <a:gd name="T42" fmla="*/ 81 w 82"/>
                <a:gd name="T43" fmla="*/ 22 h 72"/>
                <a:gd name="T44" fmla="*/ 79 w 82"/>
                <a:gd name="T45" fmla="*/ 19 h 72"/>
                <a:gd name="T46" fmla="*/ 69 w 82"/>
                <a:gd name="T47" fmla="*/ 38 h 72"/>
                <a:gd name="T48" fmla="*/ 58 w 82"/>
                <a:gd name="T49" fmla="*/ 42 h 72"/>
                <a:gd name="T50" fmla="*/ 51 w 82"/>
                <a:gd name="T51" fmla="*/ 40 h 72"/>
                <a:gd name="T52" fmla="*/ 48 w 82"/>
                <a:gd name="T53" fmla="*/ 41 h 72"/>
                <a:gd name="T54" fmla="*/ 26 w 82"/>
                <a:gd name="T55" fmla="*/ 55 h 72"/>
                <a:gd name="T56" fmla="*/ 25 w 82"/>
                <a:gd name="T57" fmla="*/ 57 h 72"/>
                <a:gd name="T58" fmla="*/ 21 w 82"/>
                <a:gd name="T59" fmla="*/ 64 h 72"/>
                <a:gd name="T60" fmla="*/ 16 w 82"/>
                <a:gd name="T61" fmla="*/ 66 h 72"/>
                <a:gd name="T62" fmla="*/ 8 w 82"/>
                <a:gd name="T63" fmla="*/ 62 h 72"/>
                <a:gd name="T64" fmla="*/ 6 w 82"/>
                <a:gd name="T65" fmla="*/ 55 h 72"/>
                <a:gd name="T66" fmla="*/ 10 w 82"/>
                <a:gd name="T67" fmla="*/ 49 h 72"/>
                <a:gd name="T68" fmla="*/ 16 w 82"/>
                <a:gd name="T69" fmla="*/ 47 h 72"/>
                <a:gd name="T70" fmla="*/ 18 w 82"/>
                <a:gd name="T71" fmla="*/ 48 h 72"/>
                <a:gd name="T72" fmla="*/ 21 w 82"/>
                <a:gd name="T73" fmla="*/ 47 h 72"/>
                <a:gd name="T74" fmla="*/ 40 w 82"/>
                <a:gd name="T75" fmla="*/ 30 h 72"/>
                <a:gd name="T76" fmla="*/ 41 w 82"/>
                <a:gd name="T77" fmla="*/ 28 h 72"/>
                <a:gd name="T78" fmla="*/ 48 w 82"/>
                <a:gd name="T79" fmla="*/ 11 h 72"/>
                <a:gd name="T80" fmla="*/ 60 w 82"/>
                <a:gd name="T81" fmla="*/ 7 h 72"/>
                <a:gd name="T82" fmla="*/ 52 w 82"/>
                <a:gd name="T83" fmla="*/ 13 h 72"/>
                <a:gd name="T84" fmla="*/ 51 w 82"/>
                <a:gd name="T85" fmla="*/ 15 h 72"/>
                <a:gd name="T86" fmla="*/ 52 w 82"/>
                <a:gd name="T87" fmla="*/ 28 h 72"/>
                <a:gd name="T88" fmla="*/ 54 w 82"/>
                <a:gd name="T89" fmla="*/ 30 h 72"/>
                <a:gd name="T90" fmla="*/ 65 w 82"/>
                <a:gd name="T91" fmla="*/ 34 h 72"/>
                <a:gd name="T92" fmla="*/ 68 w 82"/>
                <a:gd name="T93" fmla="*/ 33 h 72"/>
                <a:gd name="T94" fmla="*/ 75 w 82"/>
                <a:gd name="T95" fmla="*/ 28 h 72"/>
                <a:gd name="T96" fmla="*/ 69 w 82"/>
                <a:gd name="T97" fmla="*/ 3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2">
                  <a:moveTo>
                    <a:pt x="79" y="19"/>
                  </a:moveTo>
                  <a:cubicBezTo>
                    <a:pt x="78" y="19"/>
                    <a:pt x="77" y="19"/>
                    <a:pt x="77" y="20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9" y="8"/>
                    <a:pt x="69" y="7"/>
                    <a:pt x="69" y="6"/>
                  </a:cubicBezTo>
                  <a:cubicBezTo>
                    <a:pt x="69" y="5"/>
                    <a:pt x="68" y="4"/>
                    <a:pt x="67" y="4"/>
                  </a:cubicBezTo>
                  <a:cubicBezTo>
                    <a:pt x="60" y="0"/>
                    <a:pt x="51" y="1"/>
                    <a:pt x="44" y="6"/>
                  </a:cubicBezTo>
                  <a:cubicBezTo>
                    <a:pt x="38" y="11"/>
                    <a:pt x="35" y="19"/>
                    <a:pt x="36" y="27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4" y="41"/>
                    <a:pt x="10" y="42"/>
                    <a:pt x="7" y="45"/>
                  </a:cubicBezTo>
                  <a:cubicBezTo>
                    <a:pt x="3" y="47"/>
                    <a:pt x="1" y="51"/>
                    <a:pt x="1" y="55"/>
                  </a:cubicBezTo>
                  <a:cubicBezTo>
                    <a:pt x="0" y="59"/>
                    <a:pt x="1" y="62"/>
                    <a:pt x="4" y="66"/>
                  </a:cubicBezTo>
                  <a:cubicBezTo>
                    <a:pt x="7" y="69"/>
                    <a:pt x="11" y="72"/>
                    <a:pt x="16" y="72"/>
                  </a:cubicBezTo>
                  <a:cubicBezTo>
                    <a:pt x="19" y="72"/>
                    <a:pt x="22" y="70"/>
                    <a:pt x="25" y="68"/>
                  </a:cubicBezTo>
                  <a:cubicBezTo>
                    <a:pt x="28" y="66"/>
                    <a:pt x="30" y="63"/>
                    <a:pt x="30" y="59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3" y="47"/>
                    <a:pt x="55" y="47"/>
                    <a:pt x="58" y="47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63" y="47"/>
                    <a:pt x="68" y="46"/>
                    <a:pt x="72" y="43"/>
                  </a:cubicBezTo>
                  <a:cubicBezTo>
                    <a:pt x="79" y="38"/>
                    <a:pt x="82" y="30"/>
                    <a:pt x="81" y="22"/>
                  </a:cubicBezTo>
                  <a:cubicBezTo>
                    <a:pt x="81" y="21"/>
                    <a:pt x="80" y="20"/>
                    <a:pt x="79" y="19"/>
                  </a:cubicBezTo>
                  <a:close/>
                  <a:moveTo>
                    <a:pt x="69" y="38"/>
                  </a:moveTo>
                  <a:cubicBezTo>
                    <a:pt x="66" y="41"/>
                    <a:pt x="62" y="42"/>
                    <a:pt x="58" y="42"/>
                  </a:cubicBezTo>
                  <a:cubicBezTo>
                    <a:pt x="56" y="42"/>
                    <a:pt x="53" y="41"/>
                    <a:pt x="51" y="40"/>
                  </a:cubicBezTo>
                  <a:cubicBezTo>
                    <a:pt x="50" y="40"/>
                    <a:pt x="49" y="40"/>
                    <a:pt x="48" y="41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5" y="55"/>
                    <a:pt x="25" y="56"/>
                    <a:pt x="25" y="57"/>
                  </a:cubicBezTo>
                  <a:cubicBezTo>
                    <a:pt x="25" y="60"/>
                    <a:pt x="24" y="62"/>
                    <a:pt x="21" y="64"/>
                  </a:cubicBezTo>
                  <a:cubicBezTo>
                    <a:pt x="20" y="65"/>
                    <a:pt x="18" y="66"/>
                    <a:pt x="16" y="66"/>
                  </a:cubicBezTo>
                  <a:cubicBezTo>
                    <a:pt x="13" y="66"/>
                    <a:pt x="10" y="65"/>
                    <a:pt x="8" y="62"/>
                  </a:cubicBezTo>
                  <a:cubicBezTo>
                    <a:pt x="7" y="60"/>
                    <a:pt x="6" y="58"/>
                    <a:pt x="6" y="55"/>
                  </a:cubicBezTo>
                  <a:cubicBezTo>
                    <a:pt x="7" y="53"/>
                    <a:pt x="8" y="51"/>
                    <a:pt x="10" y="49"/>
                  </a:cubicBezTo>
                  <a:cubicBezTo>
                    <a:pt x="12" y="48"/>
                    <a:pt x="14" y="47"/>
                    <a:pt x="16" y="47"/>
                  </a:cubicBezTo>
                  <a:cubicBezTo>
                    <a:pt x="17" y="47"/>
                    <a:pt x="18" y="47"/>
                    <a:pt x="18" y="48"/>
                  </a:cubicBezTo>
                  <a:cubicBezTo>
                    <a:pt x="19" y="48"/>
                    <a:pt x="20" y="48"/>
                    <a:pt x="21" y="47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30"/>
                    <a:pt x="41" y="29"/>
                    <a:pt x="41" y="28"/>
                  </a:cubicBezTo>
                  <a:cubicBezTo>
                    <a:pt x="40" y="21"/>
                    <a:pt x="43" y="15"/>
                    <a:pt x="48" y="11"/>
                  </a:cubicBezTo>
                  <a:cubicBezTo>
                    <a:pt x="51" y="8"/>
                    <a:pt x="56" y="7"/>
                    <a:pt x="60" y="7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4"/>
                    <a:pt x="51" y="14"/>
                    <a:pt x="51" y="15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2" y="29"/>
                    <a:pt x="52" y="30"/>
                    <a:pt x="54" y="30"/>
                  </a:cubicBezTo>
                  <a:cubicBezTo>
                    <a:pt x="65" y="34"/>
                    <a:pt x="65" y="34"/>
                    <a:pt x="65" y="34"/>
                  </a:cubicBezTo>
                  <a:cubicBezTo>
                    <a:pt x="66" y="34"/>
                    <a:pt x="67" y="34"/>
                    <a:pt x="68" y="33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32"/>
                    <a:pt x="72" y="36"/>
                    <a:pt x="69" y="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2"/>
            <p:cNvSpPr>
              <a:spLocks/>
            </p:cNvSpPr>
            <p:nvPr/>
          </p:nvSpPr>
          <p:spPr bwMode="auto">
            <a:xfrm>
              <a:off x="2801" y="2216"/>
              <a:ext cx="22" cy="24"/>
            </a:xfrm>
            <a:custGeom>
              <a:avLst/>
              <a:gdLst>
                <a:gd name="T0" fmla="*/ 2 w 9"/>
                <a:gd name="T1" fmla="*/ 2 h 10"/>
                <a:gd name="T2" fmla="*/ 1 w 9"/>
                <a:gd name="T3" fmla="*/ 8 h 10"/>
                <a:gd name="T4" fmla="*/ 7 w 9"/>
                <a:gd name="T5" fmla="*/ 8 h 10"/>
                <a:gd name="T6" fmla="*/ 8 w 9"/>
                <a:gd name="T7" fmla="*/ 2 h 10"/>
                <a:gd name="T8" fmla="*/ 2 w 9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2" y="2"/>
                  </a:moveTo>
                  <a:cubicBezTo>
                    <a:pt x="0" y="3"/>
                    <a:pt x="0" y="6"/>
                    <a:pt x="1" y="8"/>
                  </a:cubicBezTo>
                  <a:cubicBezTo>
                    <a:pt x="3" y="9"/>
                    <a:pt x="5" y="10"/>
                    <a:pt x="7" y="8"/>
                  </a:cubicBezTo>
                  <a:cubicBezTo>
                    <a:pt x="9" y="7"/>
                    <a:pt x="9" y="4"/>
                    <a:pt x="8" y="2"/>
                  </a:cubicBezTo>
                  <a:cubicBezTo>
                    <a:pt x="7" y="1"/>
                    <a:pt x="4" y="0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3"/>
            <p:cNvSpPr>
              <a:spLocks/>
            </p:cNvSpPr>
            <p:nvPr/>
          </p:nvSpPr>
          <p:spPr bwMode="auto">
            <a:xfrm>
              <a:off x="2794" y="1943"/>
              <a:ext cx="45" cy="44"/>
            </a:xfrm>
            <a:custGeom>
              <a:avLst/>
              <a:gdLst>
                <a:gd name="T0" fmla="*/ 19 w 19"/>
                <a:gd name="T1" fmla="*/ 0 h 18"/>
                <a:gd name="T2" fmla="*/ 13 w 19"/>
                <a:gd name="T3" fmla="*/ 0 h 18"/>
                <a:gd name="T4" fmla="*/ 10 w 19"/>
                <a:gd name="T5" fmla="*/ 11 h 18"/>
                <a:gd name="T6" fmla="*/ 9 w 19"/>
                <a:gd name="T7" fmla="*/ 14 h 18"/>
                <a:gd name="T8" fmla="*/ 9 w 19"/>
                <a:gd name="T9" fmla="*/ 14 h 18"/>
                <a:gd name="T10" fmla="*/ 9 w 19"/>
                <a:gd name="T11" fmla="*/ 11 h 18"/>
                <a:gd name="T12" fmla="*/ 5 w 19"/>
                <a:gd name="T13" fmla="*/ 0 h 18"/>
                <a:gd name="T14" fmla="*/ 0 w 19"/>
                <a:gd name="T15" fmla="*/ 0 h 18"/>
                <a:gd name="T16" fmla="*/ 6 w 19"/>
                <a:gd name="T17" fmla="*/ 18 h 18"/>
                <a:gd name="T18" fmla="*/ 12 w 19"/>
                <a:gd name="T19" fmla="*/ 18 h 18"/>
                <a:gd name="T20" fmla="*/ 19 w 19"/>
                <a:gd name="T2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8">
                  <a:moveTo>
                    <a:pt x="19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2"/>
                    <a:pt x="9" y="13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3"/>
                    <a:pt x="9" y="12"/>
                    <a:pt x="9" y="1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4"/>
            <p:cNvSpPr>
              <a:spLocks/>
            </p:cNvSpPr>
            <p:nvPr/>
          </p:nvSpPr>
          <p:spPr bwMode="auto">
            <a:xfrm>
              <a:off x="2842" y="1922"/>
              <a:ext cx="14" cy="14"/>
            </a:xfrm>
            <a:custGeom>
              <a:avLst/>
              <a:gdLst>
                <a:gd name="T0" fmla="*/ 6 w 6"/>
                <a:gd name="T1" fmla="*/ 1 h 6"/>
                <a:gd name="T2" fmla="*/ 3 w 6"/>
                <a:gd name="T3" fmla="*/ 0 h 6"/>
                <a:gd name="T4" fmla="*/ 1 w 6"/>
                <a:gd name="T5" fmla="*/ 1 h 6"/>
                <a:gd name="T6" fmla="*/ 0 w 6"/>
                <a:gd name="T7" fmla="*/ 3 h 6"/>
                <a:gd name="T8" fmla="*/ 1 w 6"/>
                <a:gd name="T9" fmla="*/ 5 h 6"/>
                <a:gd name="T10" fmla="*/ 3 w 6"/>
                <a:gd name="T11" fmla="*/ 6 h 6"/>
                <a:gd name="T12" fmla="*/ 6 w 6"/>
                <a:gd name="T13" fmla="*/ 5 h 6"/>
                <a:gd name="T14" fmla="*/ 6 w 6"/>
                <a:gd name="T15" fmla="*/ 3 h 6"/>
                <a:gd name="T16" fmla="*/ 6 w 6"/>
                <a:gd name="T17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6" y="1"/>
                  </a:moveTo>
                  <a:cubicBezTo>
                    <a:pt x="5" y="1"/>
                    <a:pt x="4" y="0"/>
                    <a:pt x="3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3" y="6"/>
                    <a:pt x="3" y="6"/>
                  </a:cubicBezTo>
                  <a:cubicBezTo>
                    <a:pt x="4" y="6"/>
                    <a:pt x="5" y="6"/>
                    <a:pt x="6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2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Rectangle 25"/>
            <p:cNvSpPr>
              <a:spLocks noChangeArrowheads="1"/>
            </p:cNvSpPr>
            <p:nvPr/>
          </p:nvSpPr>
          <p:spPr bwMode="auto">
            <a:xfrm>
              <a:off x="2844" y="1943"/>
              <a:ext cx="12" cy="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26"/>
            <p:cNvSpPr>
              <a:spLocks noEditPoints="1"/>
            </p:cNvSpPr>
            <p:nvPr/>
          </p:nvSpPr>
          <p:spPr bwMode="auto">
            <a:xfrm>
              <a:off x="2866" y="1941"/>
              <a:ext cx="38" cy="46"/>
            </a:xfrm>
            <a:custGeom>
              <a:avLst/>
              <a:gdLst>
                <a:gd name="T0" fmla="*/ 16 w 16"/>
                <a:gd name="T1" fmla="*/ 9 h 19"/>
                <a:gd name="T2" fmla="*/ 14 w 16"/>
                <a:gd name="T3" fmla="*/ 3 h 19"/>
                <a:gd name="T4" fmla="*/ 8 w 16"/>
                <a:gd name="T5" fmla="*/ 0 h 19"/>
                <a:gd name="T6" fmla="*/ 2 w 16"/>
                <a:gd name="T7" fmla="*/ 3 h 19"/>
                <a:gd name="T8" fmla="*/ 0 w 16"/>
                <a:gd name="T9" fmla="*/ 10 h 19"/>
                <a:gd name="T10" fmla="*/ 2 w 16"/>
                <a:gd name="T11" fmla="*/ 17 h 19"/>
                <a:gd name="T12" fmla="*/ 9 w 16"/>
                <a:gd name="T13" fmla="*/ 19 h 19"/>
                <a:gd name="T14" fmla="*/ 15 w 16"/>
                <a:gd name="T15" fmla="*/ 18 h 19"/>
                <a:gd name="T16" fmla="*/ 15 w 16"/>
                <a:gd name="T17" fmla="*/ 14 h 19"/>
                <a:gd name="T18" fmla="*/ 10 w 16"/>
                <a:gd name="T19" fmla="*/ 15 h 19"/>
                <a:gd name="T20" fmla="*/ 5 w 16"/>
                <a:gd name="T21" fmla="*/ 11 h 19"/>
                <a:gd name="T22" fmla="*/ 16 w 16"/>
                <a:gd name="T23" fmla="*/ 11 h 19"/>
                <a:gd name="T24" fmla="*/ 16 w 16"/>
                <a:gd name="T25" fmla="*/ 9 h 19"/>
                <a:gd name="T26" fmla="*/ 5 w 16"/>
                <a:gd name="T27" fmla="*/ 8 h 19"/>
                <a:gd name="T28" fmla="*/ 6 w 16"/>
                <a:gd name="T29" fmla="*/ 5 h 19"/>
                <a:gd name="T30" fmla="*/ 8 w 16"/>
                <a:gd name="T31" fmla="*/ 4 h 19"/>
                <a:gd name="T32" fmla="*/ 12 w 16"/>
                <a:gd name="T33" fmla="*/ 8 h 19"/>
                <a:gd name="T34" fmla="*/ 5 w 16"/>
                <a:gd name="T35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19">
                  <a:moveTo>
                    <a:pt x="16" y="9"/>
                  </a:moveTo>
                  <a:cubicBezTo>
                    <a:pt x="16" y="6"/>
                    <a:pt x="16" y="4"/>
                    <a:pt x="14" y="3"/>
                  </a:cubicBezTo>
                  <a:cubicBezTo>
                    <a:pt x="13" y="1"/>
                    <a:pt x="11" y="0"/>
                    <a:pt x="8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0" y="5"/>
                    <a:pt x="0" y="7"/>
                    <a:pt x="0" y="10"/>
                  </a:cubicBezTo>
                  <a:cubicBezTo>
                    <a:pt x="0" y="13"/>
                    <a:pt x="0" y="15"/>
                    <a:pt x="2" y="17"/>
                  </a:cubicBezTo>
                  <a:cubicBezTo>
                    <a:pt x="4" y="18"/>
                    <a:pt x="6" y="19"/>
                    <a:pt x="9" y="19"/>
                  </a:cubicBezTo>
                  <a:cubicBezTo>
                    <a:pt x="11" y="19"/>
                    <a:pt x="13" y="19"/>
                    <a:pt x="15" y="18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3" y="15"/>
                    <a:pt x="12" y="15"/>
                    <a:pt x="10" y="15"/>
                  </a:cubicBezTo>
                  <a:cubicBezTo>
                    <a:pt x="7" y="15"/>
                    <a:pt x="5" y="14"/>
                    <a:pt x="5" y="11"/>
                  </a:cubicBezTo>
                  <a:cubicBezTo>
                    <a:pt x="16" y="11"/>
                    <a:pt x="16" y="11"/>
                    <a:pt x="16" y="11"/>
                  </a:cubicBezTo>
                  <a:lnTo>
                    <a:pt x="16" y="9"/>
                  </a:lnTo>
                  <a:close/>
                  <a:moveTo>
                    <a:pt x="5" y="8"/>
                  </a:moveTo>
                  <a:cubicBezTo>
                    <a:pt x="5" y="7"/>
                    <a:pt x="5" y="6"/>
                    <a:pt x="6" y="5"/>
                  </a:cubicBezTo>
                  <a:cubicBezTo>
                    <a:pt x="7" y="4"/>
                    <a:pt x="7" y="4"/>
                    <a:pt x="8" y="4"/>
                  </a:cubicBezTo>
                  <a:cubicBezTo>
                    <a:pt x="10" y="4"/>
                    <a:pt x="12" y="5"/>
                    <a:pt x="12" y="8"/>
                  </a:cubicBezTo>
                  <a:lnTo>
                    <a:pt x="5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27"/>
            <p:cNvSpPr>
              <a:spLocks/>
            </p:cNvSpPr>
            <p:nvPr/>
          </p:nvSpPr>
          <p:spPr bwMode="auto">
            <a:xfrm>
              <a:off x="2909" y="1943"/>
              <a:ext cx="64" cy="44"/>
            </a:xfrm>
            <a:custGeom>
              <a:avLst/>
              <a:gdLst>
                <a:gd name="T0" fmla="*/ 13 w 27"/>
                <a:gd name="T1" fmla="*/ 7 h 18"/>
                <a:gd name="T2" fmla="*/ 13 w 27"/>
                <a:gd name="T3" fmla="*/ 5 h 18"/>
                <a:gd name="T4" fmla="*/ 13 w 27"/>
                <a:gd name="T5" fmla="*/ 5 h 18"/>
                <a:gd name="T6" fmla="*/ 14 w 27"/>
                <a:gd name="T7" fmla="*/ 7 h 18"/>
                <a:gd name="T8" fmla="*/ 16 w 27"/>
                <a:gd name="T9" fmla="*/ 18 h 18"/>
                <a:gd name="T10" fmla="*/ 22 w 27"/>
                <a:gd name="T11" fmla="*/ 18 h 18"/>
                <a:gd name="T12" fmla="*/ 27 w 27"/>
                <a:gd name="T13" fmla="*/ 0 h 18"/>
                <a:gd name="T14" fmla="*/ 22 w 27"/>
                <a:gd name="T15" fmla="*/ 0 h 18"/>
                <a:gd name="T16" fmla="*/ 20 w 27"/>
                <a:gd name="T17" fmla="*/ 12 h 18"/>
                <a:gd name="T18" fmla="*/ 19 w 27"/>
                <a:gd name="T19" fmla="*/ 14 h 18"/>
                <a:gd name="T20" fmla="*/ 19 w 27"/>
                <a:gd name="T21" fmla="*/ 14 h 18"/>
                <a:gd name="T22" fmla="*/ 19 w 27"/>
                <a:gd name="T23" fmla="*/ 12 h 18"/>
                <a:gd name="T24" fmla="*/ 16 w 27"/>
                <a:gd name="T25" fmla="*/ 0 h 18"/>
                <a:gd name="T26" fmla="*/ 11 w 27"/>
                <a:gd name="T27" fmla="*/ 0 h 18"/>
                <a:gd name="T28" fmla="*/ 8 w 27"/>
                <a:gd name="T29" fmla="*/ 12 h 18"/>
                <a:gd name="T30" fmla="*/ 8 w 27"/>
                <a:gd name="T31" fmla="*/ 14 h 18"/>
                <a:gd name="T32" fmla="*/ 8 w 27"/>
                <a:gd name="T33" fmla="*/ 14 h 18"/>
                <a:gd name="T34" fmla="*/ 8 w 27"/>
                <a:gd name="T35" fmla="*/ 12 h 18"/>
                <a:gd name="T36" fmla="*/ 5 w 27"/>
                <a:gd name="T37" fmla="*/ 0 h 18"/>
                <a:gd name="T38" fmla="*/ 0 w 27"/>
                <a:gd name="T39" fmla="*/ 0 h 18"/>
                <a:gd name="T40" fmla="*/ 5 w 27"/>
                <a:gd name="T41" fmla="*/ 18 h 18"/>
                <a:gd name="T42" fmla="*/ 10 w 27"/>
                <a:gd name="T43" fmla="*/ 18 h 18"/>
                <a:gd name="T44" fmla="*/ 13 w 27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18">
                  <a:moveTo>
                    <a:pt x="13" y="7"/>
                  </a:move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6"/>
                    <a:pt x="14" y="6"/>
                    <a:pt x="14" y="7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3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3"/>
                    <a:pt x="19" y="12"/>
                    <a:pt x="19" y="1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3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3"/>
                    <a:pt x="8" y="12"/>
                    <a:pt x="8" y="1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10" y="18"/>
                    <a:pt x="10" y="18"/>
                    <a:pt x="10" y="18"/>
                  </a:cubicBezTo>
                  <a:lnTo>
                    <a:pt x="13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7" name="Rectangle 57"/>
          <p:cNvSpPr>
            <a:spLocks noChangeArrowheads="1"/>
          </p:cNvSpPr>
          <p:nvPr/>
        </p:nvSpPr>
        <p:spPr bwMode="auto">
          <a:xfrm>
            <a:off x="4049491" y="1834641"/>
            <a:ext cx="91691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Netstar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view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Rectangle 57"/>
          <p:cNvSpPr>
            <a:spLocks noChangeArrowheads="1"/>
          </p:cNvSpPr>
          <p:nvPr/>
        </p:nvSpPr>
        <p:spPr bwMode="auto">
          <a:xfrm>
            <a:off x="5605498" y="1834641"/>
            <a:ext cx="1090042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Netstar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deploy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7" name="Group 30"/>
          <p:cNvGrpSpPr>
            <a:grpSpLocks noChangeAspect="1"/>
          </p:cNvGrpSpPr>
          <p:nvPr/>
        </p:nvGrpSpPr>
        <p:grpSpPr bwMode="auto">
          <a:xfrm>
            <a:off x="5715676" y="920614"/>
            <a:ext cx="1000125" cy="831850"/>
            <a:chOff x="2565" y="1898"/>
            <a:chExt cx="630" cy="524"/>
          </a:xfrm>
        </p:grpSpPr>
        <p:sp>
          <p:nvSpPr>
            <p:cNvPr id="38" name="AutoShape 29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1"/>
            <p:cNvSpPr>
              <a:spLocks/>
            </p:cNvSpPr>
            <p:nvPr/>
          </p:nvSpPr>
          <p:spPr bwMode="auto">
            <a:xfrm>
              <a:off x="2567" y="1898"/>
              <a:ext cx="628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2"/>
            <p:cNvSpPr>
              <a:spLocks noEditPoints="1"/>
            </p:cNvSpPr>
            <p:nvPr/>
          </p:nvSpPr>
          <p:spPr bwMode="auto">
            <a:xfrm>
              <a:off x="2651" y="2020"/>
              <a:ext cx="461" cy="376"/>
            </a:xfrm>
            <a:custGeom>
              <a:avLst/>
              <a:gdLst>
                <a:gd name="T0" fmla="*/ 193 w 193"/>
                <a:gd name="T1" fmla="*/ 157 h 157"/>
                <a:gd name="T2" fmla="*/ 160 w 193"/>
                <a:gd name="T3" fmla="*/ 105 h 157"/>
                <a:gd name="T4" fmla="*/ 127 w 193"/>
                <a:gd name="T5" fmla="*/ 107 h 157"/>
                <a:gd name="T6" fmla="*/ 84 w 193"/>
                <a:gd name="T7" fmla="*/ 96 h 157"/>
                <a:gd name="T8" fmla="*/ 90 w 193"/>
                <a:gd name="T9" fmla="*/ 40 h 157"/>
                <a:gd name="T10" fmla="*/ 122 w 193"/>
                <a:gd name="T11" fmla="*/ 22 h 157"/>
                <a:gd name="T12" fmla="*/ 79 w 193"/>
                <a:gd name="T13" fmla="*/ 20 h 157"/>
                <a:gd name="T14" fmla="*/ 23 w 193"/>
                <a:gd name="T15" fmla="*/ 20 h 157"/>
                <a:gd name="T16" fmla="*/ 12 w 193"/>
                <a:gd name="T17" fmla="*/ 45 h 157"/>
                <a:gd name="T18" fmla="*/ 18 w 193"/>
                <a:gd name="T19" fmla="*/ 68 h 157"/>
                <a:gd name="T20" fmla="*/ 1 w 193"/>
                <a:gd name="T21" fmla="*/ 139 h 157"/>
                <a:gd name="T22" fmla="*/ 10 w 193"/>
                <a:gd name="T23" fmla="*/ 156 h 157"/>
                <a:gd name="T24" fmla="*/ 26 w 193"/>
                <a:gd name="T25" fmla="*/ 150 h 157"/>
                <a:gd name="T26" fmla="*/ 44 w 193"/>
                <a:gd name="T27" fmla="*/ 95 h 157"/>
                <a:gd name="T28" fmla="*/ 58 w 193"/>
                <a:gd name="T29" fmla="*/ 144 h 157"/>
                <a:gd name="T30" fmla="*/ 87 w 193"/>
                <a:gd name="T31" fmla="*/ 142 h 157"/>
                <a:gd name="T32" fmla="*/ 110 w 193"/>
                <a:gd name="T33" fmla="*/ 134 h 157"/>
                <a:gd name="T34" fmla="*/ 96 w 193"/>
                <a:gd name="T35" fmla="*/ 157 h 157"/>
                <a:gd name="T36" fmla="*/ 114 w 193"/>
                <a:gd name="T37" fmla="*/ 22 h 157"/>
                <a:gd name="T38" fmla="*/ 89 w 193"/>
                <a:gd name="T39" fmla="*/ 28 h 157"/>
                <a:gd name="T40" fmla="*/ 87 w 193"/>
                <a:gd name="T41" fmla="*/ 22 h 157"/>
                <a:gd name="T42" fmla="*/ 23 w 193"/>
                <a:gd name="T43" fmla="*/ 28 h 157"/>
                <a:gd name="T44" fmla="*/ 81 w 193"/>
                <a:gd name="T45" fmla="*/ 31 h 157"/>
                <a:gd name="T46" fmla="*/ 82 w 193"/>
                <a:gd name="T47" fmla="*/ 34 h 157"/>
                <a:gd name="T48" fmla="*/ 77 w 193"/>
                <a:gd name="T49" fmla="*/ 89 h 157"/>
                <a:gd name="T50" fmla="*/ 74 w 193"/>
                <a:gd name="T51" fmla="*/ 87 h 157"/>
                <a:gd name="T52" fmla="*/ 73 w 193"/>
                <a:gd name="T53" fmla="*/ 47 h 157"/>
                <a:gd name="T54" fmla="*/ 42 w 193"/>
                <a:gd name="T55" fmla="*/ 56 h 157"/>
                <a:gd name="T56" fmla="*/ 59 w 193"/>
                <a:gd name="T57" fmla="*/ 37 h 157"/>
                <a:gd name="T58" fmla="*/ 31 w 193"/>
                <a:gd name="T59" fmla="*/ 41 h 157"/>
                <a:gd name="T60" fmla="*/ 27 w 193"/>
                <a:gd name="T61" fmla="*/ 42 h 157"/>
                <a:gd name="T62" fmla="*/ 20 w 193"/>
                <a:gd name="T63" fmla="*/ 30 h 157"/>
                <a:gd name="T64" fmla="*/ 59 w 193"/>
                <a:gd name="T65" fmla="*/ 71 h 157"/>
                <a:gd name="T66" fmla="*/ 65 w 193"/>
                <a:gd name="T67" fmla="*/ 77 h 157"/>
                <a:gd name="T68" fmla="*/ 79 w 193"/>
                <a:gd name="T69" fmla="*/ 142 h 157"/>
                <a:gd name="T70" fmla="*/ 67 w 193"/>
                <a:gd name="T71" fmla="*/ 144 h 157"/>
                <a:gd name="T72" fmla="*/ 36 w 193"/>
                <a:gd name="T73" fmla="*/ 76 h 157"/>
                <a:gd name="T74" fmla="*/ 18 w 193"/>
                <a:gd name="T75" fmla="*/ 146 h 157"/>
                <a:gd name="T76" fmla="*/ 15 w 193"/>
                <a:gd name="T77" fmla="*/ 148 h 157"/>
                <a:gd name="T78" fmla="*/ 9 w 193"/>
                <a:gd name="T79" fmla="*/ 146 h 157"/>
                <a:gd name="T80" fmla="*/ 26 w 193"/>
                <a:gd name="T81" fmla="*/ 107 h 157"/>
                <a:gd name="T82" fmla="*/ 33 w 193"/>
                <a:gd name="T83" fmla="*/ 63 h 157"/>
                <a:gd name="T84" fmla="*/ 75 w 193"/>
                <a:gd name="T85" fmla="*/ 101 h 157"/>
                <a:gd name="T86" fmla="*/ 134 w 193"/>
                <a:gd name="T87" fmla="*/ 112 h 157"/>
                <a:gd name="T88" fmla="*/ 153 w 193"/>
                <a:gd name="T89" fmla="*/ 110 h 157"/>
                <a:gd name="T90" fmla="*/ 128 w 193"/>
                <a:gd name="T91" fmla="*/ 148 h 157"/>
                <a:gd name="T92" fmla="*/ 130 w 193"/>
                <a:gd name="T93" fmla="*/ 140 h 157"/>
                <a:gd name="T94" fmla="*/ 134 w 193"/>
                <a:gd name="T95" fmla="*/ 112 h 157"/>
                <a:gd name="T96" fmla="*/ 126 w 193"/>
                <a:gd name="T97" fmla="*/ 148 h 157"/>
                <a:gd name="T98" fmla="*/ 116 w 193"/>
                <a:gd name="T99" fmla="*/ 14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93" h="157">
                  <a:moveTo>
                    <a:pt x="96" y="157"/>
                  </a:moveTo>
                  <a:cubicBezTo>
                    <a:pt x="193" y="157"/>
                    <a:pt x="193" y="157"/>
                    <a:pt x="193" y="157"/>
                  </a:cubicBezTo>
                  <a:cubicBezTo>
                    <a:pt x="189" y="150"/>
                    <a:pt x="189" y="150"/>
                    <a:pt x="189" y="150"/>
                  </a:cubicBezTo>
                  <a:cubicBezTo>
                    <a:pt x="188" y="149"/>
                    <a:pt x="165" y="112"/>
                    <a:pt x="160" y="105"/>
                  </a:cubicBezTo>
                  <a:cubicBezTo>
                    <a:pt x="156" y="101"/>
                    <a:pt x="151" y="98"/>
                    <a:pt x="144" y="98"/>
                  </a:cubicBezTo>
                  <a:cubicBezTo>
                    <a:pt x="137" y="98"/>
                    <a:pt x="131" y="101"/>
                    <a:pt x="127" y="107"/>
                  </a:cubicBezTo>
                  <a:cubicBezTo>
                    <a:pt x="124" y="111"/>
                    <a:pt x="120" y="118"/>
                    <a:pt x="115" y="125"/>
                  </a:cubicBezTo>
                  <a:cubicBezTo>
                    <a:pt x="84" y="96"/>
                    <a:pt x="84" y="96"/>
                    <a:pt x="84" y="96"/>
                  </a:cubicBezTo>
                  <a:cubicBezTo>
                    <a:pt x="88" y="94"/>
                    <a:pt x="90" y="89"/>
                    <a:pt x="90" y="86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3" y="42"/>
                    <a:pt x="97" y="43"/>
                    <a:pt x="101" y="43"/>
                  </a:cubicBezTo>
                  <a:cubicBezTo>
                    <a:pt x="113" y="43"/>
                    <a:pt x="122" y="33"/>
                    <a:pt x="122" y="22"/>
                  </a:cubicBezTo>
                  <a:cubicBezTo>
                    <a:pt x="122" y="10"/>
                    <a:pt x="113" y="0"/>
                    <a:pt x="101" y="0"/>
                  </a:cubicBezTo>
                  <a:cubicBezTo>
                    <a:pt x="89" y="0"/>
                    <a:pt x="80" y="9"/>
                    <a:pt x="79" y="20"/>
                  </a:cubicBezTo>
                  <a:cubicBezTo>
                    <a:pt x="79" y="20"/>
                    <a:pt x="79" y="20"/>
                    <a:pt x="78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18" y="20"/>
                    <a:pt x="12" y="24"/>
                    <a:pt x="12" y="30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2" y="50"/>
                    <a:pt x="16" y="56"/>
                    <a:pt x="24" y="57"/>
                  </a:cubicBezTo>
                  <a:cubicBezTo>
                    <a:pt x="20" y="59"/>
                    <a:pt x="18" y="63"/>
                    <a:pt x="18" y="68"/>
                  </a:cubicBezTo>
                  <a:cubicBezTo>
                    <a:pt x="18" y="105"/>
                    <a:pt x="18" y="105"/>
                    <a:pt x="18" y="10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0" y="142"/>
                    <a:pt x="0" y="146"/>
                    <a:pt x="1" y="149"/>
                  </a:cubicBezTo>
                  <a:cubicBezTo>
                    <a:pt x="2" y="151"/>
                    <a:pt x="5" y="155"/>
                    <a:pt x="10" y="156"/>
                  </a:cubicBezTo>
                  <a:cubicBezTo>
                    <a:pt x="12" y="156"/>
                    <a:pt x="13" y="157"/>
                    <a:pt x="15" y="157"/>
                  </a:cubicBezTo>
                  <a:cubicBezTo>
                    <a:pt x="21" y="157"/>
                    <a:pt x="24" y="152"/>
                    <a:pt x="26" y="150"/>
                  </a:cubicBezTo>
                  <a:cubicBezTo>
                    <a:pt x="44" y="114"/>
                    <a:pt x="44" y="114"/>
                    <a:pt x="44" y="114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8" y="144"/>
                    <a:pt x="58" y="144"/>
                    <a:pt x="58" y="144"/>
                  </a:cubicBezTo>
                  <a:cubicBezTo>
                    <a:pt x="59" y="149"/>
                    <a:pt x="63" y="157"/>
                    <a:pt x="72" y="157"/>
                  </a:cubicBezTo>
                  <a:cubicBezTo>
                    <a:pt x="83" y="157"/>
                    <a:pt x="87" y="148"/>
                    <a:pt x="87" y="142"/>
                  </a:cubicBezTo>
                  <a:cubicBezTo>
                    <a:pt x="87" y="140"/>
                    <a:pt x="85" y="123"/>
                    <a:pt x="84" y="11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05" y="143"/>
                    <a:pt x="100" y="150"/>
                    <a:pt x="100" y="150"/>
                  </a:cubicBezTo>
                  <a:lnTo>
                    <a:pt x="96" y="157"/>
                  </a:lnTo>
                  <a:close/>
                  <a:moveTo>
                    <a:pt x="101" y="8"/>
                  </a:moveTo>
                  <a:cubicBezTo>
                    <a:pt x="108" y="8"/>
                    <a:pt x="114" y="14"/>
                    <a:pt x="114" y="22"/>
                  </a:cubicBezTo>
                  <a:cubicBezTo>
                    <a:pt x="114" y="29"/>
                    <a:pt x="108" y="35"/>
                    <a:pt x="101" y="35"/>
                  </a:cubicBezTo>
                  <a:cubicBezTo>
                    <a:pt x="96" y="35"/>
                    <a:pt x="91" y="32"/>
                    <a:pt x="89" y="28"/>
                  </a:cubicBezTo>
                  <a:cubicBezTo>
                    <a:pt x="89" y="27"/>
                    <a:pt x="89" y="27"/>
                    <a:pt x="88" y="27"/>
                  </a:cubicBezTo>
                  <a:cubicBezTo>
                    <a:pt x="88" y="25"/>
                    <a:pt x="87" y="23"/>
                    <a:pt x="87" y="22"/>
                  </a:cubicBezTo>
                  <a:cubicBezTo>
                    <a:pt x="87" y="14"/>
                    <a:pt x="93" y="8"/>
                    <a:pt x="101" y="8"/>
                  </a:cubicBezTo>
                  <a:close/>
                  <a:moveTo>
                    <a:pt x="23" y="28"/>
                  </a:moveTo>
                  <a:cubicBezTo>
                    <a:pt x="77" y="28"/>
                    <a:pt x="77" y="28"/>
                    <a:pt x="77" y="28"/>
                  </a:cubicBezTo>
                  <a:cubicBezTo>
                    <a:pt x="78" y="28"/>
                    <a:pt x="80" y="29"/>
                    <a:pt x="81" y="31"/>
                  </a:cubicBezTo>
                  <a:cubicBezTo>
                    <a:pt x="81" y="31"/>
                    <a:pt x="81" y="31"/>
                    <a:pt x="82" y="31"/>
                  </a:cubicBezTo>
                  <a:cubicBezTo>
                    <a:pt x="82" y="32"/>
                    <a:pt x="82" y="33"/>
                    <a:pt x="82" y="34"/>
                  </a:cubicBezTo>
                  <a:cubicBezTo>
                    <a:pt x="82" y="86"/>
                    <a:pt x="82" y="86"/>
                    <a:pt x="82" y="86"/>
                  </a:cubicBezTo>
                  <a:cubicBezTo>
                    <a:pt x="82" y="87"/>
                    <a:pt x="82" y="89"/>
                    <a:pt x="77" y="89"/>
                  </a:cubicBezTo>
                  <a:cubicBezTo>
                    <a:pt x="77" y="89"/>
                    <a:pt x="76" y="88"/>
                    <a:pt x="76" y="88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3" y="85"/>
                    <a:pt x="73" y="84"/>
                    <a:pt x="73" y="84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4" y="52"/>
                    <a:pt x="49" y="47"/>
                    <a:pt x="52" y="44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43"/>
                    <a:pt x="31" y="44"/>
                    <a:pt x="31" y="46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5" y="40"/>
                    <a:pt x="22" y="40"/>
                    <a:pt x="20" y="42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22" y="28"/>
                    <a:pt x="23" y="28"/>
                  </a:cubicBezTo>
                  <a:close/>
                  <a:moveTo>
                    <a:pt x="59" y="71"/>
                  </a:moveTo>
                  <a:cubicBezTo>
                    <a:pt x="65" y="65"/>
                    <a:pt x="65" y="65"/>
                    <a:pt x="65" y="65"/>
                  </a:cubicBezTo>
                  <a:cubicBezTo>
                    <a:pt x="65" y="77"/>
                    <a:pt x="65" y="77"/>
                    <a:pt x="65" y="77"/>
                  </a:cubicBezTo>
                  <a:lnTo>
                    <a:pt x="59" y="71"/>
                  </a:lnTo>
                  <a:close/>
                  <a:moveTo>
                    <a:pt x="79" y="142"/>
                  </a:moveTo>
                  <a:cubicBezTo>
                    <a:pt x="79" y="143"/>
                    <a:pt x="79" y="148"/>
                    <a:pt x="72" y="148"/>
                  </a:cubicBezTo>
                  <a:cubicBezTo>
                    <a:pt x="68" y="148"/>
                    <a:pt x="67" y="145"/>
                    <a:pt x="67" y="144"/>
                  </a:cubicBezTo>
                  <a:cubicBezTo>
                    <a:pt x="65" y="102"/>
                    <a:pt x="65" y="102"/>
                    <a:pt x="65" y="102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18" y="147"/>
                    <a:pt x="17" y="148"/>
                    <a:pt x="15" y="148"/>
                  </a:cubicBezTo>
                  <a:cubicBezTo>
                    <a:pt x="14" y="148"/>
                    <a:pt x="13" y="148"/>
                    <a:pt x="12" y="148"/>
                  </a:cubicBezTo>
                  <a:cubicBezTo>
                    <a:pt x="11" y="148"/>
                    <a:pt x="9" y="147"/>
                    <a:pt x="9" y="146"/>
                  </a:cubicBezTo>
                  <a:cubicBezTo>
                    <a:pt x="8" y="145"/>
                    <a:pt x="8" y="143"/>
                    <a:pt x="8" y="143"/>
                  </a:cubicBezTo>
                  <a:cubicBezTo>
                    <a:pt x="26" y="107"/>
                    <a:pt x="26" y="107"/>
                    <a:pt x="26" y="107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6"/>
                    <a:pt x="26" y="63"/>
                    <a:pt x="33" y="63"/>
                  </a:cubicBezTo>
                  <a:cubicBezTo>
                    <a:pt x="33" y="63"/>
                    <a:pt x="34" y="63"/>
                    <a:pt x="34" y="63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6" y="117"/>
                    <a:pt x="79" y="140"/>
                    <a:pt x="79" y="142"/>
                  </a:cubicBezTo>
                  <a:close/>
                  <a:moveTo>
                    <a:pt x="134" y="112"/>
                  </a:moveTo>
                  <a:cubicBezTo>
                    <a:pt x="137" y="107"/>
                    <a:pt x="142" y="106"/>
                    <a:pt x="144" y="106"/>
                  </a:cubicBezTo>
                  <a:cubicBezTo>
                    <a:pt x="148" y="106"/>
                    <a:pt x="151" y="108"/>
                    <a:pt x="153" y="110"/>
                  </a:cubicBezTo>
                  <a:cubicBezTo>
                    <a:pt x="157" y="115"/>
                    <a:pt x="171" y="137"/>
                    <a:pt x="178" y="148"/>
                  </a:cubicBezTo>
                  <a:cubicBezTo>
                    <a:pt x="128" y="148"/>
                    <a:pt x="128" y="148"/>
                    <a:pt x="128" y="148"/>
                  </a:cubicBezTo>
                  <a:cubicBezTo>
                    <a:pt x="129" y="148"/>
                    <a:pt x="130" y="148"/>
                    <a:pt x="131" y="147"/>
                  </a:cubicBezTo>
                  <a:cubicBezTo>
                    <a:pt x="133" y="145"/>
                    <a:pt x="132" y="142"/>
                    <a:pt x="130" y="140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6" y="123"/>
                    <a:pt x="131" y="116"/>
                    <a:pt x="134" y="112"/>
                  </a:cubicBezTo>
                  <a:close/>
                  <a:moveTo>
                    <a:pt x="123" y="147"/>
                  </a:moveTo>
                  <a:cubicBezTo>
                    <a:pt x="124" y="148"/>
                    <a:pt x="125" y="148"/>
                    <a:pt x="126" y="148"/>
                  </a:cubicBezTo>
                  <a:cubicBezTo>
                    <a:pt x="111" y="148"/>
                    <a:pt x="111" y="148"/>
                    <a:pt x="111" y="148"/>
                  </a:cubicBezTo>
                  <a:cubicBezTo>
                    <a:pt x="112" y="146"/>
                    <a:pt x="114" y="143"/>
                    <a:pt x="116" y="140"/>
                  </a:cubicBezTo>
                  <a:lnTo>
                    <a:pt x="123" y="1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3"/>
            <p:cNvSpPr>
              <a:spLocks noEditPoints="1"/>
            </p:cNvSpPr>
            <p:nvPr/>
          </p:nvSpPr>
          <p:spPr bwMode="auto">
            <a:xfrm>
              <a:off x="2761" y="1927"/>
              <a:ext cx="43" cy="50"/>
            </a:xfrm>
            <a:custGeom>
              <a:avLst/>
              <a:gdLst>
                <a:gd name="T0" fmla="*/ 18 w 18"/>
                <a:gd name="T1" fmla="*/ 10 h 21"/>
                <a:gd name="T2" fmla="*/ 7 w 18"/>
                <a:gd name="T3" fmla="*/ 0 h 21"/>
                <a:gd name="T4" fmla="*/ 0 w 18"/>
                <a:gd name="T5" fmla="*/ 0 h 21"/>
                <a:gd name="T6" fmla="*/ 0 w 18"/>
                <a:gd name="T7" fmla="*/ 21 h 21"/>
                <a:gd name="T8" fmla="*/ 7 w 18"/>
                <a:gd name="T9" fmla="*/ 21 h 21"/>
                <a:gd name="T10" fmla="*/ 15 w 18"/>
                <a:gd name="T11" fmla="*/ 18 h 21"/>
                <a:gd name="T12" fmla="*/ 18 w 18"/>
                <a:gd name="T13" fmla="*/ 10 h 21"/>
                <a:gd name="T14" fmla="*/ 12 w 18"/>
                <a:gd name="T15" fmla="*/ 15 h 21"/>
                <a:gd name="T16" fmla="*/ 7 w 18"/>
                <a:gd name="T17" fmla="*/ 17 h 21"/>
                <a:gd name="T18" fmla="*/ 4 w 18"/>
                <a:gd name="T19" fmla="*/ 17 h 21"/>
                <a:gd name="T20" fmla="*/ 4 w 18"/>
                <a:gd name="T21" fmla="*/ 3 h 21"/>
                <a:gd name="T22" fmla="*/ 7 w 18"/>
                <a:gd name="T23" fmla="*/ 3 h 21"/>
                <a:gd name="T24" fmla="*/ 12 w 18"/>
                <a:gd name="T25" fmla="*/ 5 h 21"/>
                <a:gd name="T26" fmla="*/ 14 w 18"/>
                <a:gd name="T27" fmla="*/ 10 h 21"/>
                <a:gd name="T28" fmla="*/ 12 w 18"/>
                <a:gd name="T29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1">
                  <a:moveTo>
                    <a:pt x="18" y="10"/>
                  </a:moveTo>
                  <a:cubicBezTo>
                    <a:pt x="18" y="3"/>
                    <a:pt x="14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0" y="21"/>
                    <a:pt x="13" y="20"/>
                    <a:pt x="15" y="18"/>
                  </a:cubicBezTo>
                  <a:cubicBezTo>
                    <a:pt x="17" y="16"/>
                    <a:pt x="18" y="13"/>
                    <a:pt x="18" y="10"/>
                  </a:cubicBezTo>
                  <a:close/>
                  <a:moveTo>
                    <a:pt x="12" y="15"/>
                  </a:moveTo>
                  <a:cubicBezTo>
                    <a:pt x="10" y="17"/>
                    <a:pt x="9" y="17"/>
                    <a:pt x="7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9" y="3"/>
                    <a:pt x="10" y="4"/>
                    <a:pt x="12" y="5"/>
                  </a:cubicBezTo>
                  <a:cubicBezTo>
                    <a:pt x="13" y="6"/>
                    <a:pt x="14" y="8"/>
                    <a:pt x="14" y="10"/>
                  </a:cubicBezTo>
                  <a:cubicBezTo>
                    <a:pt x="14" y="12"/>
                    <a:pt x="13" y="14"/>
                    <a:pt x="12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4"/>
            <p:cNvSpPr>
              <a:spLocks noEditPoints="1"/>
            </p:cNvSpPr>
            <p:nvPr/>
          </p:nvSpPr>
          <p:spPr bwMode="auto">
            <a:xfrm>
              <a:off x="2809" y="1939"/>
              <a:ext cx="35" cy="38"/>
            </a:xfrm>
            <a:custGeom>
              <a:avLst/>
              <a:gdLst>
                <a:gd name="T0" fmla="*/ 15 w 15"/>
                <a:gd name="T1" fmla="*/ 8 h 16"/>
                <a:gd name="T2" fmla="*/ 13 w 15"/>
                <a:gd name="T3" fmla="*/ 2 h 16"/>
                <a:gd name="T4" fmla="*/ 8 w 15"/>
                <a:gd name="T5" fmla="*/ 0 h 16"/>
                <a:gd name="T6" fmla="*/ 3 w 15"/>
                <a:gd name="T7" fmla="*/ 3 h 16"/>
                <a:gd name="T8" fmla="*/ 0 w 15"/>
                <a:gd name="T9" fmla="*/ 9 h 16"/>
                <a:gd name="T10" fmla="*/ 2 w 15"/>
                <a:gd name="T11" fmla="*/ 14 h 16"/>
                <a:gd name="T12" fmla="*/ 8 w 15"/>
                <a:gd name="T13" fmla="*/ 16 h 16"/>
                <a:gd name="T14" fmla="*/ 14 w 15"/>
                <a:gd name="T15" fmla="*/ 15 h 16"/>
                <a:gd name="T16" fmla="*/ 14 w 15"/>
                <a:gd name="T17" fmla="*/ 12 h 16"/>
                <a:gd name="T18" fmla="*/ 9 w 15"/>
                <a:gd name="T19" fmla="*/ 13 h 16"/>
                <a:gd name="T20" fmla="*/ 5 w 15"/>
                <a:gd name="T21" fmla="*/ 10 h 16"/>
                <a:gd name="T22" fmla="*/ 15 w 15"/>
                <a:gd name="T23" fmla="*/ 10 h 16"/>
                <a:gd name="T24" fmla="*/ 15 w 15"/>
                <a:gd name="T25" fmla="*/ 8 h 16"/>
                <a:gd name="T26" fmla="*/ 5 w 15"/>
                <a:gd name="T27" fmla="*/ 7 h 16"/>
                <a:gd name="T28" fmla="*/ 6 w 15"/>
                <a:gd name="T29" fmla="*/ 4 h 16"/>
                <a:gd name="T30" fmla="*/ 8 w 15"/>
                <a:gd name="T31" fmla="*/ 3 h 16"/>
                <a:gd name="T32" fmla="*/ 11 w 15"/>
                <a:gd name="T33" fmla="*/ 7 h 16"/>
                <a:gd name="T34" fmla="*/ 5 w 15"/>
                <a:gd name="T35" fmla="*/ 7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" h="16">
                  <a:moveTo>
                    <a:pt x="15" y="8"/>
                  </a:moveTo>
                  <a:cubicBezTo>
                    <a:pt x="15" y="5"/>
                    <a:pt x="14" y="4"/>
                    <a:pt x="13" y="2"/>
                  </a:cubicBezTo>
                  <a:cubicBezTo>
                    <a:pt x="12" y="1"/>
                    <a:pt x="10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6"/>
                    <a:pt x="0" y="9"/>
                  </a:cubicBezTo>
                  <a:cubicBezTo>
                    <a:pt x="0" y="11"/>
                    <a:pt x="1" y="13"/>
                    <a:pt x="2" y="14"/>
                  </a:cubicBezTo>
                  <a:cubicBezTo>
                    <a:pt x="4" y="16"/>
                    <a:pt x="6" y="16"/>
                    <a:pt x="8" y="16"/>
                  </a:cubicBezTo>
                  <a:cubicBezTo>
                    <a:pt x="10" y="16"/>
                    <a:pt x="12" y="16"/>
                    <a:pt x="14" y="15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2" y="13"/>
                    <a:pt x="11" y="13"/>
                    <a:pt x="9" y="13"/>
                  </a:cubicBezTo>
                  <a:cubicBezTo>
                    <a:pt x="6" y="13"/>
                    <a:pt x="5" y="12"/>
                    <a:pt x="5" y="10"/>
                  </a:cubicBezTo>
                  <a:cubicBezTo>
                    <a:pt x="15" y="10"/>
                    <a:pt x="15" y="10"/>
                    <a:pt x="15" y="10"/>
                  </a:cubicBezTo>
                  <a:lnTo>
                    <a:pt x="15" y="8"/>
                  </a:lnTo>
                  <a:close/>
                  <a:moveTo>
                    <a:pt x="5" y="7"/>
                  </a:moveTo>
                  <a:cubicBezTo>
                    <a:pt x="5" y="6"/>
                    <a:pt x="5" y="5"/>
                    <a:pt x="6" y="4"/>
                  </a:cubicBezTo>
                  <a:cubicBezTo>
                    <a:pt x="7" y="4"/>
                    <a:pt x="7" y="3"/>
                    <a:pt x="8" y="3"/>
                  </a:cubicBezTo>
                  <a:cubicBezTo>
                    <a:pt x="10" y="3"/>
                    <a:pt x="11" y="5"/>
                    <a:pt x="11" y="7"/>
                  </a:cubicBezTo>
                  <a:lnTo>
                    <a:pt x="5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35"/>
            <p:cNvSpPr>
              <a:spLocks noEditPoints="1"/>
            </p:cNvSpPr>
            <p:nvPr/>
          </p:nvSpPr>
          <p:spPr bwMode="auto">
            <a:xfrm>
              <a:off x="2851" y="1939"/>
              <a:ext cx="36" cy="55"/>
            </a:xfrm>
            <a:custGeom>
              <a:avLst/>
              <a:gdLst>
                <a:gd name="T0" fmla="*/ 0 w 15"/>
                <a:gd name="T1" fmla="*/ 1 h 23"/>
                <a:gd name="T2" fmla="*/ 0 w 15"/>
                <a:gd name="T3" fmla="*/ 23 h 23"/>
                <a:gd name="T4" fmla="*/ 4 w 15"/>
                <a:gd name="T5" fmla="*/ 23 h 23"/>
                <a:gd name="T6" fmla="*/ 4 w 15"/>
                <a:gd name="T7" fmla="*/ 14 h 23"/>
                <a:gd name="T8" fmla="*/ 4 w 15"/>
                <a:gd name="T9" fmla="*/ 14 h 23"/>
                <a:gd name="T10" fmla="*/ 8 w 15"/>
                <a:gd name="T11" fmla="*/ 16 h 23"/>
                <a:gd name="T12" fmla="*/ 13 w 15"/>
                <a:gd name="T13" fmla="*/ 14 h 23"/>
                <a:gd name="T14" fmla="*/ 15 w 15"/>
                <a:gd name="T15" fmla="*/ 8 h 23"/>
                <a:gd name="T16" fmla="*/ 14 w 15"/>
                <a:gd name="T17" fmla="*/ 2 h 23"/>
                <a:gd name="T18" fmla="*/ 9 w 15"/>
                <a:gd name="T19" fmla="*/ 0 h 23"/>
                <a:gd name="T20" fmla="*/ 4 w 15"/>
                <a:gd name="T21" fmla="*/ 3 h 23"/>
                <a:gd name="T22" fmla="*/ 4 w 15"/>
                <a:gd name="T23" fmla="*/ 3 h 23"/>
                <a:gd name="T24" fmla="*/ 4 w 15"/>
                <a:gd name="T25" fmla="*/ 1 h 23"/>
                <a:gd name="T26" fmla="*/ 0 w 15"/>
                <a:gd name="T27" fmla="*/ 1 h 23"/>
                <a:gd name="T28" fmla="*/ 5 w 15"/>
                <a:gd name="T29" fmla="*/ 5 h 23"/>
                <a:gd name="T30" fmla="*/ 7 w 15"/>
                <a:gd name="T31" fmla="*/ 4 h 23"/>
                <a:gd name="T32" fmla="*/ 11 w 15"/>
                <a:gd name="T33" fmla="*/ 8 h 23"/>
                <a:gd name="T34" fmla="*/ 10 w 15"/>
                <a:gd name="T35" fmla="*/ 12 h 23"/>
                <a:gd name="T36" fmla="*/ 7 w 15"/>
                <a:gd name="T37" fmla="*/ 13 h 23"/>
                <a:gd name="T38" fmla="*/ 5 w 15"/>
                <a:gd name="T39" fmla="*/ 12 h 23"/>
                <a:gd name="T40" fmla="*/ 4 w 15"/>
                <a:gd name="T41" fmla="*/ 9 h 23"/>
                <a:gd name="T42" fmla="*/ 4 w 15"/>
                <a:gd name="T43" fmla="*/ 8 h 23"/>
                <a:gd name="T44" fmla="*/ 5 w 15"/>
                <a:gd name="T45" fmla="*/ 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23">
                  <a:moveTo>
                    <a:pt x="0" y="1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6"/>
                    <a:pt x="7" y="16"/>
                    <a:pt x="8" y="16"/>
                  </a:cubicBezTo>
                  <a:cubicBezTo>
                    <a:pt x="10" y="16"/>
                    <a:pt x="12" y="15"/>
                    <a:pt x="13" y="14"/>
                  </a:cubicBezTo>
                  <a:cubicBezTo>
                    <a:pt x="15" y="12"/>
                    <a:pt x="15" y="10"/>
                    <a:pt x="15" y="8"/>
                  </a:cubicBezTo>
                  <a:cubicBezTo>
                    <a:pt x="15" y="6"/>
                    <a:pt x="15" y="4"/>
                    <a:pt x="14" y="2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7" y="0"/>
                    <a:pt x="5" y="1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0" y="1"/>
                  </a:lnTo>
                  <a:close/>
                  <a:moveTo>
                    <a:pt x="5" y="5"/>
                  </a:moveTo>
                  <a:cubicBezTo>
                    <a:pt x="6" y="4"/>
                    <a:pt x="6" y="4"/>
                    <a:pt x="7" y="4"/>
                  </a:cubicBezTo>
                  <a:cubicBezTo>
                    <a:pt x="10" y="4"/>
                    <a:pt x="11" y="5"/>
                    <a:pt x="11" y="8"/>
                  </a:cubicBezTo>
                  <a:cubicBezTo>
                    <a:pt x="11" y="10"/>
                    <a:pt x="10" y="11"/>
                    <a:pt x="10" y="12"/>
                  </a:cubicBezTo>
                  <a:cubicBezTo>
                    <a:pt x="9" y="12"/>
                    <a:pt x="8" y="13"/>
                    <a:pt x="7" y="13"/>
                  </a:cubicBezTo>
                  <a:cubicBezTo>
                    <a:pt x="6" y="13"/>
                    <a:pt x="5" y="13"/>
                    <a:pt x="5" y="12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4" y="6"/>
                    <a:pt x="5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2894" y="1922"/>
              <a:ext cx="12" cy="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37"/>
            <p:cNvSpPr>
              <a:spLocks noEditPoints="1"/>
            </p:cNvSpPr>
            <p:nvPr/>
          </p:nvSpPr>
          <p:spPr bwMode="auto">
            <a:xfrm>
              <a:off x="2914" y="1939"/>
              <a:ext cx="38" cy="38"/>
            </a:xfrm>
            <a:custGeom>
              <a:avLst/>
              <a:gdLst>
                <a:gd name="T0" fmla="*/ 14 w 16"/>
                <a:gd name="T1" fmla="*/ 14 h 16"/>
                <a:gd name="T2" fmla="*/ 16 w 16"/>
                <a:gd name="T3" fmla="*/ 8 h 16"/>
                <a:gd name="T4" fmla="*/ 14 w 16"/>
                <a:gd name="T5" fmla="*/ 2 h 16"/>
                <a:gd name="T6" fmla="*/ 8 w 16"/>
                <a:gd name="T7" fmla="*/ 0 h 16"/>
                <a:gd name="T8" fmla="*/ 2 w 16"/>
                <a:gd name="T9" fmla="*/ 3 h 16"/>
                <a:gd name="T10" fmla="*/ 0 w 16"/>
                <a:gd name="T11" fmla="*/ 8 h 16"/>
                <a:gd name="T12" fmla="*/ 2 w 16"/>
                <a:gd name="T13" fmla="*/ 14 h 16"/>
                <a:gd name="T14" fmla="*/ 8 w 16"/>
                <a:gd name="T15" fmla="*/ 16 h 16"/>
                <a:gd name="T16" fmla="*/ 14 w 16"/>
                <a:gd name="T17" fmla="*/ 14 h 16"/>
                <a:gd name="T18" fmla="*/ 4 w 16"/>
                <a:gd name="T19" fmla="*/ 8 h 16"/>
                <a:gd name="T20" fmla="*/ 5 w 16"/>
                <a:gd name="T21" fmla="*/ 5 h 16"/>
                <a:gd name="T22" fmla="*/ 8 w 16"/>
                <a:gd name="T23" fmla="*/ 4 h 16"/>
                <a:gd name="T24" fmla="*/ 11 w 16"/>
                <a:gd name="T25" fmla="*/ 8 h 16"/>
                <a:gd name="T26" fmla="*/ 8 w 16"/>
                <a:gd name="T27" fmla="*/ 13 h 16"/>
                <a:gd name="T28" fmla="*/ 4 w 16"/>
                <a:gd name="T2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16">
                  <a:moveTo>
                    <a:pt x="14" y="14"/>
                  </a:moveTo>
                  <a:cubicBezTo>
                    <a:pt x="15" y="13"/>
                    <a:pt x="16" y="11"/>
                    <a:pt x="16" y="8"/>
                  </a:cubicBezTo>
                  <a:cubicBezTo>
                    <a:pt x="16" y="6"/>
                    <a:pt x="15" y="4"/>
                    <a:pt x="14" y="2"/>
                  </a:cubicBezTo>
                  <a:cubicBezTo>
                    <a:pt x="12" y="1"/>
                    <a:pt x="10" y="0"/>
                    <a:pt x="8" y="0"/>
                  </a:cubicBezTo>
                  <a:cubicBezTo>
                    <a:pt x="5" y="0"/>
                    <a:pt x="3" y="1"/>
                    <a:pt x="2" y="3"/>
                  </a:cubicBezTo>
                  <a:cubicBezTo>
                    <a:pt x="0" y="4"/>
                    <a:pt x="0" y="6"/>
                    <a:pt x="0" y="8"/>
                  </a:cubicBezTo>
                  <a:cubicBezTo>
                    <a:pt x="0" y="11"/>
                    <a:pt x="0" y="13"/>
                    <a:pt x="2" y="14"/>
                  </a:cubicBezTo>
                  <a:cubicBezTo>
                    <a:pt x="3" y="16"/>
                    <a:pt x="5" y="16"/>
                    <a:pt x="8" y="16"/>
                  </a:cubicBezTo>
                  <a:cubicBezTo>
                    <a:pt x="10" y="16"/>
                    <a:pt x="12" y="16"/>
                    <a:pt x="14" y="14"/>
                  </a:cubicBezTo>
                  <a:close/>
                  <a:moveTo>
                    <a:pt x="4" y="8"/>
                  </a:moveTo>
                  <a:cubicBezTo>
                    <a:pt x="4" y="7"/>
                    <a:pt x="5" y="6"/>
                    <a:pt x="5" y="5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5"/>
                    <a:pt x="11" y="8"/>
                  </a:cubicBezTo>
                  <a:cubicBezTo>
                    <a:pt x="11" y="11"/>
                    <a:pt x="10" y="13"/>
                    <a:pt x="8" y="13"/>
                  </a:cubicBezTo>
                  <a:cubicBezTo>
                    <a:pt x="5" y="13"/>
                    <a:pt x="4" y="11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38"/>
            <p:cNvSpPr>
              <a:spLocks/>
            </p:cNvSpPr>
            <p:nvPr/>
          </p:nvSpPr>
          <p:spPr bwMode="auto">
            <a:xfrm>
              <a:off x="2954" y="1941"/>
              <a:ext cx="38" cy="53"/>
            </a:xfrm>
            <a:custGeom>
              <a:avLst/>
              <a:gdLst>
                <a:gd name="T0" fmla="*/ 3 w 16"/>
                <a:gd name="T1" fmla="*/ 19 h 22"/>
                <a:gd name="T2" fmla="*/ 1 w 16"/>
                <a:gd name="T3" fmla="*/ 18 h 22"/>
                <a:gd name="T4" fmla="*/ 1 w 16"/>
                <a:gd name="T5" fmla="*/ 22 h 22"/>
                <a:gd name="T6" fmla="*/ 3 w 16"/>
                <a:gd name="T7" fmla="*/ 22 h 22"/>
                <a:gd name="T8" fmla="*/ 10 w 16"/>
                <a:gd name="T9" fmla="*/ 16 h 22"/>
                <a:gd name="T10" fmla="*/ 16 w 16"/>
                <a:gd name="T11" fmla="*/ 0 h 22"/>
                <a:gd name="T12" fmla="*/ 12 w 16"/>
                <a:gd name="T13" fmla="*/ 0 h 22"/>
                <a:gd name="T14" fmla="*/ 9 w 16"/>
                <a:gd name="T15" fmla="*/ 9 h 22"/>
                <a:gd name="T16" fmla="*/ 8 w 16"/>
                <a:gd name="T17" fmla="*/ 11 h 22"/>
                <a:gd name="T18" fmla="*/ 8 w 16"/>
                <a:gd name="T19" fmla="*/ 11 h 22"/>
                <a:gd name="T20" fmla="*/ 8 w 16"/>
                <a:gd name="T21" fmla="*/ 9 h 22"/>
                <a:gd name="T22" fmla="*/ 5 w 16"/>
                <a:gd name="T23" fmla="*/ 0 h 22"/>
                <a:gd name="T24" fmla="*/ 0 w 16"/>
                <a:gd name="T25" fmla="*/ 0 h 22"/>
                <a:gd name="T26" fmla="*/ 6 w 16"/>
                <a:gd name="T27" fmla="*/ 15 h 22"/>
                <a:gd name="T28" fmla="*/ 5 w 16"/>
                <a:gd name="T29" fmla="*/ 17 h 22"/>
                <a:gd name="T30" fmla="*/ 3 w 16"/>
                <a:gd name="T31" fmla="*/ 1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2">
                  <a:moveTo>
                    <a:pt x="3" y="19"/>
                  </a:moveTo>
                  <a:cubicBezTo>
                    <a:pt x="2" y="19"/>
                    <a:pt x="1" y="18"/>
                    <a:pt x="1" y="18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2" y="22"/>
                    <a:pt x="3" y="22"/>
                  </a:cubicBezTo>
                  <a:cubicBezTo>
                    <a:pt x="6" y="22"/>
                    <a:pt x="8" y="20"/>
                    <a:pt x="10" y="16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8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8" y="10"/>
                    <a:pt x="8" y="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4" y="19"/>
                    <a:pt x="3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8" name="Group 41"/>
          <p:cNvGrpSpPr>
            <a:grpSpLocks noChangeAspect="1"/>
          </p:cNvGrpSpPr>
          <p:nvPr/>
        </p:nvGrpSpPr>
        <p:grpSpPr bwMode="auto">
          <a:xfrm>
            <a:off x="7454685" y="920750"/>
            <a:ext cx="990600" cy="831850"/>
            <a:chOff x="4727" y="580"/>
            <a:chExt cx="624" cy="524"/>
          </a:xfrm>
        </p:grpSpPr>
        <p:sp>
          <p:nvSpPr>
            <p:cNvPr id="49" name="AutoShape 40"/>
            <p:cNvSpPr>
              <a:spLocks noChangeAspect="1" noChangeArrowheads="1" noTextEdit="1"/>
            </p:cNvSpPr>
            <p:nvPr/>
          </p:nvSpPr>
          <p:spPr bwMode="auto">
            <a:xfrm>
              <a:off x="4727" y="580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2"/>
            <p:cNvSpPr>
              <a:spLocks/>
            </p:cNvSpPr>
            <p:nvPr/>
          </p:nvSpPr>
          <p:spPr bwMode="auto">
            <a:xfrm>
              <a:off x="4727" y="580"/>
              <a:ext cx="626" cy="522"/>
            </a:xfrm>
            <a:custGeom>
              <a:avLst/>
              <a:gdLst>
                <a:gd name="T0" fmla="*/ 262 w 262"/>
                <a:gd name="T1" fmla="*/ 195 h 218"/>
                <a:gd name="T2" fmla="*/ 239 w 262"/>
                <a:gd name="T3" fmla="*/ 218 h 218"/>
                <a:gd name="T4" fmla="*/ 23 w 262"/>
                <a:gd name="T5" fmla="*/ 218 h 218"/>
                <a:gd name="T6" fmla="*/ 0 w 262"/>
                <a:gd name="T7" fmla="*/ 195 h 218"/>
                <a:gd name="T8" fmla="*/ 0 w 262"/>
                <a:gd name="T9" fmla="*/ 24 h 218"/>
                <a:gd name="T10" fmla="*/ 23 w 262"/>
                <a:gd name="T11" fmla="*/ 0 h 218"/>
                <a:gd name="T12" fmla="*/ 239 w 262"/>
                <a:gd name="T13" fmla="*/ 0 h 218"/>
                <a:gd name="T14" fmla="*/ 262 w 262"/>
                <a:gd name="T15" fmla="*/ 24 h 218"/>
                <a:gd name="T16" fmla="*/ 262 w 262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" h="218">
                  <a:moveTo>
                    <a:pt x="262" y="195"/>
                  </a:moveTo>
                  <a:cubicBezTo>
                    <a:pt x="262" y="208"/>
                    <a:pt x="252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9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9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2" y="0"/>
                    <a:pt x="262" y="10"/>
                    <a:pt x="262" y="24"/>
                  </a:cubicBezTo>
                  <a:cubicBezTo>
                    <a:pt x="262" y="195"/>
                    <a:pt x="262" y="195"/>
                    <a:pt x="262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Rectangle 43"/>
            <p:cNvSpPr>
              <a:spLocks noChangeArrowheads="1"/>
            </p:cNvSpPr>
            <p:nvPr/>
          </p:nvSpPr>
          <p:spPr bwMode="auto">
            <a:xfrm>
              <a:off x="4863" y="980"/>
              <a:ext cx="12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Rectangle 44"/>
            <p:cNvSpPr>
              <a:spLocks noChangeArrowheads="1"/>
            </p:cNvSpPr>
            <p:nvPr/>
          </p:nvSpPr>
          <p:spPr bwMode="auto">
            <a:xfrm>
              <a:off x="4906" y="980"/>
              <a:ext cx="12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Rectangle 45"/>
            <p:cNvSpPr>
              <a:spLocks noChangeArrowheads="1"/>
            </p:cNvSpPr>
            <p:nvPr/>
          </p:nvSpPr>
          <p:spPr bwMode="auto">
            <a:xfrm>
              <a:off x="4885" y="980"/>
              <a:ext cx="12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4949" y="980"/>
              <a:ext cx="12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Rectangle 47"/>
            <p:cNvSpPr>
              <a:spLocks noChangeArrowheads="1"/>
            </p:cNvSpPr>
            <p:nvPr/>
          </p:nvSpPr>
          <p:spPr bwMode="auto">
            <a:xfrm>
              <a:off x="4928" y="980"/>
              <a:ext cx="12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Rectangle 48"/>
            <p:cNvSpPr>
              <a:spLocks noChangeArrowheads="1"/>
            </p:cNvSpPr>
            <p:nvPr/>
          </p:nvSpPr>
          <p:spPr bwMode="auto">
            <a:xfrm>
              <a:off x="4990" y="980"/>
              <a:ext cx="14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Rectangle 49"/>
            <p:cNvSpPr>
              <a:spLocks noChangeArrowheads="1"/>
            </p:cNvSpPr>
            <p:nvPr/>
          </p:nvSpPr>
          <p:spPr bwMode="auto">
            <a:xfrm>
              <a:off x="4971" y="980"/>
              <a:ext cx="12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Rectangle 50"/>
            <p:cNvSpPr>
              <a:spLocks noChangeArrowheads="1"/>
            </p:cNvSpPr>
            <p:nvPr/>
          </p:nvSpPr>
          <p:spPr bwMode="auto">
            <a:xfrm>
              <a:off x="5033" y="980"/>
              <a:ext cx="14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Rectangle 51"/>
            <p:cNvSpPr>
              <a:spLocks noChangeArrowheads="1"/>
            </p:cNvSpPr>
            <p:nvPr/>
          </p:nvSpPr>
          <p:spPr bwMode="auto">
            <a:xfrm>
              <a:off x="5012" y="980"/>
              <a:ext cx="14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Rectangle 52"/>
            <p:cNvSpPr>
              <a:spLocks noChangeArrowheads="1"/>
            </p:cNvSpPr>
            <p:nvPr/>
          </p:nvSpPr>
          <p:spPr bwMode="auto">
            <a:xfrm>
              <a:off x="5076" y="980"/>
              <a:ext cx="14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Rectangle 53"/>
            <p:cNvSpPr>
              <a:spLocks noChangeArrowheads="1"/>
            </p:cNvSpPr>
            <p:nvPr/>
          </p:nvSpPr>
          <p:spPr bwMode="auto">
            <a:xfrm>
              <a:off x="5055" y="980"/>
              <a:ext cx="14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Rectangle 54"/>
            <p:cNvSpPr>
              <a:spLocks noChangeArrowheads="1"/>
            </p:cNvSpPr>
            <p:nvPr/>
          </p:nvSpPr>
          <p:spPr bwMode="auto">
            <a:xfrm>
              <a:off x="5119" y="980"/>
              <a:ext cx="12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Rectangle 55"/>
            <p:cNvSpPr>
              <a:spLocks noChangeArrowheads="1"/>
            </p:cNvSpPr>
            <p:nvPr/>
          </p:nvSpPr>
          <p:spPr bwMode="auto">
            <a:xfrm>
              <a:off x="5098" y="980"/>
              <a:ext cx="14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Rectangle 56"/>
            <p:cNvSpPr>
              <a:spLocks noChangeArrowheads="1"/>
            </p:cNvSpPr>
            <p:nvPr/>
          </p:nvSpPr>
          <p:spPr bwMode="auto">
            <a:xfrm>
              <a:off x="5162" y="980"/>
              <a:ext cx="12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Rectangle 57"/>
            <p:cNvSpPr>
              <a:spLocks noChangeArrowheads="1"/>
            </p:cNvSpPr>
            <p:nvPr/>
          </p:nvSpPr>
          <p:spPr bwMode="auto">
            <a:xfrm>
              <a:off x="5141" y="980"/>
              <a:ext cx="12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Rectangle 58"/>
            <p:cNvSpPr>
              <a:spLocks noChangeArrowheads="1"/>
            </p:cNvSpPr>
            <p:nvPr/>
          </p:nvSpPr>
          <p:spPr bwMode="auto">
            <a:xfrm>
              <a:off x="5184" y="980"/>
              <a:ext cx="12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59"/>
            <p:cNvSpPr>
              <a:spLocks noEditPoints="1"/>
            </p:cNvSpPr>
            <p:nvPr/>
          </p:nvSpPr>
          <p:spPr bwMode="auto">
            <a:xfrm>
              <a:off x="4830" y="956"/>
              <a:ext cx="399" cy="91"/>
            </a:xfrm>
            <a:custGeom>
              <a:avLst/>
              <a:gdLst>
                <a:gd name="T0" fmla="*/ 4 w 167"/>
                <a:gd name="T1" fmla="*/ 38 h 38"/>
                <a:gd name="T2" fmla="*/ 162 w 167"/>
                <a:gd name="T3" fmla="*/ 38 h 38"/>
                <a:gd name="T4" fmla="*/ 167 w 167"/>
                <a:gd name="T5" fmla="*/ 34 h 38"/>
                <a:gd name="T6" fmla="*/ 167 w 167"/>
                <a:gd name="T7" fmla="*/ 4 h 38"/>
                <a:gd name="T8" fmla="*/ 162 w 167"/>
                <a:gd name="T9" fmla="*/ 0 h 38"/>
                <a:gd name="T10" fmla="*/ 4 w 167"/>
                <a:gd name="T11" fmla="*/ 0 h 38"/>
                <a:gd name="T12" fmla="*/ 0 w 167"/>
                <a:gd name="T13" fmla="*/ 4 h 38"/>
                <a:gd name="T14" fmla="*/ 0 w 167"/>
                <a:gd name="T15" fmla="*/ 34 h 38"/>
                <a:gd name="T16" fmla="*/ 4 w 167"/>
                <a:gd name="T17" fmla="*/ 38 h 38"/>
                <a:gd name="T18" fmla="*/ 8 w 167"/>
                <a:gd name="T19" fmla="*/ 8 h 38"/>
                <a:gd name="T20" fmla="*/ 158 w 167"/>
                <a:gd name="T21" fmla="*/ 8 h 38"/>
                <a:gd name="T22" fmla="*/ 158 w 167"/>
                <a:gd name="T23" fmla="*/ 30 h 38"/>
                <a:gd name="T24" fmla="*/ 8 w 167"/>
                <a:gd name="T25" fmla="*/ 30 h 38"/>
                <a:gd name="T26" fmla="*/ 8 w 167"/>
                <a:gd name="T27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7" h="38">
                  <a:moveTo>
                    <a:pt x="4" y="38"/>
                  </a:moveTo>
                  <a:cubicBezTo>
                    <a:pt x="162" y="38"/>
                    <a:pt x="162" y="38"/>
                    <a:pt x="162" y="38"/>
                  </a:cubicBezTo>
                  <a:cubicBezTo>
                    <a:pt x="165" y="38"/>
                    <a:pt x="167" y="36"/>
                    <a:pt x="167" y="34"/>
                  </a:cubicBezTo>
                  <a:cubicBezTo>
                    <a:pt x="167" y="4"/>
                    <a:pt x="167" y="4"/>
                    <a:pt x="167" y="4"/>
                  </a:cubicBezTo>
                  <a:cubicBezTo>
                    <a:pt x="167" y="2"/>
                    <a:pt x="165" y="0"/>
                    <a:pt x="16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6"/>
                    <a:pt x="2" y="38"/>
                    <a:pt x="4" y="38"/>
                  </a:cubicBezTo>
                  <a:close/>
                  <a:moveTo>
                    <a:pt x="8" y="8"/>
                  </a:moveTo>
                  <a:cubicBezTo>
                    <a:pt x="158" y="8"/>
                    <a:pt x="158" y="8"/>
                    <a:pt x="158" y="8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60"/>
            <p:cNvSpPr>
              <a:spLocks/>
            </p:cNvSpPr>
            <p:nvPr/>
          </p:nvSpPr>
          <p:spPr bwMode="auto">
            <a:xfrm>
              <a:off x="4830" y="645"/>
              <a:ext cx="160" cy="292"/>
            </a:xfrm>
            <a:custGeom>
              <a:avLst/>
              <a:gdLst>
                <a:gd name="T0" fmla="*/ 0 w 67"/>
                <a:gd name="T1" fmla="*/ 118 h 122"/>
                <a:gd name="T2" fmla="*/ 0 w 67"/>
                <a:gd name="T3" fmla="*/ 119 h 122"/>
                <a:gd name="T4" fmla="*/ 0 w 67"/>
                <a:gd name="T5" fmla="*/ 119 h 122"/>
                <a:gd name="T6" fmla="*/ 1 w 67"/>
                <a:gd name="T7" fmla="*/ 121 h 122"/>
                <a:gd name="T8" fmla="*/ 1 w 67"/>
                <a:gd name="T9" fmla="*/ 121 h 122"/>
                <a:gd name="T10" fmla="*/ 1 w 67"/>
                <a:gd name="T11" fmla="*/ 121 h 122"/>
                <a:gd name="T12" fmla="*/ 2 w 67"/>
                <a:gd name="T13" fmla="*/ 121 h 122"/>
                <a:gd name="T14" fmla="*/ 2 w 67"/>
                <a:gd name="T15" fmla="*/ 121 h 122"/>
                <a:gd name="T16" fmla="*/ 4 w 67"/>
                <a:gd name="T17" fmla="*/ 122 h 122"/>
                <a:gd name="T18" fmla="*/ 63 w 67"/>
                <a:gd name="T19" fmla="*/ 122 h 122"/>
                <a:gd name="T20" fmla="*/ 67 w 67"/>
                <a:gd name="T21" fmla="*/ 118 h 122"/>
                <a:gd name="T22" fmla="*/ 63 w 67"/>
                <a:gd name="T23" fmla="*/ 114 h 122"/>
                <a:gd name="T24" fmla="*/ 14 w 67"/>
                <a:gd name="T25" fmla="*/ 114 h 122"/>
                <a:gd name="T26" fmla="*/ 39 w 67"/>
                <a:gd name="T27" fmla="*/ 88 h 122"/>
                <a:gd name="T28" fmla="*/ 39 w 67"/>
                <a:gd name="T29" fmla="*/ 82 h 122"/>
                <a:gd name="T30" fmla="*/ 33 w 67"/>
                <a:gd name="T31" fmla="*/ 82 h 122"/>
                <a:gd name="T32" fmla="*/ 8 w 67"/>
                <a:gd name="T33" fmla="*/ 108 h 122"/>
                <a:gd name="T34" fmla="*/ 8 w 67"/>
                <a:gd name="T35" fmla="*/ 4 h 122"/>
                <a:gd name="T36" fmla="*/ 4 w 67"/>
                <a:gd name="T37" fmla="*/ 0 h 122"/>
                <a:gd name="T38" fmla="*/ 0 w 67"/>
                <a:gd name="T39" fmla="*/ 4 h 122"/>
                <a:gd name="T40" fmla="*/ 0 w 67"/>
                <a:gd name="T41" fmla="*/ 118 h 122"/>
                <a:gd name="T42" fmla="*/ 0 w 67"/>
                <a:gd name="T43" fmla="*/ 118 h 122"/>
                <a:gd name="T44" fmla="*/ 0 w 67"/>
                <a:gd name="T45" fmla="*/ 118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7" h="122">
                  <a:moveTo>
                    <a:pt x="0" y="118"/>
                  </a:moveTo>
                  <a:cubicBezTo>
                    <a:pt x="0" y="118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20"/>
                    <a:pt x="1" y="120"/>
                    <a:pt x="1" y="121"/>
                  </a:cubicBezTo>
                  <a:cubicBezTo>
                    <a:pt x="1" y="121"/>
                    <a:pt x="1" y="121"/>
                    <a:pt x="1" y="121"/>
                  </a:cubicBezTo>
                  <a:cubicBezTo>
                    <a:pt x="1" y="121"/>
                    <a:pt x="1" y="121"/>
                    <a:pt x="1" y="121"/>
                  </a:cubicBezTo>
                  <a:cubicBezTo>
                    <a:pt x="1" y="121"/>
                    <a:pt x="2" y="121"/>
                    <a:pt x="2" y="121"/>
                  </a:cubicBezTo>
                  <a:cubicBezTo>
                    <a:pt x="2" y="121"/>
                    <a:pt x="2" y="121"/>
                    <a:pt x="2" y="121"/>
                  </a:cubicBezTo>
                  <a:cubicBezTo>
                    <a:pt x="3" y="122"/>
                    <a:pt x="3" y="122"/>
                    <a:pt x="4" y="122"/>
                  </a:cubicBezTo>
                  <a:cubicBezTo>
                    <a:pt x="63" y="122"/>
                    <a:pt x="63" y="122"/>
                    <a:pt x="63" y="122"/>
                  </a:cubicBezTo>
                  <a:cubicBezTo>
                    <a:pt x="66" y="122"/>
                    <a:pt x="67" y="120"/>
                    <a:pt x="67" y="118"/>
                  </a:cubicBezTo>
                  <a:cubicBezTo>
                    <a:pt x="67" y="115"/>
                    <a:pt x="66" y="114"/>
                    <a:pt x="63" y="114"/>
                  </a:cubicBezTo>
                  <a:cubicBezTo>
                    <a:pt x="14" y="114"/>
                    <a:pt x="14" y="114"/>
                    <a:pt x="14" y="114"/>
                  </a:cubicBezTo>
                  <a:cubicBezTo>
                    <a:pt x="39" y="88"/>
                    <a:pt x="39" y="88"/>
                    <a:pt x="39" y="88"/>
                  </a:cubicBezTo>
                  <a:cubicBezTo>
                    <a:pt x="41" y="86"/>
                    <a:pt x="41" y="84"/>
                    <a:pt x="39" y="82"/>
                  </a:cubicBezTo>
                  <a:cubicBezTo>
                    <a:pt x="38" y="80"/>
                    <a:pt x="35" y="80"/>
                    <a:pt x="33" y="82"/>
                  </a:cubicBezTo>
                  <a:cubicBezTo>
                    <a:pt x="8" y="108"/>
                    <a:pt x="8" y="108"/>
                    <a:pt x="8" y="108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1"/>
            <p:cNvSpPr>
              <a:spLocks noEditPoints="1"/>
            </p:cNvSpPr>
            <p:nvPr/>
          </p:nvSpPr>
          <p:spPr bwMode="auto">
            <a:xfrm>
              <a:off x="5057" y="630"/>
              <a:ext cx="196" cy="199"/>
            </a:xfrm>
            <a:custGeom>
              <a:avLst/>
              <a:gdLst>
                <a:gd name="T0" fmla="*/ 11 w 82"/>
                <a:gd name="T1" fmla="*/ 72 h 83"/>
                <a:gd name="T2" fmla="*/ 16 w 82"/>
                <a:gd name="T3" fmla="*/ 79 h 83"/>
                <a:gd name="T4" fmla="*/ 21 w 82"/>
                <a:gd name="T5" fmla="*/ 83 h 83"/>
                <a:gd name="T6" fmla="*/ 24 w 82"/>
                <a:gd name="T7" fmla="*/ 81 h 83"/>
                <a:gd name="T8" fmla="*/ 79 w 82"/>
                <a:gd name="T9" fmla="*/ 27 h 83"/>
                <a:gd name="T10" fmla="*/ 79 w 82"/>
                <a:gd name="T11" fmla="*/ 15 h 83"/>
                <a:gd name="T12" fmla="*/ 67 w 82"/>
                <a:gd name="T13" fmla="*/ 4 h 83"/>
                <a:gd name="T14" fmla="*/ 56 w 82"/>
                <a:gd name="T15" fmla="*/ 4 h 83"/>
                <a:gd name="T16" fmla="*/ 1 w 82"/>
                <a:gd name="T17" fmla="*/ 58 h 83"/>
                <a:gd name="T18" fmla="*/ 0 w 82"/>
                <a:gd name="T19" fmla="*/ 62 h 83"/>
                <a:gd name="T20" fmla="*/ 4 w 82"/>
                <a:gd name="T21" fmla="*/ 67 h 83"/>
                <a:gd name="T22" fmla="*/ 11 w 82"/>
                <a:gd name="T23" fmla="*/ 72 h 83"/>
                <a:gd name="T24" fmla="*/ 61 w 82"/>
                <a:gd name="T25" fmla="*/ 9 h 83"/>
                <a:gd name="T26" fmla="*/ 73 w 82"/>
                <a:gd name="T27" fmla="*/ 21 h 83"/>
                <a:gd name="T28" fmla="*/ 22 w 82"/>
                <a:gd name="T29" fmla="*/ 72 h 83"/>
                <a:gd name="T30" fmla="*/ 17 w 82"/>
                <a:gd name="T31" fmla="*/ 66 h 83"/>
                <a:gd name="T32" fmla="*/ 10 w 82"/>
                <a:gd name="T33" fmla="*/ 61 h 83"/>
                <a:gd name="T34" fmla="*/ 61 w 82"/>
                <a:gd name="T35" fmla="*/ 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2" h="83">
                  <a:moveTo>
                    <a:pt x="11" y="72"/>
                  </a:moveTo>
                  <a:cubicBezTo>
                    <a:pt x="13" y="74"/>
                    <a:pt x="15" y="77"/>
                    <a:pt x="16" y="79"/>
                  </a:cubicBezTo>
                  <a:cubicBezTo>
                    <a:pt x="17" y="81"/>
                    <a:pt x="18" y="83"/>
                    <a:pt x="21" y="83"/>
                  </a:cubicBezTo>
                  <a:cubicBezTo>
                    <a:pt x="22" y="83"/>
                    <a:pt x="23" y="82"/>
                    <a:pt x="24" y="81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2" y="23"/>
                    <a:pt x="82" y="18"/>
                    <a:pt x="79" y="15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0"/>
                    <a:pt x="59" y="0"/>
                    <a:pt x="56" y="4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0" y="59"/>
                    <a:pt x="0" y="61"/>
                    <a:pt x="0" y="62"/>
                  </a:cubicBezTo>
                  <a:cubicBezTo>
                    <a:pt x="0" y="64"/>
                    <a:pt x="2" y="66"/>
                    <a:pt x="4" y="67"/>
                  </a:cubicBezTo>
                  <a:cubicBezTo>
                    <a:pt x="6" y="68"/>
                    <a:pt x="9" y="70"/>
                    <a:pt x="11" y="72"/>
                  </a:cubicBezTo>
                  <a:close/>
                  <a:moveTo>
                    <a:pt x="61" y="9"/>
                  </a:moveTo>
                  <a:cubicBezTo>
                    <a:pt x="73" y="21"/>
                    <a:pt x="73" y="21"/>
                    <a:pt x="73" y="21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0" y="70"/>
                    <a:pt x="19" y="68"/>
                    <a:pt x="17" y="66"/>
                  </a:cubicBezTo>
                  <a:cubicBezTo>
                    <a:pt x="14" y="64"/>
                    <a:pt x="12" y="62"/>
                    <a:pt x="10" y="61"/>
                  </a:cubicBezTo>
                  <a:lnTo>
                    <a:pt x="61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62"/>
            <p:cNvSpPr>
              <a:spLocks noEditPoints="1"/>
            </p:cNvSpPr>
            <p:nvPr/>
          </p:nvSpPr>
          <p:spPr bwMode="auto">
            <a:xfrm>
              <a:off x="4978" y="793"/>
              <a:ext cx="117" cy="112"/>
            </a:xfrm>
            <a:custGeom>
              <a:avLst/>
              <a:gdLst>
                <a:gd name="T0" fmla="*/ 5 w 49"/>
                <a:gd name="T1" fmla="*/ 21 h 47"/>
                <a:gd name="T2" fmla="*/ 5 w 49"/>
                <a:gd name="T3" fmla="*/ 21 h 47"/>
                <a:gd name="T4" fmla="*/ 2 w 49"/>
                <a:gd name="T5" fmla="*/ 39 h 47"/>
                <a:gd name="T6" fmla="*/ 0 w 49"/>
                <a:gd name="T7" fmla="*/ 47 h 47"/>
                <a:gd name="T8" fmla="*/ 8 w 49"/>
                <a:gd name="T9" fmla="*/ 45 h 47"/>
                <a:gd name="T10" fmla="*/ 26 w 49"/>
                <a:gd name="T11" fmla="*/ 42 h 47"/>
                <a:gd name="T12" fmla="*/ 41 w 49"/>
                <a:gd name="T13" fmla="*/ 35 h 47"/>
                <a:gd name="T14" fmla="*/ 41 w 49"/>
                <a:gd name="T15" fmla="*/ 6 h 47"/>
                <a:gd name="T16" fmla="*/ 26 w 49"/>
                <a:gd name="T17" fmla="*/ 0 h 47"/>
                <a:gd name="T18" fmla="*/ 12 w 49"/>
                <a:gd name="T19" fmla="*/ 6 h 47"/>
                <a:gd name="T20" fmla="*/ 5 w 49"/>
                <a:gd name="T21" fmla="*/ 21 h 47"/>
                <a:gd name="T22" fmla="*/ 13 w 49"/>
                <a:gd name="T23" fmla="*/ 22 h 47"/>
                <a:gd name="T24" fmla="*/ 17 w 49"/>
                <a:gd name="T25" fmla="*/ 12 h 47"/>
                <a:gd name="T26" fmla="*/ 26 w 49"/>
                <a:gd name="T27" fmla="*/ 8 h 47"/>
                <a:gd name="T28" fmla="*/ 35 w 49"/>
                <a:gd name="T29" fmla="*/ 12 h 47"/>
                <a:gd name="T30" fmla="*/ 35 w 49"/>
                <a:gd name="T31" fmla="*/ 30 h 47"/>
                <a:gd name="T32" fmla="*/ 25 w 49"/>
                <a:gd name="T33" fmla="*/ 34 h 47"/>
                <a:gd name="T34" fmla="*/ 11 w 49"/>
                <a:gd name="T35" fmla="*/ 36 h 47"/>
                <a:gd name="T36" fmla="*/ 13 w 49"/>
                <a:gd name="T37" fmla="*/ 2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9" h="47">
                  <a:moveTo>
                    <a:pt x="5" y="21"/>
                  </a:moveTo>
                  <a:cubicBezTo>
                    <a:pt x="5" y="21"/>
                    <a:pt x="5" y="21"/>
                    <a:pt x="5" y="21"/>
                  </a:cubicBezTo>
                  <a:cubicBezTo>
                    <a:pt x="5" y="25"/>
                    <a:pt x="4" y="30"/>
                    <a:pt x="2" y="39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7" y="43"/>
                    <a:pt x="23" y="42"/>
                    <a:pt x="26" y="42"/>
                  </a:cubicBezTo>
                  <a:cubicBezTo>
                    <a:pt x="32" y="41"/>
                    <a:pt x="36" y="40"/>
                    <a:pt x="41" y="35"/>
                  </a:cubicBezTo>
                  <a:cubicBezTo>
                    <a:pt x="49" y="27"/>
                    <a:pt x="49" y="14"/>
                    <a:pt x="41" y="6"/>
                  </a:cubicBezTo>
                  <a:cubicBezTo>
                    <a:pt x="37" y="2"/>
                    <a:pt x="32" y="0"/>
                    <a:pt x="26" y="0"/>
                  </a:cubicBezTo>
                  <a:cubicBezTo>
                    <a:pt x="21" y="0"/>
                    <a:pt x="15" y="2"/>
                    <a:pt x="12" y="6"/>
                  </a:cubicBezTo>
                  <a:cubicBezTo>
                    <a:pt x="7" y="11"/>
                    <a:pt x="6" y="14"/>
                    <a:pt x="5" y="21"/>
                  </a:cubicBezTo>
                  <a:close/>
                  <a:moveTo>
                    <a:pt x="13" y="22"/>
                  </a:moveTo>
                  <a:cubicBezTo>
                    <a:pt x="14" y="16"/>
                    <a:pt x="14" y="15"/>
                    <a:pt x="17" y="12"/>
                  </a:cubicBezTo>
                  <a:cubicBezTo>
                    <a:pt x="20" y="9"/>
                    <a:pt x="23" y="8"/>
                    <a:pt x="26" y="8"/>
                  </a:cubicBezTo>
                  <a:cubicBezTo>
                    <a:pt x="30" y="8"/>
                    <a:pt x="33" y="9"/>
                    <a:pt x="35" y="12"/>
                  </a:cubicBezTo>
                  <a:cubicBezTo>
                    <a:pt x="40" y="17"/>
                    <a:pt x="40" y="25"/>
                    <a:pt x="35" y="30"/>
                  </a:cubicBezTo>
                  <a:cubicBezTo>
                    <a:pt x="32" y="33"/>
                    <a:pt x="31" y="33"/>
                    <a:pt x="25" y="34"/>
                  </a:cubicBezTo>
                  <a:cubicBezTo>
                    <a:pt x="22" y="34"/>
                    <a:pt x="18" y="35"/>
                    <a:pt x="11" y="36"/>
                  </a:cubicBezTo>
                  <a:cubicBezTo>
                    <a:pt x="12" y="30"/>
                    <a:pt x="13" y="25"/>
                    <a:pt x="13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63"/>
            <p:cNvSpPr>
              <a:spLocks noEditPoints="1"/>
            </p:cNvSpPr>
            <p:nvPr/>
          </p:nvSpPr>
          <p:spPr bwMode="auto">
            <a:xfrm>
              <a:off x="4904" y="661"/>
              <a:ext cx="41" cy="58"/>
            </a:xfrm>
            <a:custGeom>
              <a:avLst/>
              <a:gdLst>
                <a:gd name="T0" fmla="*/ 0 w 17"/>
                <a:gd name="T1" fmla="*/ 1 h 24"/>
                <a:gd name="T2" fmla="*/ 0 w 17"/>
                <a:gd name="T3" fmla="*/ 24 h 24"/>
                <a:gd name="T4" fmla="*/ 5 w 17"/>
                <a:gd name="T5" fmla="*/ 24 h 24"/>
                <a:gd name="T6" fmla="*/ 5 w 17"/>
                <a:gd name="T7" fmla="*/ 14 h 24"/>
                <a:gd name="T8" fmla="*/ 5 w 17"/>
                <a:gd name="T9" fmla="*/ 14 h 24"/>
                <a:gd name="T10" fmla="*/ 9 w 17"/>
                <a:gd name="T11" fmla="*/ 17 h 24"/>
                <a:gd name="T12" fmla="*/ 15 w 17"/>
                <a:gd name="T13" fmla="*/ 14 h 24"/>
                <a:gd name="T14" fmla="*/ 17 w 17"/>
                <a:gd name="T15" fmla="*/ 8 h 24"/>
                <a:gd name="T16" fmla="*/ 15 w 17"/>
                <a:gd name="T17" fmla="*/ 2 h 24"/>
                <a:gd name="T18" fmla="*/ 10 w 17"/>
                <a:gd name="T19" fmla="*/ 0 h 24"/>
                <a:gd name="T20" fmla="*/ 5 w 17"/>
                <a:gd name="T21" fmla="*/ 3 h 24"/>
                <a:gd name="T22" fmla="*/ 5 w 17"/>
                <a:gd name="T23" fmla="*/ 3 h 24"/>
                <a:gd name="T24" fmla="*/ 5 w 17"/>
                <a:gd name="T25" fmla="*/ 1 h 24"/>
                <a:gd name="T26" fmla="*/ 0 w 17"/>
                <a:gd name="T27" fmla="*/ 1 h 24"/>
                <a:gd name="T28" fmla="*/ 6 w 17"/>
                <a:gd name="T29" fmla="*/ 5 h 24"/>
                <a:gd name="T30" fmla="*/ 8 w 17"/>
                <a:gd name="T31" fmla="*/ 4 h 24"/>
                <a:gd name="T32" fmla="*/ 12 w 17"/>
                <a:gd name="T33" fmla="*/ 8 h 24"/>
                <a:gd name="T34" fmla="*/ 11 w 17"/>
                <a:gd name="T35" fmla="*/ 12 h 24"/>
                <a:gd name="T36" fmla="*/ 8 w 17"/>
                <a:gd name="T37" fmla="*/ 13 h 24"/>
                <a:gd name="T38" fmla="*/ 6 w 17"/>
                <a:gd name="T39" fmla="*/ 12 h 24"/>
                <a:gd name="T40" fmla="*/ 5 w 17"/>
                <a:gd name="T41" fmla="*/ 9 h 24"/>
                <a:gd name="T42" fmla="*/ 5 w 17"/>
                <a:gd name="T43" fmla="*/ 8 h 24"/>
                <a:gd name="T44" fmla="*/ 6 w 17"/>
                <a:gd name="T45" fmla="*/ 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" h="24">
                  <a:moveTo>
                    <a:pt x="0" y="1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6"/>
                    <a:pt x="7" y="17"/>
                    <a:pt x="9" y="17"/>
                  </a:cubicBezTo>
                  <a:cubicBezTo>
                    <a:pt x="12" y="17"/>
                    <a:pt x="13" y="16"/>
                    <a:pt x="15" y="14"/>
                  </a:cubicBezTo>
                  <a:cubicBezTo>
                    <a:pt x="16" y="13"/>
                    <a:pt x="17" y="11"/>
                    <a:pt x="17" y="8"/>
                  </a:cubicBezTo>
                  <a:cubicBezTo>
                    <a:pt x="17" y="6"/>
                    <a:pt x="16" y="4"/>
                    <a:pt x="15" y="2"/>
                  </a:cubicBezTo>
                  <a:cubicBezTo>
                    <a:pt x="14" y="1"/>
                    <a:pt x="12" y="0"/>
                    <a:pt x="10" y="0"/>
                  </a:cubicBezTo>
                  <a:cubicBezTo>
                    <a:pt x="8" y="0"/>
                    <a:pt x="6" y="1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5" y="1"/>
                    <a:pt x="5" y="1"/>
                  </a:cubicBezTo>
                  <a:lnTo>
                    <a:pt x="0" y="1"/>
                  </a:lnTo>
                  <a:close/>
                  <a:moveTo>
                    <a:pt x="6" y="5"/>
                  </a:moveTo>
                  <a:cubicBezTo>
                    <a:pt x="7" y="4"/>
                    <a:pt x="7" y="4"/>
                    <a:pt x="8" y="4"/>
                  </a:cubicBezTo>
                  <a:cubicBezTo>
                    <a:pt x="11" y="4"/>
                    <a:pt x="12" y="5"/>
                    <a:pt x="12" y="8"/>
                  </a:cubicBezTo>
                  <a:cubicBezTo>
                    <a:pt x="12" y="10"/>
                    <a:pt x="12" y="11"/>
                    <a:pt x="11" y="12"/>
                  </a:cubicBezTo>
                  <a:cubicBezTo>
                    <a:pt x="10" y="13"/>
                    <a:pt x="9" y="13"/>
                    <a:pt x="8" y="13"/>
                  </a:cubicBezTo>
                  <a:cubicBezTo>
                    <a:pt x="7" y="13"/>
                    <a:pt x="6" y="13"/>
                    <a:pt x="6" y="12"/>
                  </a:cubicBezTo>
                  <a:cubicBezTo>
                    <a:pt x="5" y="11"/>
                    <a:pt x="5" y="10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5" y="6"/>
                    <a:pt x="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Rectangle 64"/>
            <p:cNvSpPr>
              <a:spLocks noChangeArrowheads="1"/>
            </p:cNvSpPr>
            <p:nvPr/>
          </p:nvSpPr>
          <p:spPr bwMode="auto">
            <a:xfrm>
              <a:off x="4952" y="645"/>
              <a:ext cx="9" cy="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65"/>
            <p:cNvSpPr>
              <a:spLocks noEditPoints="1"/>
            </p:cNvSpPr>
            <p:nvPr/>
          </p:nvSpPr>
          <p:spPr bwMode="auto">
            <a:xfrm>
              <a:off x="4969" y="661"/>
              <a:ext cx="33" cy="41"/>
            </a:xfrm>
            <a:custGeom>
              <a:avLst/>
              <a:gdLst>
                <a:gd name="T0" fmla="*/ 0 w 14"/>
                <a:gd name="T1" fmla="*/ 12 h 17"/>
                <a:gd name="T2" fmla="*/ 2 w 14"/>
                <a:gd name="T3" fmla="*/ 15 h 17"/>
                <a:gd name="T4" fmla="*/ 5 w 14"/>
                <a:gd name="T5" fmla="*/ 17 h 17"/>
                <a:gd name="T6" fmla="*/ 10 w 14"/>
                <a:gd name="T7" fmla="*/ 14 h 17"/>
                <a:gd name="T8" fmla="*/ 10 w 14"/>
                <a:gd name="T9" fmla="*/ 14 h 17"/>
                <a:gd name="T10" fmla="*/ 10 w 14"/>
                <a:gd name="T11" fmla="*/ 16 h 17"/>
                <a:gd name="T12" fmla="*/ 14 w 14"/>
                <a:gd name="T13" fmla="*/ 16 h 17"/>
                <a:gd name="T14" fmla="*/ 14 w 14"/>
                <a:gd name="T15" fmla="*/ 7 h 17"/>
                <a:gd name="T16" fmla="*/ 8 w 14"/>
                <a:gd name="T17" fmla="*/ 0 h 17"/>
                <a:gd name="T18" fmla="*/ 5 w 14"/>
                <a:gd name="T19" fmla="*/ 1 h 17"/>
                <a:gd name="T20" fmla="*/ 2 w 14"/>
                <a:gd name="T21" fmla="*/ 1 h 17"/>
                <a:gd name="T22" fmla="*/ 2 w 14"/>
                <a:gd name="T23" fmla="*/ 5 h 17"/>
                <a:gd name="T24" fmla="*/ 7 w 14"/>
                <a:gd name="T25" fmla="*/ 3 h 17"/>
                <a:gd name="T26" fmla="*/ 10 w 14"/>
                <a:gd name="T27" fmla="*/ 6 h 17"/>
                <a:gd name="T28" fmla="*/ 6 w 14"/>
                <a:gd name="T29" fmla="*/ 7 h 17"/>
                <a:gd name="T30" fmla="*/ 0 w 14"/>
                <a:gd name="T31" fmla="*/ 12 h 17"/>
                <a:gd name="T32" fmla="*/ 10 w 14"/>
                <a:gd name="T33" fmla="*/ 9 h 17"/>
                <a:gd name="T34" fmla="*/ 10 w 14"/>
                <a:gd name="T35" fmla="*/ 10 h 17"/>
                <a:gd name="T36" fmla="*/ 9 w 14"/>
                <a:gd name="T37" fmla="*/ 12 h 17"/>
                <a:gd name="T38" fmla="*/ 7 w 14"/>
                <a:gd name="T39" fmla="*/ 13 h 17"/>
                <a:gd name="T40" fmla="*/ 5 w 14"/>
                <a:gd name="T41" fmla="*/ 13 h 17"/>
                <a:gd name="T42" fmla="*/ 5 w 14"/>
                <a:gd name="T43" fmla="*/ 11 h 17"/>
                <a:gd name="T44" fmla="*/ 7 w 14"/>
                <a:gd name="T45" fmla="*/ 9 h 17"/>
                <a:gd name="T46" fmla="*/ 10 w 14"/>
                <a:gd name="T47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" h="17">
                  <a:moveTo>
                    <a:pt x="0" y="12"/>
                  </a:moveTo>
                  <a:cubicBezTo>
                    <a:pt x="0" y="13"/>
                    <a:pt x="1" y="15"/>
                    <a:pt x="2" y="15"/>
                  </a:cubicBezTo>
                  <a:cubicBezTo>
                    <a:pt x="3" y="16"/>
                    <a:pt x="4" y="17"/>
                    <a:pt x="5" y="17"/>
                  </a:cubicBezTo>
                  <a:cubicBezTo>
                    <a:pt x="7" y="17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2"/>
                    <a:pt x="12" y="0"/>
                    <a:pt x="8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4"/>
                    <a:pt x="10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2" y="7"/>
                    <a:pt x="0" y="9"/>
                    <a:pt x="0" y="12"/>
                  </a:cubicBezTo>
                  <a:close/>
                  <a:moveTo>
                    <a:pt x="10" y="9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10" y="11"/>
                    <a:pt x="10" y="12"/>
                    <a:pt x="9" y="12"/>
                  </a:cubicBezTo>
                  <a:cubicBezTo>
                    <a:pt x="8" y="13"/>
                    <a:pt x="8" y="13"/>
                    <a:pt x="7" y="13"/>
                  </a:cubicBezTo>
                  <a:cubicBezTo>
                    <a:pt x="6" y="13"/>
                    <a:pt x="6" y="13"/>
                    <a:pt x="5" y="13"/>
                  </a:cubicBezTo>
                  <a:cubicBezTo>
                    <a:pt x="5" y="12"/>
                    <a:pt x="5" y="12"/>
                    <a:pt x="5" y="11"/>
                  </a:cubicBezTo>
                  <a:cubicBezTo>
                    <a:pt x="5" y="10"/>
                    <a:pt x="5" y="9"/>
                    <a:pt x="7" y="9"/>
                  </a:cubicBezTo>
                  <a:lnTo>
                    <a:pt x="10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66"/>
            <p:cNvSpPr>
              <a:spLocks/>
            </p:cNvSpPr>
            <p:nvPr/>
          </p:nvSpPr>
          <p:spPr bwMode="auto">
            <a:xfrm>
              <a:off x="5012" y="661"/>
              <a:ext cx="35" cy="39"/>
            </a:xfrm>
            <a:custGeom>
              <a:avLst/>
              <a:gdLst>
                <a:gd name="T0" fmla="*/ 0 w 15"/>
                <a:gd name="T1" fmla="*/ 1 h 16"/>
                <a:gd name="T2" fmla="*/ 0 w 15"/>
                <a:gd name="T3" fmla="*/ 16 h 16"/>
                <a:gd name="T4" fmla="*/ 5 w 15"/>
                <a:gd name="T5" fmla="*/ 16 h 16"/>
                <a:gd name="T6" fmla="*/ 5 w 15"/>
                <a:gd name="T7" fmla="*/ 7 h 16"/>
                <a:gd name="T8" fmla="*/ 6 w 15"/>
                <a:gd name="T9" fmla="*/ 5 h 16"/>
                <a:gd name="T10" fmla="*/ 8 w 15"/>
                <a:gd name="T11" fmla="*/ 4 h 16"/>
                <a:gd name="T12" fmla="*/ 11 w 15"/>
                <a:gd name="T13" fmla="*/ 7 h 16"/>
                <a:gd name="T14" fmla="*/ 11 w 15"/>
                <a:gd name="T15" fmla="*/ 16 h 16"/>
                <a:gd name="T16" fmla="*/ 15 w 15"/>
                <a:gd name="T17" fmla="*/ 16 h 16"/>
                <a:gd name="T18" fmla="*/ 15 w 15"/>
                <a:gd name="T19" fmla="*/ 7 h 16"/>
                <a:gd name="T20" fmla="*/ 10 w 15"/>
                <a:gd name="T21" fmla="*/ 0 h 16"/>
                <a:gd name="T22" fmla="*/ 5 w 15"/>
                <a:gd name="T23" fmla="*/ 3 h 16"/>
                <a:gd name="T24" fmla="*/ 5 w 15"/>
                <a:gd name="T25" fmla="*/ 3 h 16"/>
                <a:gd name="T26" fmla="*/ 5 w 15"/>
                <a:gd name="T27" fmla="*/ 1 h 16"/>
                <a:gd name="T28" fmla="*/ 0 w 15"/>
                <a:gd name="T2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6">
                  <a:moveTo>
                    <a:pt x="0" y="1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5"/>
                    <a:pt x="6" y="5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5"/>
                    <a:pt x="11" y="7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2"/>
                    <a:pt x="14" y="0"/>
                    <a:pt x="10" y="0"/>
                  </a:cubicBezTo>
                  <a:cubicBezTo>
                    <a:pt x="8" y="0"/>
                    <a:pt x="6" y="1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5" y="1"/>
                    <a:pt x="5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35" name="Rectangle 57"/>
          <p:cNvSpPr>
            <a:spLocks noChangeArrowheads="1"/>
          </p:cNvSpPr>
          <p:nvPr/>
        </p:nvSpPr>
        <p:spPr bwMode="auto">
          <a:xfrm>
            <a:off x="7434301" y="1834641"/>
            <a:ext cx="905697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Netstar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plan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0" name="Group 69"/>
          <p:cNvGrpSpPr>
            <a:grpSpLocks noChangeAspect="1"/>
          </p:cNvGrpSpPr>
          <p:nvPr/>
        </p:nvGrpSpPr>
        <p:grpSpPr bwMode="auto">
          <a:xfrm>
            <a:off x="706478" y="2370523"/>
            <a:ext cx="1000125" cy="831850"/>
            <a:chOff x="2565" y="1898"/>
            <a:chExt cx="630" cy="524"/>
          </a:xfrm>
        </p:grpSpPr>
        <p:sp>
          <p:nvSpPr>
            <p:cNvPr id="91" name="AutoShape 68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70"/>
            <p:cNvSpPr>
              <a:spLocks/>
            </p:cNvSpPr>
            <p:nvPr/>
          </p:nvSpPr>
          <p:spPr bwMode="auto">
            <a:xfrm>
              <a:off x="2567" y="1901"/>
              <a:ext cx="628" cy="521"/>
            </a:xfrm>
            <a:custGeom>
              <a:avLst/>
              <a:gdLst>
                <a:gd name="T0" fmla="*/ 263 w 263"/>
                <a:gd name="T1" fmla="*/ 195 h 218"/>
                <a:gd name="T2" fmla="*/ 240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40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40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71"/>
            <p:cNvSpPr>
              <a:spLocks/>
            </p:cNvSpPr>
            <p:nvPr/>
          </p:nvSpPr>
          <p:spPr bwMode="auto">
            <a:xfrm>
              <a:off x="3011" y="1979"/>
              <a:ext cx="77" cy="362"/>
            </a:xfrm>
            <a:custGeom>
              <a:avLst/>
              <a:gdLst>
                <a:gd name="T0" fmla="*/ 0 w 77"/>
                <a:gd name="T1" fmla="*/ 362 h 362"/>
                <a:gd name="T2" fmla="*/ 77 w 77"/>
                <a:gd name="T3" fmla="*/ 309 h 362"/>
                <a:gd name="T4" fmla="*/ 77 w 77"/>
                <a:gd name="T5" fmla="*/ 55 h 362"/>
                <a:gd name="T6" fmla="*/ 0 w 77"/>
                <a:gd name="T7" fmla="*/ 0 h 362"/>
                <a:gd name="T8" fmla="*/ 0 w 77"/>
                <a:gd name="T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362">
                  <a:moveTo>
                    <a:pt x="0" y="362"/>
                  </a:moveTo>
                  <a:lnTo>
                    <a:pt x="77" y="309"/>
                  </a:lnTo>
                  <a:lnTo>
                    <a:pt x="77" y="55"/>
                  </a:lnTo>
                  <a:lnTo>
                    <a:pt x="0" y="0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72"/>
            <p:cNvSpPr>
              <a:spLocks/>
            </p:cNvSpPr>
            <p:nvPr/>
          </p:nvSpPr>
          <p:spPr bwMode="auto">
            <a:xfrm>
              <a:off x="2675" y="1979"/>
              <a:ext cx="76" cy="362"/>
            </a:xfrm>
            <a:custGeom>
              <a:avLst/>
              <a:gdLst>
                <a:gd name="T0" fmla="*/ 76 w 76"/>
                <a:gd name="T1" fmla="*/ 362 h 362"/>
                <a:gd name="T2" fmla="*/ 0 w 76"/>
                <a:gd name="T3" fmla="*/ 309 h 362"/>
                <a:gd name="T4" fmla="*/ 0 w 76"/>
                <a:gd name="T5" fmla="*/ 55 h 362"/>
                <a:gd name="T6" fmla="*/ 76 w 76"/>
                <a:gd name="T7" fmla="*/ 0 h 362"/>
                <a:gd name="T8" fmla="*/ 76 w 76"/>
                <a:gd name="T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362">
                  <a:moveTo>
                    <a:pt x="76" y="362"/>
                  </a:moveTo>
                  <a:lnTo>
                    <a:pt x="0" y="309"/>
                  </a:lnTo>
                  <a:lnTo>
                    <a:pt x="0" y="55"/>
                  </a:lnTo>
                  <a:lnTo>
                    <a:pt x="76" y="0"/>
                  </a:lnTo>
                  <a:lnTo>
                    <a:pt x="76" y="3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73"/>
            <p:cNvSpPr>
              <a:spLocks/>
            </p:cNvSpPr>
            <p:nvPr/>
          </p:nvSpPr>
          <p:spPr bwMode="auto">
            <a:xfrm>
              <a:off x="2942" y="2025"/>
              <a:ext cx="36" cy="74"/>
            </a:xfrm>
            <a:custGeom>
              <a:avLst/>
              <a:gdLst>
                <a:gd name="T0" fmla="*/ 0 w 36"/>
                <a:gd name="T1" fmla="*/ 74 h 74"/>
                <a:gd name="T2" fmla="*/ 0 w 36"/>
                <a:gd name="T3" fmla="*/ 0 h 74"/>
                <a:gd name="T4" fmla="*/ 36 w 36"/>
                <a:gd name="T5" fmla="*/ 38 h 74"/>
                <a:gd name="T6" fmla="*/ 0 w 36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0" y="74"/>
                  </a:moveTo>
                  <a:lnTo>
                    <a:pt x="0" y="0"/>
                  </a:lnTo>
                  <a:lnTo>
                    <a:pt x="36" y="3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Rectangle 74"/>
            <p:cNvSpPr>
              <a:spLocks noChangeArrowheads="1"/>
            </p:cNvSpPr>
            <p:nvPr/>
          </p:nvSpPr>
          <p:spPr bwMode="auto">
            <a:xfrm>
              <a:off x="2787" y="2046"/>
              <a:ext cx="160" cy="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75"/>
            <p:cNvSpPr>
              <a:spLocks/>
            </p:cNvSpPr>
            <p:nvPr/>
          </p:nvSpPr>
          <p:spPr bwMode="auto">
            <a:xfrm>
              <a:off x="2942" y="2125"/>
              <a:ext cx="36" cy="75"/>
            </a:xfrm>
            <a:custGeom>
              <a:avLst/>
              <a:gdLst>
                <a:gd name="T0" fmla="*/ 0 w 36"/>
                <a:gd name="T1" fmla="*/ 75 h 75"/>
                <a:gd name="T2" fmla="*/ 0 w 36"/>
                <a:gd name="T3" fmla="*/ 0 h 75"/>
                <a:gd name="T4" fmla="*/ 36 w 36"/>
                <a:gd name="T5" fmla="*/ 39 h 75"/>
                <a:gd name="T6" fmla="*/ 0 w 36"/>
                <a:gd name="T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5">
                  <a:moveTo>
                    <a:pt x="0" y="75"/>
                  </a:moveTo>
                  <a:lnTo>
                    <a:pt x="0" y="0"/>
                  </a:lnTo>
                  <a:lnTo>
                    <a:pt x="36" y="39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Rectangle 76"/>
            <p:cNvSpPr>
              <a:spLocks noChangeArrowheads="1"/>
            </p:cNvSpPr>
            <p:nvPr/>
          </p:nvSpPr>
          <p:spPr bwMode="auto">
            <a:xfrm>
              <a:off x="2787" y="2147"/>
              <a:ext cx="160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77"/>
            <p:cNvSpPr>
              <a:spLocks/>
            </p:cNvSpPr>
            <p:nvPr/>
          </p:nvSpPr>
          <p:spPr bwMode="auto">
            <a:xfrm>
              <a:off x="2942" y="2226"/>
              <a:ext cx="36" cy="74"/>
            </a:xfrm>
            <a:custGeom>
              <a:avLst/>
              <a:gdLst>
                <a:gd name="T0" fmla="*/ 0 w 36"/>
                <a:gd name="T1" fmla="*/ 74 h 74"/>
                <a:gd name="T2" fmla="*/ 0 w 36"/>
                <a:gd name="T3" fmla="*/ 0 h 74"/>
                <a:gd name="T4" fmla="*/ 36 w 36"/>
                <a:gd name="T5" fmla="*/ 38 h 74"/>
                <a:gd name="T6" fmla="*/ 0 w 36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0" y="74"/>
                  </a:moveTo>
                  <a:lnTo>
                    <a:pt x="0" y="0"/>
                  </a:lnTo>
                  <a:lnTo>
                    <a:pt x="36" y="3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Rectangle 78"/>
            <p:cNvSpPr>
              <a:spLocks noChangeArrowheads="1"/>
            </p:cNvSpPr>
            <p:nvPr/>
          </p:nvSpPr>
          <p:spPr bwMode="auto">
            <a:xfrm>
              <a:off x="2787" y="2247"/>
              <a:ext cx="160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41" name="Rectangle 57"/>
          <p:cNvSpPr>
            <a:spLocks noChangeArrowheads="1"/>
          </p:cNvSpPr>
          <p:nvPr/>
        </p:nvSpPr>
        <p:spPr bwMode="auto">
          <a:xfrm>
            <a:off x="770927" y="3309215"/>
            <a:ext cx="732573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WDM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产品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Rectangle 57"/>
          <p:cNvSpPr>
            <a:spLocks noChangeArrowheads="1"/>
          </p:cNvSpPr>
          <p:nvPr/>
        </p:nvSpPr>
        <p:spPr bwMode="auto">
          <a:xfrm>
            <a:off x="2528686" y="3309215"/>
            <a:ext cx="636969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MS-OTN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" name="Rectangle 57"/>
          <p:cNvSpPr>
            <a:spLocks noChangeArrowheads="1"/>
          </p:cNvSpPr>
          <p:nvPr/>
        </p:nvSpPr>
        <p:spPr bwMode="auto">
          <a:xfrm>
            <a:off x="4395480" y="3309215"/>
            <a:ext cx="322139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OXC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4" name="Rectangle 57"/>
          <p:cNvSpPr>
            <a:spLocks noChangeArrowheads="1"/>
          </p:cNvSpPr>
          <p:nvPr/>
        </p:nvSpPr>
        <p:spPr bwMode="auto">
          <a:xfrm>
            <a:off x="6025625" y="3309215"/>
            <a:ext cx="317395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BITS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5" name="Rectangle 57"/>
          <p:cNvSpPr>
            <a:spLocks noChangeArrowheads="1"/>
          </p:cNvSpPr>
          <p:nvPr/>
        </p:nvSpPr>
        <p:spPr bwMode="auto">
          <a:xfrm>
            <a:off x="7796769" y="3309215"/>
            <a:ext cx="307777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光纤</a:t>
            </a:r>
          </a:p>
        </p:txBody>
      </p:sp>
      <p:grpSp>
        <p:nvGrpSpPr>
          <p:cNvPr id="103" name="Group 81"/>
          <p:cNvGrpSpPr>
            <a:grpSpLocks noChangeAspect="1"/>
          </p:cNvGrpSpPr>
          <p:nvPr/>
        </p:nvGrpSpPr>
        <p:grpSpPr bwMode="auto">
          <a:xfrm>
            <a:off x="2406649" y="2224097"/>
            <a:ext cx="1001713" cy="1125541"/>
            <a:chOff x="1516" y="1401"/>
            <a:chExt cx="631" cy="709"/>
          </a:xfrm>
        </p:grpSpPr>
        <p:sp>
          <p:nvSpPr>
            <p:cNvPr id="104" name="AutoShape 80"/>
            <p:cNvSpPr>
              <a:spLocks noChangeAspect="1" noChangeArrowheads="1" noTextEdit="1"/>
            </p:cNvSpPr>
            <p:nvPr/>
          </p:nvSpPr>
          <p:spPr bwMode="auto">
            <a:xfrm>
              <a:off x="1516" y="1401"/>
              <a:ext cx="631" cy="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82"/>
            <p:cNvSpPr>
              <a:spLocks/>
            </p:cNvSpPr>
            <p:nvPr/>
          </p:nvSpPr>
          <p:spPr bwMode="auto">
            <a:xfrm>
              <a:off x="1516" y="1401"/>
              <a:ext cx="631" cy="707"/>
            </a:xfrm>
            <a:custGeom>
              <a:avLst/>
              <a:gdLst>
                <a:gd name="T0" fmla="*/ 29 w 264"/>
                <a:gd name="T1" fmla="*/ 296 h 296"/>
                <a:gd name="T2" fmla="*/ 236 w 264"/>
                <a:gd name="T3" fmla="*/ 296 h 296"/>
                <a:gd name="T4" fmla="*/ 264 w 264"/>
                <a:gd name="T5" fmla="*/ 268 h 296"/>
                <a:gd name="T6" fmla="*/ 264 w 264"/>
                <a:gd name="T7" fmla="*/ 29 h 296"/>
                <a:gd name="T8" fmla="*/ 236 w 264"/>
                <a:gd name="T9" fmla="*/ 0 h 296"/>
                <a:gd name="T10" fmla="*/ 29 w 264"/>
                <a:gd name="T11" fmla="*/ 0 h 296"/>
                <a:gd name="T12" fmla="*/ 0 w 264"/>
                <a:gd name="T13" fmla="*/ 29 h 296"/>
                <a:gd name="T14" fmla="*/ 0 w 264"/>
                <a:gd name="T15" fmla="*/ 268 h 296"/>
                <a:gd name="T16" fmla="*/ 29 w 264"/>
                <a:gd name="T17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4" h="296">
                  <a:moveTo>
                    <a:pt x="29" y="296"/>
                  </a:moveTo>
                  <a:cubicBezTo>
                    <a:pt x="236" y="296"/>
                    <a:pt x="236" y="296"/>
                    <a:pt x="236" y="296"/>
                  </a:cubicBezTo>
                  <a:cubicBezTo>
                    <a:pt x="252" y="296"/>
                    <a:pt x="264" y="284"/>
                    <a:pt x="264" y="268"/>
                  </a:cubicBezTo>
                  <a:cubicBezTo>
                    <a:pt x="264" y="29"/>
                    <a:pt x="264" y="29"/>
                    <a:pt x="264" y="29"/>
                  </a:cubicBezTo>
                  <a:cubicBezTo>
                    <a:pt x="264" y="13"/>
                    <a:pt x="252" y="0"/>
                    <a:pt x="236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84"/>
                    <a:pt x="13" y="296"/>
                    <a:pt x="29" y="296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83"/>
            <p:cNvSpPr>
              <a:spLocks/>
            </p:cNvSpPr>
            <p:nvPr/>
          </p:nvSpPr>
          <p:spPr bwMode="auto">
            <a:xfrm>
              <a:off x="1604" y="1735"/>
              <a:ext cx="48" cy="320"/>
            </a:xfrm>
            <a:custGeom>
              <a:avLst/>
              <a:gdLst>
                <a:gd name="T0" fmla="*/ 48 w 48"/>
                <a:gd name="T1" fmla="*/ 320 h 320"/>
                <a:gd name="T2" fmla="*/ 0 w 48"/>
                <a:gd name="T3" fmla="*/ 284 h 320"/>
                <a:gd name="T4" fmla="*/ 0 w 48"/>
                <a:gd name="T5" fmla="*/ 31 h 320"/>
                <a:gd name="T6" fmla="*/ 48 w 48"/>
                <a:gd name="T7" fmla="*/ 0 h 320"/>
                <a:gd name="T8" fmla="*/ 48 w 48"/>
                <a:gd name="T9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320">
                  <a:moveTo>
                    <a:pt x="48" y="320"/>
                  </a:moveTo>
                  <a:lnTo>
                    <a:pt x="0" y="284"/>
                  </a:lnTo>
                  <a:lnTo>
                    <a:pt x="0" y="31"/>
                  </a:lnTo>
                  <a:lnTo>
                    <a:pt x="48" y="0"/>
                  </a:lnTo>
                  <a:lnTo>
                    <a:pt x="48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84"/>
            <p:cNvSpPr>
              <a:spLocks/>
            </p:cNvSpPr>
            <p:nvPr/>
          </p:nvSpPr>
          <p:spPr bwMode="auto">
            <a:xfrm>
              <a:off x="2013" y="1735"/>
              <a:ext cx="48" cy="320"/>
            </a:xfrm>
            <a:custGeom>
              <a:avLst/>
              <a:gdLst>
                <a:gd name="T0" fmla="*/ 0 w 48"/>
                <a:gd name="T1" fmla="*/ 320 h 320"/>
                <a:gd name="T2" fmla="*/ 48 w 48"/>
                <a:gd name="T3" fmla="*/ 284 h 320"/>
                <a:gd name="T4" fmla="*/ 48 w 48"/>
                <a:gd name="T5" fmla="*/ 31 h 320"/>
                <a:gd name="T6" fmla="*/ 0 w 48"/>
                <a:gd name="T7" fmla="*/ 0 h 320"/>
                <a:gd name="T8" fmla="*/ 0 w 48"/>
                <a:gd name="T9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320">
                  <a:moveTo>
                    <a:pt x="0" y="320"/>
                  </a:moveTo>
                  <a:lnTo>
                    <a:pt x="48" y="284"/>
                  </a:lnTo>
                  <a:lnTo>
                    <a:pt x="48" y="31"/>
                  </a:lnTo>
                  <a:lnTo>
                    <a:pt x="0" y="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85"/>
            <p:cNvSpPr>
              <a:spLocks noEditPoints="1"/>
            </p:cNvSpPr>
            <p:nvPr/>
          </p:nvSpPr>
          <p:spPr bwMode="auto">
            <a:xfrm>
              <a:off x="1745" y="1807"/>
              <a:ext cx="170" cy="167"/>
            </a:xfrm>
            <a:custGeom>
              <a:avLst/>
              <a:gdLst>
                <a:gd name="T0" fmla="*/ 35 w 71"/>
                <a:gd name="T1" fmla="*/ 0 h 70"/>
                <a:gd name="T2" fmla="*/ 0 w 71"/>
                <a:gd name="T3" fmla="*/ 35 h 70"/>
                <a:gd name="T4" fmla="*/ 35 w 71"/>
                <a:gd name="T5" fmla="*/ 70 h 70"/>
                <a:gd name="T6" fmla="*/ 71 w 71"/>
                <a:gd name="T7" fmla="*/ 35 h 70"/>
                <a:gd name="T8" fmla="*/ 35 w 71"/>
                <a:gd name="T9" fmla="*/ 0 h 70"/>
                <a:gd name="T10" fmla="*/ 35 w 71"/>
                <a:gd name="T11" fmla="*/ 60 h 70"/>
                <a:gd name="T12" fmla="*/ 11 w 71"/>
                <a:gd name="T13" fmla="*/ 35 h 70"/>
                <a:gd name="T14" fmla="*/ 35 w 71"/>
                <a:gd name="T15" fmla="*/ 10 h 70"/>
                <a:gd name="T16" fmla="*/ 60 w 71"/>
                <a:gd name="T17" fmla="*/ 35 h 70"/>
                <a:gd name="T18" fmla="*/ 35 w 71"/>
                <a:gd name="T19" fmla="*/ 6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70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54"/>
                    <a:pt x="16" y="70"/>
                    <a:pt x="35" y="70"/>
                  </a:cubicBezTo>
                  <a:cubicBezTo>
                    <a:pt x="55" y="70"/>
                    <a:pt x="71" y="54"/>
                    <a:pt x="71" y="35"/>
                  </a:cubicBezTo>
                  <a:cubicBezTo>
                    <a:pt x="71" y="16"/>
                    <a:pt x="55" y="0"/>
                    <a:pt x="35" y="0"/>
                  </a:cubicBezTo>
                  <a:close/>
                  <a:moveTo>
                    <a:pt x="35" y="60"/>
                  </a:moveTo>
                  <a:cubicBezTo>
                    <a:pt x="22" y="60"/>
                    <a:pt x="11" y="49"/>
                    <a:pt x="11" y="35"/>
                  </a:cubicBezTo>
                  <a:cubicBezTo>
                    <a:pt x="11" y="21"/>
                    <a:pt x="22" y="10"/>
                    <a:pt x="35" y="10"/>
                  </a:cubicBezTo>
                  <a:cubicBezTo>
                    <a:pt x="49" y="10"/>
                    <a:pt x="60" y="21"/>
                    <a:pt x="60" y="35"/>
                  </a:cubicBezTo>
                  <a:cubicBezTo>
                    <a:pt x="60" y="49"/>
                    <a:pt x="49" y="60"/>
                    <a:pt x="35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86"/>
            <p:cNvSpPr>
              <a:spLocks/>
            </p:cNvSpPr>
            <p:nvPr/>
          </p:nvSpPr>
          <p:spPr bwMode="auto">
            <a:xfrm>
              <a:off x="1700" y="1790"/>
              <a:ext cx="98" cy="72"/>
            </a:xfrm>
            <a:custGeom>
              <a:avLst/>
              <a:gdLst>
                <a:gd name="T0" fmla="*/ 77 w 98"/>
                <a:gd name="T1" fmla="*/ 72 h 72"/>
                <a:gd name="T2" fmla="*/ 36 w 98"/>
                <a:gd name="T3" fmla="*/ 34 h 72"/>
                <a:gd name="T4" fmla="*/ 0 w 98"/>
                <a:gd name="T5" fmla="*/ 34 h 72"/>
                <a:gd name="T6" fmla="*/ 0 w 98"/>
                <a:gd name="T7" fmla="*/ 0 h 72"/>
                <a:gd name="T8" fmla="*/ 48 w 98"/>
                <a:gd name="T9" fmla="*/ 0 h 72"/>
                <a:gd name="T10" fmla="*/ 98 w 98"/>
                <a:gd name="T11" fmla="*/ 50 h 72"/>
                <a:gd name="T12" fmla="*/ 77 w 98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72">
                  <a:moveTo>
                    <a:pt x="77" y="72"/>
                  </a:moveTo>
                  <a:lnTo>
                    <a:pt x="36" y="34"/>
                  </a:lnTo>
                  <a:lnTo>
                    <a:pt x="0" y="34"/>
                  </a:lnTo>
                  <a:lnTo>
                    <a:pt x="0" y="0"/>
                  </a:lnTo>
                  <a:lnTo>
                    <a:pt x="48" y="0"/>
                  </a:lnTo>
                  <a:lnTo>
                    <a:pt x="98" y="50"/>
                  </a:lnTo>
                  <a:lnTo>
                    <a:pt x="77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87"/>
            <p:cNvSpPr>
              <a:spLocks/>
            </p:cNvSpPr>
            <p:nvPr/>
          </p:nvSpPr>
          <p:spPr bwMode="auto">
            <a:xfrm>
              <a:off x="1667" y="1769"/>
              <a:ext cx="38" cy="79"/>
            </a:xfrm>
            <a:custGeom>
              <a:avLst/>
              <a:gdLst>
                <a:gd name="T0" fmla="*/ 38 w 38"/>
                <a:gd name="T1" fmla="*/ 0 h 79"/>
                <a:gd name="T2" fmla="*/ 38 w 38"/>
                <a:gd name="T3" fmla="*/ 79 h 79"/>
                <a:gd name="T4" fmla="*/ 0 w 38"/>
                <a:gd name="T5" fmla="*/ 38 h 79"/>
                <a:gd name="T6" fmla="*/ 38 w 38"/>
                <a:gd name="T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79">
                  <a:moveTo>
                    <a:pt x="38" y="0"/>
                  </a:moveTo>
                  <a:lnTo>
                    <a:pt x="38" y="79"/>
                  </a:lnTo>
                  <a:lnTo>
                    <a:pt x="0" y="3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88"/>
            <p:cNvSpPr>
              <a:spLocks/>
            </p:cNvSpPr>
            <p:nvPr/>
          </p:nvSpPr>
          <p:spPr bwMode="auto">
            <a:xfrm>
              <a:off x="1870" y="1790"/>
              <a:ext cx="95" cy="72"/>
            </a:xfrm>
            <a:custGeom>
              <a:avLst/>
              <a:gdLst>
                <a:gd name="T0" fmla="*/ 21 w 95"/>
                <a:gd name="T1" fmla="*/ 72 h 72"/>
                <a:gd name="T2" fmla="*/ 0 w 95"/>
                <a:gd name="T3" fmla="*/ 50 h 72"/>
                <a:gd name="T4" fmla="*/ 48 w 95"/>
                <a:gd name="T5" fmla="*/ 0 h 72"/>
                <a:gd name="T6" fmla="*/ 95 w 95"/>
                <a:gd name="T7" fmla="*/ 0 h 72"/>
                <a:gd name="T8" fmla="*/ 95 w 95"/>
                <a:gd name="T9" fmla="*/ 34 h 72"/>
                <a:gd name="T10" fmla="*/ 62 w 95"/>
                <a:gd name="T11" fmla="*/ 34 h 72"/>
                <a:gd name="T12" fmla="*/ 21 w 95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" h="72">
                  <a:moveTo>
                    <a:pt x="21" y="72"/>
                  </a:moveTo>
                  <a:lnTo>
                    <a:pt x="0" y="50"/>
                  </a:lnTo>
                  <a:lnTo>
                    <a:pt x="48" y="0"/>
                  </a:lnTo>
                  <a:lnTo>
                    <a:pt x="95" y="0"/>
                  </a:lnTo>
                  <a:lnTo>
                    <a:pt x="95" y="34"/>
                  </a:lnTo>
                  <a:lnTo>
                    <a:pt x="62" y="34"/>
                  </a:lnTo>
                  <a:lnTo>
                    <a:pt x="21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89"/>
            <p:cNvSpPr>
              <a:spLocks/>
            </p:cNvSpPr>
            <p:nvPr/>
          </p:nvSpPr>
          <p:spPr bwMode="auto">
            <a:xfrm>
              <a:off x="1961" y="1769"/>
              <a:ext cx="40" cy="79"/>
            </a:xfrm>
            <a:custGeom>
              <a:avLst/>
              <a:gdLst>
                <a:gd name="T0" fmla="*/ 0 w 40"/>
                <a:gd name="T1" fmla="*/ 79 h 79"/>
                <a:gd name="T2" fmla="*/ 0 w 40"/>
                <a:gd name="T3" fmla="*/ 0 h 79"/>
                <a:gd name="T4" fmla="*/ 40 w 40"/>
                <a:gd name="T5" fmla="*/ 38 h 79"/>
                <a:gd name="T6" fmla="*/ 0 w 40"/>
                <a:gd name="T7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9">
                  <a:moveTo>
                    <a:pt x="0" y="79"/>
                  </a:moveTo>
                  <a:lnTo>
                    <a:pt x="0" y="0"/>
                  </a:lnTo>
                  <a:lnTo>
                    <a:pt x="40" y="38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90"/>
            <p:cNvSpPr>
              <a:spLocks/>
            </p:cNvSpPr>
            <p:nvPr/>
          </p:nvSpPr>
          <p:spPr bwMode="auto">
            <a:xfrm>
              <a:off x="1700" y="1924"/>
              <a:ext cx="98" cy="72"/>
            </a:xfrm>
            <a:custGeom>
              <a:avLst/>
              <a:gdLst>
                <a:gd name="T0" fmla="*/ 48 w 98"/>
                <a:gd name="T1" fmla="*/ 72 h 72"/>
                <a:gd name="T2" fmla="*/ 0 w 98"/>
                <a:gd name="T3" fmla="*/ 72 h 72"/>
                <a:gd name="T4" fmla="*/ 0 w 98"/>
                <a:gd name="T5" fmla="*/ 38 h 72"/>
                <a:gd name="T6" fmla="*/ 36 w 98"/>
                <a:gd name="T7" fmla="*/ 38 h 72"/>
                <a:gd name="T8" fmla="*/ 77 w 98"/>
                <a:gd name="T9" fmla="*/ 0 h 72"/>
                <a:gd name="T10" fmla="*/ 98 w 98"/>
                <a:gd name="T11" fmla="*/ 21 h 72"/>
                <a:gd name="T12" fmla="*/ 48 w 98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72">
                  <a:moveTo>
                    <a:pt x="48" y="72"/>
                  </a:moveTo>
                  <a:lnTo>
                    <a:pt x="0" y="72"/>
                  </a:lnTo>
                  <a:lnTo>
                    <a:pt x="0" y="38"/>
                  </a:lnTo>
                  <a:lnTo>
                    <a:pt x="36" y="38"/>
                  </a:lnTo>
                  <a:lnTo>
                    <a:pt x="77" y="0"/>
                  </a:lnTo>
                  <a:lnTo>
                    <a:pt x="98" y="21"/>
                  </a:lnTo>
                  <a:lnTo>
                    <a:pt x="48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91"/>
            <p:cNvSpPr>
              <a:spLocks/>
            </p:cNvSpPr>
            <p:nvPr/>
          </p:nvSpPr>
          <p:spPr bwMode="auto">
            <a:xfrm>
              <a:off x="1667" y="1938"/>
              <a:ext cx="38" cy="79"/>
            </a:xfrm>
            <a:custGeom>
              <a:avLst/>
              <a:gdLst>
                <a:gd name="T0" fmla="*/ 38 w 38"/>
                <a:gd name="T1" fmla="*/ 0 h 79"/>
                <a:gd name="T2" fmla="*/ 38 w 38"/>
                <a:gd name="T3" fmla="*/ 79 h 79"/>
                <a:gd name="T4" fmla="*/ 0 w 38"/>
                <a:gd name="T5" fmla="*/ 41 h 79"/>
                <a:gd name="T6" fmla="*/ 38 w 38"/>
                <a:gd name="T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79">
                  <a:moveTo>
                    <a:pt x="38" y="0"/>
                  </a:moveTo>
                  <a:lnTo>
                    <a:pt x="38" y="79"/>
                  </a:lnTo>
                  <a:lnTo>
                    <a:pt x="0" y="4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92"/>
            <p:cNvSpPr>
              <a:spLocks/>
            </p:cNvSpPr>
            <p:nvPr/>
          </p:nvSpPr>
          <p:spPr bwMode="auto">
            <a:xfrm>
              <a:off x="1870" y="1924"/>
              <a:ext cx="95" cy="72"/>
            </a:xfrm>
            <a:custGeom>
              <a:avLst/>
              <a:gdLst>
                <a:gd name="T0" fmla="*/ 95 w 95"/>
                <a:gd name="T1" fmla="*/ 72 h 72"/>
                <a:gd name="T2" fmla="*/ 48 w 95"/>
                <a:gd name="T3" fmla="*/ 72 h 72"/>
                <a:gd name="T4" fmla="*/ 0 w 95"/>
                <a:gd name="T5" fmla="*/ 21 h 72"/>
                <a:gd name="T6" fmla="*/ 21 w 95"/>
                <a:gd name="T7" fmla="*/ 0 h 72"/>
                <a:gd name="T8" fmla="*/ 62 w 95"/>
                <a:gd name="T9" fmla="*/ 38 h 72"/>
                <a:gd name="T10" fmla="*/ 95 w 95"/>
                <a:gd name="T11" fmla="*/ 38 h 72"/>
                <a:gd name="T12" fmla="*/ 95 w 95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" h="72">
                  <a:moveTo>
                    <a:pt x="95" y="72"/>
                  </a:moveTo>
                  <a:lnTo>
                    <a:pt x="48" y="72"/>
                  </a:lnTo>
                  <a:lnTo>
                    <a:pt x="0" y="21"/>
                  </a:lnTo>
                  <a:lnTo>
                    <a:pt x="21" y="0"/>
                  </a:lnTo>
                  <a:lnTo>
                    <a:pt x="62" y="38"/>
                  </a:lnTo>
                  <a:lnTo>
                    <a:pt x="95" y="38"/>
                  </a:lnTo>
                  <a:lnTo>
                    <a:pt x="95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93"/>
            <p:cNvSpPr>
              <a:spLocks/>
            </p:cNvSpPr>
            <p:nvPr/>
          </p:nvSpPr>
          <p:spPr bwMode="auto">
            <a:xfrm>
              <a:off x="1961" y="1938"/>
              <a:ext cx="40" cy="79"/>
            </a:xfrm>
            <a:custGeom>
              <a:avLst/>
              <a:gdLst>
                <a:gd name="T0" fmla="*/ 0 w 40"/>
                <a:gd name="T1" fmla="*/ 79 h 79"/>
                <a:gd name="T2" fmla="*/ 0 w 40"/>
                <a:gd name="T3" fmla="*/ 0 h 79"/>
                <a:gd name="T4" fmla="*/ 40 w 40"/>
                <a:gd name="T5" fmla="*/ 41 h 79"/>
                <a:gd name="T6" fmla="*/ 0 w 40"/>
                <a:gd name="T7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9">
                  <a:moveTo>
                    <a:pt x="0" y="79"/>
                  </a:moveTo>
                  <a:lnTo>
                    <a:pt x="0" y="0"/>
                  </a:lnTo>
                  <a:lnTo>
                    <a:pt x="40" y="41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Rectangle 94"/>
            <p:cNvSpPr>
              <a:spLocks noChangeArrowheads="1"/>
            </p:cNvSpPr>
            <p:nvPr/>
          </p:nvSpPr>
          <p:spPr bwMode="auto">
            <a:xfrm>
              <a:off x="1631" y="1468"/>
              <a:ext cx="67" cy="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Rectangle 95"/>
            <p:cNvSpPr>
              <a:spLocks noChangeArrowheads="1"/>
            </p:cNvSpPr>
            <p:nvPr/>
          </p:nvSpPr>
          <p:spPr bwMode="auto">
            <a:xfrm>
              <a:off x="1968" y="1468"/>
              <a:ext cx="67" cy="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Rectangle 96"/>
            <p:cNvSpPr>
              <a:spLocks noChangeArrowheads="1"/>
            </p:cNvSpPr>
            <p:nvPr/>
          </p:nvSpPr>
          <p:spPr bwMode="auto">
            <a:xfrm>
              <a:off x="1631" y="1626"/>
              <a:ext cx="67" cy="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Rectangle 97"/>
            <p:cNvSpPr>
              <a:spLocks noChangeArrowheads="1"/>
            </p:cNvSpPr>
            <p:nvPr/>
          </p:nvSpPr>
          <p:spPr bwMode="auto">
            <a:xfrm>
              <a:off x="1968" y="1626"/>
              <a:ext cx="67" cy="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Freeform 98"/>
            <p:cNvSpPr>
              <a:spLocks/>
            </p:cNvSpPr>
            <p:nvPr/>
          </p:nvSpPr>
          <p:spPr bwMode="auto">
            <a:xfrm>
              <a:off x="1633" y="1473"/>
              <a:ext cx="402" cy="205"/>
            </a:xfrm>
            <a:custGeom>
              <a:avLst/>
              <a:gdLst>
                <a:gd name="T0" fmla="*/ 390 w 402"/>
                <a:gd name="T1" fmla="*/ 205 h 205"/>
                <a:gd name="T2" fmla="*/ 0 w 402"/>
                <a:gd name="T3" fmla="*/ 21 h 205"/>
                <a:gd name="T4" fmla="*/ 10 w 402"/>
                <a:gd name="T5" fmla="*/ 0 h 205"/>
                <a:gd name="T6" fmla="*/ 402 w 402"/>
                <a:gd name="T7" fmla="*/ 184 h 205"/>
                <a:gd name="T8" fmla="*/ 390 w 402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2" h="205">
                  <a:moveTo>
                    <a:pt x="390" y="205"/>
                  </a:moveTo>
                  <a:lnTo>
                    <a:pt x="0" y="21"/>
                  </a:lnTo>
                  <a:lnTo>
                    <a:pt x="10" y="0"/>
                  </a:lnTo>
                  <a:lnTo>
                    <a:pt x="402" y="184"/>
                  </a:lnTo>
                  <a:lnTo>
                    <a:pt x="390" y="2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99"/>
            <p:cNvSpPr>
              <a:spLocks/>
            </p:cNvSpPr>
            <p:nvPr/>
          </p:nvSpPr>
          <p:spPr bwMode="auto">
            <a:xfrm>
              <a:off x="1657" y="1478"/>
              <a:ext cx="363" cy="202"/>
            </a:xfrm>
            <a:custGeom>
              <a:avLst/>
              <a:gdLst>
                <a:gd name="T0" fmla="*/ 10 w 363"/>
                <a:gd name="T1" fmla="*/ 202 h 202"/>
                <a:gd name="T2" fmla="*/ 0 w 363"/>
                <a:gd name="T3" fmla="*/ 183 h 202"/>
                <a:gd name="T4" fmla="*/ 354 w 363"/>
                <a:gd name="T5" fmla="*/ 0 h 202"/>
                <a:gd name="T6" fmla="*/ 363 w 363"/>
                <a:gd name="T7" fmla="*/ 19 h 202"/>
                <a:gd name="T8" fmla="*/ 10 w 363"/>
                <a:gd name="T9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3" h="202">
                  <a:moveTo>
                    <a:pt x="10" y="202"/>
                  </a:moveTo>
                  <a:lnTo>
                    <a:pt x="0" y="183"/>
                  </a:lnTo>
                  <a:lnTo>
                    <a:pt x="354" y="0"/>
                  </a:lnTo>
                  <a:lnTo>
                    <a:pt x="363" y="19"/>
                  </a:lnTo>
                  <a:lnTo>
                    <a:pt x="10" y="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Rectangle 100"/>
            <p:cNvSpPr>
              <a:spLocks noChangeArrowheads="1"/>
            </p:cNvSpPr>
            <p:nvPr/>
          </p:nvSpPr>
          <p:spPr bwMode="auto">
            <a:xfrm>
              <a:off x="1635" y="1487"/>
              <a:ext cx="388" cy="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Rectangle 101"/>
            <p:cNvSpPr>
              <a:spLocks noChangeArrowheads="1"/>
            </p:cNvSpPr>
            <p:nvPr/>
          </p:nvSpPr>
          <p:spPr bwMode="auto">
            <a:xfrm>
              <a:off x="1655" y="1647"/>
              <a:ext cx="380" cy="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40" name="Group 104"/>
          <p:cNvGrpSpPr>
            <a:grpSpLocks noChangeAspect="1"/>
          </p:cNvGrpSpPr>
          <p:nvPr/>
        </p:nvGrpSpPr>
        <p:grpSpPr bwMode="auto">
          <a:xfrm>
            <a:off x="4104438" y="2224083"/>
            <a:ext cx="1000125" cy="1123950"/>
            <a:chOff x="2565" y="1806"/>
            <a:chExt cx="630" cy="708"/>
          </a:xfrm>
        </p:grpSpPr>
        <p:sp>
          <p:nvSpPr>
            <p:cNvPr id="146" name="AutoShape 103"/>
            <p:cNvSpPr>
              <a:spLocks noChangeAspect="1" noChangeArrowheads="1" noTextEdit="1"/>
            </p:cNvSpPr>
            <p:nvPr/>
          </p:nvSpPr>
          <p:spPr bwMode="auto">
            <a:xfrm>
              <a:off x="2565" y="1806"/>
              <a:ext cx="630" cy="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05"/>
            <p:cNvSpPr>
              <a:spLocks/>
            </p:cNvSpPr>
            <p:nvPr/>
          </p:nvSpPr>
          <p:spPr bwMode="auto">
            <a:xfrm>
              <a:off x="2563" y="1806"/>
              <a:ext cx="630" cy="706"/>
            </a:xfrm>
            <a:custGeom>
              <a:avLst/>
              <a:gdLst>
                <a:gd name="T0" fmla="*/ 28 w 264"/>
                <a:gd name="T1" fmla="*/ 296 h 296"/>
                <a:gd name="T2" fmla="*/ 235 w 264"/>
                <a:gd name="T3" fmla="*/ 296 h 296"/>
                <a:gd name="T4" fmla="*/ 264 w 264"/>
                <a:gd name="T5" fmla="*/ 267 h 296"/>
                <a:gd name="T6" fmla="*/ 264 w 264"/>
                <a:gd name="T7" fmla="*/ 28 h 296"/>
                <a:gd name="T8" fmla="*/ 235 w 264"/>
                <a:gd name="T9" fmla="*/ 0 h 296"/>
                <a:gd name="T10" fmla="*/ 28 w 264"/>
                <a:gd name="T11" fmla="*/ 0 h 296"/>
                <a:gd name="T12" fmla="*/ 0 w 264"/>
                <a:gd name="T13" fmla="*/ 28 h 296"/>
                <a:gd name="T14" fmla="*/ 0 w 264"/>
                <a:gd name="T15" fmla="*/ 267 h 296"/>
                <a:gd name="T16" fmla="*/ 28 w 264"/>
                <a:gd name="T17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4" h="296">
                  <a:moveTo>
                    <a:pt x="28" y="296"/>
                  </a:moveTo>
                  <a:cubicBezTo>
                    <a:pt x="235" y="296"/>
                    <a:pt x="235" y="296"/>
                    <a:pt x="235" y="296"/>
                  </a:cubicBezTo>
                  <a:cubicBezTo>
                    <a:pt x="251" y="296"/>
                    <a:pt x="264" y="283"/>
                    <a:pt x="264" y="267"/>
                  </a:cubicBezTo>
                  <a:cubicBezTo>
                    <a:pt x="264" y="28"/>
                    <a:pt x="264" y="28"/>
                    <a:pt x="264" y="28"/>
                  </a:cubicBezTo>
                  <a:cubicBezTo>
                    <a:pt x="264" y="12"/>
                    <a:pt x="251" y="0"/>
                    <a:pt x="235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267"/>
                    <a:pt x="0" y="267"/>
                    <a:pt x="0" y="267"/>
                  </a:cubicBezTo>
                  <a:cubicBezTo>
                    <a:pt x="0" y="283"/>
                    <a:pt x="12" y="296"/>
                    <a:pt x="28" y="296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106"/>
            <p:cNvSpPr>
              <a:spLocks/>
            </p:cNvSpPr>
            <p:nvPr/>
          </p:nvSpPr>
          <p:spPr bwMode="auto">
            <a:xfrm>
              <a:off x="2687" y="1973"/>
              <a:ext cx="136" cy="117"/>
            </a:xfrm>
            <a:custGeom>
              <a:avLst/>
              <a:gdLst>
                <a:gd name="T0" fmla="*/ 69 w 136"/>
                <a:gd name="T1" fmla="*/ 45 h 117"/>
                <a:gd name="T2" fmla="*/ 0 w 136"/>
                <a:gd name="T3" fmla="*/ 45 h 117"/>
                <a:gd name="T4" fmla="*/ 0 w 136"/>
                <a:gd name="T5" fmla="*/ 71 h 117"/>
                <a:gd name="T6" fmla="*/ 69 w 136"/>
                <a:gd name="T7" fmla="*/ 71 h 117"/>
                <a:gd name="T8" fmla="*/ 69 w 136"/>
                <a:gd name="T9" fmla="*/ 117 h 117"/>
                <a:gd name="T10" fmla="*/ 136 w 136"/>
                <a:gd name="T11" fmla="*/ 60 h 117"/>
                <a:gd name="T12" fmla="*/ 69 w 136"/>
                <a:gd name="T13" fmla="*/ 0 h 117"/>
                <a:gd name="T14" fmla="*/ 69 w 136"/>
                <a:gd name="T15" fmla="*/ 4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117">
                  <a:moveTo>
                    <a:pt x="69" y="45"/>
                  </a:moveTo>
                  <a:lnTo>
                    <a:pt x="0" y="45"/>
                  </a:lnTo>
                  <a:lnTo>
                    <a:pt x="0" y="71"/>
                  </a:lnTo>
                  <a:lnTo>
                    <a:pt x="69" y="71"/>
                  </a:lnTo>
                  <a:lnTo>
                    <a:pt x="69" y="117"/>
                  </a:lnTo>
                  <a:lnTo>
                    <a:pt x="136" y="60"/>
                  </a:lnTo>
                  <a:lnTo>
                    <a:pt x="69" y="0"/>
                  </a:lnTo>
                  <a:lnTo>
                    <a:pt x="69" y="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07"/>
            <p:cNvSpPr>
              <a:spLocks/>
            </p:cNvSpPr>
            <p:nvPr/>
          </p:nvSpPr>
          <p:spPr bwMode="auto">
            <a:xfrm>
              <a:off x="2923" y="1973"/>
              <a:ext cx="136" cy="117"/>
            </a:xfrm>
            <a:custGeom>
              <a:avLst/>
              <a:gdLst>
                <a:gd name="T0" fmla="*/ 0 w 136"/>
                <a:gd name="T1" fmla="*/ 60 h 117"/>
                <a:gd name="T2" fmla="*/ 67 w 136"/>
                <a:gd name="T3" fmla="*/ 117 h 117"/>
                <a:gd name="T4" fmla="*/ 67 w 136"/>
                <a:gd name="T5" fmla="*/ 71 h 117"/>
                <a:gd name="T6" fmla="*/ 136 w 136"/>
                <a:gd name="T7" fmla="*/ 71 h 117"/>
                <a:gd name="T8" fmla="*/ 136 w 136"/>
                <a:gd name="T9" fmla="*/ 45 h 117"/>
                <a:gd name="T10" fmla="*/ 67 w 136"/>
                <a:gd name="T11" fmla="*/ 45 h 117"/>
                <a:gd name="T12" fmla="*/ 67 w 136"/>
                <a:gd name="T13" fmla="*/ 0 h 117"/>
                <a:gd name="T14" fmla="*/ 0 w 136"/>
                <a:gd name="T15" fmla="*/ 6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117">
                  <a:moveTo>
                    <a:pt x="0" y="60"/>
                  </a:moveTo>
                  <a:lnTo>
                    <a:pt x="67" y="117"/>
                  </a:lnTo>
                  <a:lnTo>
                    <a:pt x="67" y="71"/>
                  </a:lnTo>
                  <a:lnTo>
                    <a:pt x="136" y="71"/>
                  </a:lnTo>
                  <a:lnTo>
                    <a:pt x="136" y="45"/>
                  </a:lnTo>
                  <a:lnTo>
                    <a:pt x="67" y="45"/>
                  </a:lnTo>
                  <a:lnTo>
                    <a:pt x="67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Freeform 108"/>
            <p:cNvSpPr>
              <a:spLocks/>
            </p:cNvSpPr>
            <p:nvPr/>
          </p:nvSpPr>
          <p:spPr bwMode="auto">
            <a:xfrm>
              <a:off x="2816" y="2064"/>
              <a:ext cx="114" cy="135"/>
            </a:xfrm>
            <a:custGeom>
              <a:avLst/>
              <a:gdLst>
                <a:gd name="T0" fmla="*/ 45 w 114"/>
                <a:gd name="T1" fmla="*/ 0 h 135"/>
                <a:gd name="T2" fmla="*/ 45 w 114"/>
                <a:gd name="T3" fmla="*/ 69 h 135"/>
                <a:gd name="T4" fmla="*/ 0 w 114"/>
                <a:gd name="T5" fmla="*/ 69 h 135"/>
                <a:gd name="T6" fmla="*/ 57 w 114"/>
                <a:gd name="T7" fmla="*/ 135 h 135"/>
                <a:gd name="T8" fmla="*/ 114 w 114"/>
                <a:gd name="T9" fmla="*/ 69 h 135"/>
                <a:gd name="T10" fmla="*/ 71 w 114"/>
                <a:gd name="T11" fmla="*/ 69 h 135"/>
                <a:gd name="T12" fmla="*/ 71 w 114"/>
                <a:gd name="T13" fmla="*/ 0 h 135"/>
                <a:gd name="T14" fmla="*/ 45 w 114"/>
                <a:gd name="T15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4" h="135">
                  <a:moveTo>
                    <a:pt x="45" y="0"/>
                  </a:moveTo>
                  <a:lnTo>
                    <a:pt x="45" y="69"/>
                  </a:lnTo>
                  <a:lnTo>
                    <a:pt x="0" y="69"/>
                  </a:lnTo>
                  <a:lnTo>
                    <a:pt x="57" y="135"/>
                  </a:lnTo>
                  <a:lnTo>
                    <a:pt x="114" y="69"/>
                  </a:lnTo>
                  <a:lnTo>
                    <a:pt x="71" y="69"/>
                  </a:lnTo>
                  <a:lnTo>
                    <a:pt x="71" y="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09"/>
            <p:cNvSpPr>
              <a:spLocks/>
            </p:cNvSpPr>
            <p:nvPr/>
          </p:nvSpPr>
          <p:spPr bwMode="auto">
            <a:xfrm>
              <a:off x="2816" y="1866"/>
              <a:ext cx="114" cy="133"/>
            </a:xfrm>
            <a:custGeom>
              <a:avLst/>
              <a:gdLst>
                <a:gd name="T0" fmla="*/ 0 w 114"/>
                <a:gd name="T1" fmla="*/ 64 h 133"/>
                <a:gd name="T2" fmla="*/ 45 w 114"/>
                <a:gd name="T3" fmla="*/ 64 h 133"/>
                <a:gd name="T4" fmla="*/ 45 w 114"/>
                <a:gd name="T5" fmla="*/ 133 h 133"/>
                <a:gd name="T6" fmla="*/ 71 w 114"/>
                <a:gd name="T7" fmla="*/ 133 h 133"/>
                <a:gd name="T8" fmla="*/ 71 w 114"/>
                <a:gd name="T9" fmla="*/ 64 h 133"/>
                <a:gd name="T10" fmla="*/ 114 w 114"/>
                <a:gd name="T11" fmla="*/ 64 h 133"/>
                <a:gd name="T12" fmla="*/ 57 w 114"/>
                <a:gd name="T13" fmla="*/ 0 h 133"/>
                <a:gd name="T14" fmla="*/ 0 w 114"/>
                <a:gd name="T15" fmla="*/ 6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4" h="133">
                  <a:moveTo>
                    <a:pt x="0" y="64"/>
                  </a:moveTo>
                  <a:lnTo>
                    <a:pt x="45" y="64"/>
                  </a:lnTo>
                  <a:lnTo>
                    <a:pt x="45" y="133"/>
                  </a:lnTo>
                  <a:lnTo>
                    <a:pt x="71" y="133"/>
                  </a:lnTo>
                  <a:lnTo>
                    <a:pt x="71" y="64"/>
                  </a:lnTo>
                  <a:lnTo>
                    <a:pt x="114" y="64"/>
                  </a:lnTo>
                  <a:lnTo>
                    <a:pt x="57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110"/>
            <p:cNvSpPr>
              <a:spLocks noEditPoints="1"/>
            </p:cNvSpPr>
            <p:nvPr/>
          </p:nvSpPr>
          <p:spPr bwMode="auto">
            <a:xfrm>
              <a:off x="2653" y="2249"/>
              <a:ext cx="447" cy="203"/>
            </a:xfrm>
            <a:custGeom>
              <a:avLst/>
              <a:gdLst>
                <a:gd name="T0" fmla="*/ 8 w 187"/>
                <a:gd name="T1" fmla="*/ 63 h 85"/>
                <a:gd name="T2" fmla="*/ 60 w 187"/>
                <a:gd name="T3" fmla="*/ 63 h 85"/>
                <a:gd name="T4" fmla="*/ 97 w 187"/>
                <a:gd name="T5" fmla="*/ 85 h 85"/>
                <a:gd name="T6" fmla="*/ 134 w 187"/>
                <a:gd name="T7" fmla="*/ 63 h 85"/>
                <a:gd name="T8" fmla="*/ 168 w 187"/>
                <a:gd name="T9" fmla="*/ 63 h 85"/>
                <a:gd name="T10" fmla="*/ 168 w 187"/>
                <a:gd name="T11" fmla="*/ 75 h 85"/>
                <a:gd name="T12" fmla="*/ 187 w 187"/>
                <a:gd name="T13" fmla="*/ 58 h 85"/>
                <a:gd name="T14" fmla="*/ 168 w 187"/>
                <a:gd name="T15" fmla="*/ 41 h 85"/>
                <a:gd name="T16" fmla="*/ 168 w 187"/>
                <a:gd name="T17" fmla="*/ 52 h 85"/>
                <a:gd name="T18" fmla="*/ 138 w 187"/>
                <a:gd name="T19" fmla="*/ 52 h 85"/>
                <a:gd name="T20" fmla="*/ 139 w 187"/>
                <a:gd name="T21" fmla="*/ 42 h 85"/>
                <a:gd name="T22" fmla="*/ 138 w 187"/>
                <a:gd name="T23" fmla="*/ 33 h 85"/>
                <a:gd name="T24" fmla="*/ 181 w 187"/>
                <a:gd name="T25" fmla="*/ 33 h 85"/>
                <a:gd name="T26" fmla="*/ 181 w 187"/>
                <a:gd name="T27" fmla="*/ 22 h 85"/>
                <a:gd name="T28" fmla="*/ 134 w 187"/>
                <a:gd name="T29" fmla="*/ 22 h 85"/>
                <a:gd name="T30" fmla="*/ 97 w 187"/>
                <a:gd name="T31" fmla="*/ 0 h 85"/>
                <a:gd name="T32" fmla="*/ 60 w 187"/>
                <a:gd name="T33" fmla="*/ 22 h 85"/>
                <a:gd name="T34" fmla="*/ 20 w 187"/>
                <a:gd name="T35" fmla="*/ 22 h 85"/>
                <a:gd name="T36" fmla="*/ 20 w 187"/>
                <a:gd name="T37" fmla="*/ 10 h 85"/>
                <a:gd name="T38" fmla="*/ 0 w 187"/>
                <a:gd name="T39" fmla="*/ 28 h 85"/>
                <a:gd name="T40" fmla="*/ 19 w 187"/>
                <a:gd name="T41" fmla="*/ 44 h 85"/>
                <a:gd name="T42" fmla="*/ 19 w 187"/>
                <a:gd name="T43" fmla="*/ 33 h 85"/>
                <a:gd name="T44" fmla="*/ 56 w 187"/>
                <a:gd name="T45" fmla="*/ 33 h 85"/>
                <a:gd name="T46" fmla="*/ 55 w 187"/>
                <a:gd name="T47" fmla="*/ 42 h 85"/>
                <a:gd name="T48" fmla="*/ 56 w 187"/>
                <a:gd name="T49" fmla="*/ 52 h 85"/>
                <a:gd name="T50" fmla="*/ 8 w 187"/>
                <a:gd name="T51" fmla="*/ 52 h 85"/>
                <a:gd name="T52" fmla="*/ 8 w 187"/>
                <a:gd name="T53" fmla="*/ 63 h 85"/>
                <a:gd name="T54" fmla="*/ 97 w 187"/>
                <a:gd name="T55" fmla="*/ 74 h 85"/>
                <a:gd name="T56" fmla="*/ 73 w 187"/>
                <a:gd name="T57" fmla="*/ 63 h 85"/>
                <a:gd name="T58" fmla="*/ 120 w 187"/>
                <a:gd name="T59" fmla="*/ 63 h 85"/>
                <a:gd name="T60" fmla="*/ 97 w 187"/>
                <a:gd name="T61" fmla="*/ 74 h 85"/>
                <a:gd name="T62" fmla="*/ 97 w 187"/>
                <a:gd name="T63" fmla="*/ 11 h 85"/>
                <a:gd name="T64" fmla="*/ 121 w 187"/>
                <a:gd name="T65" fmla="*/ 22 h 85"/>
                <a:gd name="T66" fmla="*/ 73 w 187"/>
                <a:gd name="T67" fmla="*/ 22 h 85"/>
                <a:gd name="T68" fmla="*/ 97 w 187"/>
                <a:gd name="T69" fmla="*/ 11 h 85"/>
                <a:gd name="T70" fmla="*/ 65 w 187"/>
                <a:gd name="T71" fmla="*/ 42 h 85"/>
                <a:gd name="T72" fmla="*/ 67 w 187"/>
                <a:gd name="T73" fmla="*/ 33 h 85"/>
                <a:gd name="T74" fmla="*/ 127 w 187"/>
                <a:gd name="T75" fmla="*/ 33 h 85"/>
                <a:gd name="T76" fmla="*/ 128 w 187"/>
                <a:gd name="T77" fmla="*/ 42 h 85"/>
                <a:gd name="T78" fmla="*/ 127 w 187"/>
                <a:gd name="T79" fmla="*/ 52 h 85"/>
                <a:gd name="T80" fmla="*/ 67 w 187"/>
                <a:gd name="T81" fmla="*/ 52 h 85"/>
                <a:gd name="T82" fmla="*/ 65 w 187"/>
                <a:gd name="T83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7" h="85">
                  <a:moveTo>
                    <a:pt x="8" y="63"/>
                  </a:moveTo>
                  <a:cubicBezTo>
                    <a:pt x="60" y="63"/>
                    <a:pt x="60" y="63"/>
                    <a:pt x="60" y="63"/>
                  </a:cubicBezTo>
                  <a:cubicBezTo>
                    <a:pt x="67" y="76"/>
                    <a:pt x="81" y="85"/>
                    <a:pt x="97" y="85"/>
                  </a:cubicBezTo>
                  <a:cubicBezTo>
                    <a:pt x="113" y="85"/>
                    <a:pt x="126" y="76"/>
                    <a:pt x="134" y="63"/>
                  </a:cubicBezTo>
                  <a:cubicBezTo>
                    <a:pt x="168" y="63"/>
                    <a:pt x="168" y="63"/>
                    <a:pt x="168" y="63"/>
                  </a:cubicBezTo>
                  <a:cubicBezTo>
                    <a:pt x="168" y="75"/>
                    <a:pt x="168" y="75"/>
                    <a:pt x="168" y="75"/>
                  </a:cubicBezTo>
                  <a:cubicBezTo>
                    <a:pt x="187" y="58"/>
                    <a:pt x="187" y="58"/>
                    <a:pt x="187" y="58"/>
                  </a:cubicBezTo>
                  <a:cubicBezTo>
                    <a:pt x="168" y="41"/>
                    <a:pt x="168" y="41"/>
                    <a:pt x="168" y="41"/>
                  </a:cubicBezTo>
                  <a:cubicBezTo>
                    <a:pt x="168" y="52"/>
                    <a:pt x="168" y="52"/>
                    <a:pt x="168" y="52"/>
                  </a:cubicBezTo>
                  <a:cubicBezTo>
                    <a:pt x="138" y="52"/>
                    <a:pt x="138" y="52"/>
                    <a:pt x="138" y="52"/>
                  </a:cubicBezTo>
                  <a:cubicBezTo>
                    <a:pt x="139" y="49"/>
                    <a:pt x="139" y="46"/>
                    <a:pt x="139" y="42"/>
                  </a:cubicBezTo>
                  <a:cubicBezTo>
                    <a:pt x="139" y="39"/>
                    <a:pt x="139" y="36"/>
                    <a:pt x="138" y="33"/>
                  </a:cubicBezTo>
                  <a:cubicBezTo>
                    <a:pt x="181" y="33"/>
                    <a:pt x="181" y="33"/>
                    <a:pt x="181" y="33"/>
                  </a:cubicBezTo>
                  <a:cubicBezTo>
                    <a:pt x="181" y="22"/>
                    <a:pt x="181" y="22"/>
                    <a:pt x="181" y="22"/>
                  </a:cubicBezTo>
                  <a:cubicBezTo>
                    <a:pt x="134" y="22"/>
                    <a:pt x="134" y="22"/>
                    <a:pt x="134" y="22"/>
                  </a:cubicBezTo>
                  <a:cubicBezTo>
                    <a:pt x="127" y="9"/>
                    <a:pt x="113" y="0"/>
                    <a:pt x="97" y="0"/>
                  </a:cubicBezTo>
                  <a:cubicBezTo>
                    <a:pt x="81" y="0"/>
                    <a:pt x="67" y="9"/>
                    <a:pt x="6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5" y="36"/>
                    <a:pt x="55" y="39"/>
                    <a:pt x="55" y="42"/>
                  </a:cubicBezTo>
                  <a:cubicBezTo>
                    <a:pt x="55" y="46"/>
                    <a:pt x="55" y="49"/>
                    <a:pt x="56" y="52"/>
                  </a:cubicBezTo>
                  <a:cubicBezTo>
                    <a:pt x="8" y="52"/>
                    <a:pt x="8" y="52"/>
                    <a:pt x="8" y="52"/>
                  </a:cubicBezTo>
                  <a:lnTo>
                    <a:pt x="8" y="63"/>
                  </a:lnTo>
                  <a:close/>
                  <a:moveTo>
                    <a:pt x="97" y="74"/>
                  </a:moveTo>
                  <a:cubicBezTo>
                    <a:pt x="88" y="74"/>
                    <a:pt x="79" y="70"/>
                    <a:pt x="73" y="63"/>
                  </a:cubicBezTo>
                  <a:cubicBezTo>
                    <a:pt x="120" y="63"/>
                    <a:pt x="120" y="63"/>
                    <a:pt x="120" y="63"/>
                  </a:cubicBezTo>
                  <a:cubicBezTo>
                    <a:pt x="115" y="70"/>
                    <a:pt x="106" y="74"/>
                    <a:pt x="97" y="74"/>
                  </a:cubicBezTo>
                  <a:close/>
                  <a:moveTo>
                    <a:pt x="97" y="11"/>
                  </a:moveTo>
                  <a:cubicBezTo>
                    <a:pt x="106" y="11"/>
                    <a:pt x="115" y="15"/>
                    <a:pt x="121" y="22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9" y="15"/>
                    <a:pt x="87" y="11"/>
                    <a:pt x="97" y="11"/>
                  </a:cubicBezTo>
                  <a:close/>
                  <a:moveTo>
                    <a:pt x="65" y="42"/>
                  </a:moveTo>
                  <a:cubicBezTo>
                    <a:pt x="65" y="39"/>
                    <a:pt x="66" y="36"/>
                    <a:pt x="67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8" y="36"/>
                    <a:pt x="128" y="39"/>
                    <a:pt x="128" y="42"/>
                  </a:cubicBezTo>
                  <a:cubicBezTo>
                    <a:pt x="128" y="46"/>
                    <a:pt x="128" y="49"/>
                    <a:pt x="127" y="5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66" y="49"/>
                    <a:pt x="65" y="46"/>
                    <a:pt x="65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4" name="Group 113"/>
          <p:cNvGrpSpPr>
            <a:grpSpLocks noChangeAspect="1"/>
          </p:cNvGrpSpPr>
          <p:nvPr/>
        </p:nvGrpSpPr>
        <p:grpSpPr bwMode="auto">
          <a:xfrm>
            <a:off x="5715676" y="2373751"/>
            <a:ext cx="989012" cy="820738"/>
            <a:chOff x="3593" y="1500"/>
            <a:chExt cx="623" cy="517"/>
          </a:xfrm>
        </p:grpSpPr>
        <p:sp>
          <p:nvSpPr>
            <p:cNvPr id="155" name="AutoShape 112"/>
            <p:cNvSpPr>
              <a:spLocks noChangeAspect="1" noChangeArrowheads="1" noTextEdit="1"/>
            </p:cNvSpPr>
            <p:nvPr/>
          </p:nvSpPr>
          <p:spPr bwMode="auto">
            <a:xfrm>
              <a:off x="3593" y="1500"/>
              <a:ext cx="623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Freeform 114"/>
            <p:cNvSpPr>
              <a:spLocks/>
            </p:cNvSpPr>
            <p:nvPr/>
          </p:nvSpPr>
          <p:spPr bwMode="auto">
            <a:xfrm>
              <a:off x="3591" y="1498"/>
              <a:ext cx="625" cy="521"/>
            </a:xfrm>
            <a:custGeom>
              <a:avLst/>
              <a:gdLst>
                <a:gd name="T0" fmla="*/ 262 w 262"/>
                <a:gd name="T1" fmla="*/ 196 h 218"/>
                <a:gd name="T2" fmla="*/ 239 w 262"/>
                <a:gd name="T3" fmla="*/ 218 h 218"/>
                <a:gd name="T4" fmla="*/ 23 w 262"/>
                <a:gd name="T5" fmla="*/ 218 h 218"/>
                <a:gd name="T6" fmla="*/ 0 w 262"/>
                <a:gd name="T7" fmla="*/ 196 h 218"/>
                <a:gd name="T8" fmla="*/ 0 w 262"/>
                <a:gd name="T9" fmla="*/ 24 h 218"/>
                <a:gd name="T10" fmla="*/ 23 w 262"/>
                <a:gd name="T11" fmla="*/ 0 h 218"/>
                <a:gd name="T12" fmla="*/ 239 w 262"/>
                <a:gd name="T13" fmla="*/ 0 h 218"/>
                <a:gd name="T14" fmla="*/ 262 w 262"/>
                <a:gd name="T15" fmla="*/ 24 h 218"/>
                <a:gd name="T16" fmla="*/ 262 w 262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" h="218">
                  <a:moveTo>
                    <a:pt x="262" y="196"/>
                  </a:moveTo>
                  <a:cubicBezTo>
                    <a:pt x="262" y="208"/>
                    <a:pt x="252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2" y="0"/>
                    <a:pt x="262" y="11"/>
                    <a:pt x="262" y="24"/>
                  </a:cubicBezTo>
                  <a:cubicBezTo>
                    <a:pt x="262" y="196"/>
                    <a:pt x="262" y="196"/>
                    <a:pt x="262" y="196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115"/>
            <p:cNvSpPr>
              <a:spLocks/>
            </p:cNvSpPr>
            <p:nvPr/>
          </p:nvSpPr>
          <p:spPr bwMode="auto">
            <a:xfrm>
              <a:off x="3865" y="1624"/>
              <a:ext cx="177" cy="175"/>
            </a:xfrm>
            <a:custGeom>
              <a:avLst/>
              <a:gdLst>
                <a:gd name="T0" fmla="*/ 129 w 177"/>
                <a:gd name="T1" fmla="*/ 99 h 175"/>
                <a:gd name="T2" fmla="*/ 129 w 177"/>
                <a:gd name="T3" fmla="*/ 120 h 175"/>
                <a:gd name="T4" fmla="*/ 57 w 177"/>
                <a:gd name="T5" fmla="*/ 120 h 175"/>
                <a:gd name="T6" fmla="*/ 57 w 177"/>
                <a:gd name="T7" fmla="*/ 48 h 175"/>
                <a:gd name="T8" fmla="*/ 76 w 177"/>
                <a:gd name="T9" fmla="*/ 48 h 175"/>
                <a:gd name="T10" fmla="*/ 38 w 177"/>
                <a:gd name="T11" fmla="*/ 0 h 175"/>
                <a:gd name="T12" fmla="*/ 0 w 177"/>
                <a:gd name="T13" fmla="*/ 48 h 175"/>
                <a:gd name="T14" fmla="*/ 24 w 177"/>
                <a:gd name="T15" fmla="*/ 48 h 175"/>
                <a:gd name="T16" fmla="*/ 24 w 177"/>
                <a:gd name="T17" fmla="*/ 120 h 175"/>
                <a:gd name="T18" fmla="*/ 2 w 177"/>
                <a:gd name="T19" fmla="*/ 120 h 175"/>
                <a:gd name="T20" fmla="*/ 2 w 177"/>
                <a:gd name="T21" fmla="*/ 154 h 175"/>
                <a:gd name="T22" fmla="*/ 24 w 177"/>
                <a:gd name="T23" fmla="*/ 154 h 175"/>
                <a:gd name="T24" fmla="*/ 24 w 177"/>
                <a:gd name="T25" fmla="*/ 168 h 175"/>
                <a:gd name="T26" fmla="*/ 57 w 177"/>
                <a:gd name="T27" fmla="*/ 168 h 175"/>
                <a:gd name="T28" fmla="*/ 57 w 177"/>
                <a:gd name="T29" fmla="*/ 154 h 175"/>
                <a:gd name="T30" fmla="*/ 129 w 177"/>
                <a:gd name="T31" fmla="*/ 154 h 175"/>
                <a:gd name="T32" fmla="*/ 129 w 177"/>
                <a:gd name="T33" fmla="*/ 175 h 175"/>
                <a:gd name="T34" fmla="*/ 177 w 177"/>
                <a:gd name="T35" fmla="*/ 137 h 175"/>
                <a:gd name="T36" fmla="*/ 129 w 177"/>
                <a:gd name="T37" fmla="*/ 99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7" h="175">
                  <a:moveTo>
                    <a:pt x="129" y="99"/>
                  </a:moveTo>
                  <a:lnTo>
                    <a:pt x="129" y="120"/>
                  </a:lnTo>
                  <a:lnTo>
                    <a:pt x="57" y="120"/>
                  </a:lnTo>
                  <a:lnTo>
                    <a:pt x="57" y="48"/>
                  </a:lnTo>
                  <a:lnTo>
                    <a:pt x="76" y="48"/>
                  </a:lnTo>
                  <a:lnTo>
                    <a:pt x="38" y="0"/>
                  </a:lnTo>
                  <a:lnTo>
                    <a:pt x="0" y="48"/>
                  </a:lnTo>
                  <a:lnTo>
                    <a:pt x="24" y="48"/>
                  </a:lnTo>
                  <a:lnTo>
                    <a:pt x="24" y="120"/>
                  </a:lnTo>
                  <a:lnTo>
                    <a:pt x="2" y="120"/>
                  </a:lnTo>
                  <a:lnTo>
                    <a:pt x="2" y="154"/>
                  </a:lnTo>
                  <a:lnTo>
                    <a:pt x="24" y="154"/>
                  </a:lnTo>
                  <a:lnTo>
                    <a:pt x="24" y="168"/>
                  </a:lnTo>
                  <a:lnTo>
                    <a:pt x="57" y="168"/>
                  </a:lnTo>
                  <a:lnTo>
                    <a:pt x="57" y="154"/>
                  </a:lnTo>
                  <a:lnTo>
                    <a:pt x="129" y="154"/>
                  </a:lnTo>
                  <a:lnTo>
                    <a:pt x="129" y="175"/>
                  </a:lnTo>
                  <a:lnTo>
                    <a:pt x="177" y="137"/>
                  </a:lnTo>
                  <a:lnTo>
                    <a:pt x="129" y="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Freeform 116"/>
            <p:cNvSpPr>
              <a:spLocks noEditPoints="1"/>
            </p:cNvSpPr>
            <p:nvPr/>
          </p:nvSpPr>
          <p:spPr bwMode="auto">
            <a:xfrm>
              <a:off x="3700" y="1555"/>
              <a:ext cx="406" cy="409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5 h 171"/>
                <a:gd name="T4" fmla="*/ 85 w 170"/>
                <a:gd name="T5" fmla="*/ 171 h 171"/>
                <a:gd name="T6" fmla="*/ 85 w 170"/>
                <a:gd name="T7" fmla="*/ 171 h 171"/>
                <a:gd name="T8" fmla="*/ 170 w 170"/>
                <a:gd name="T9" fmla="*/ 85 h 171"/>
                <a:gd name="T10" fmla="*/ 85 w 170"/>
                <a:gd name="T11" fmla="*/ 0 h 171"/>
                <a:gd name="T12" fmla="*/ 85 w 170"/>
                <a:gd name="T13" fmla="*/ 157 h 171"/>
                <a:gd name="T14" fmla="*/ 14 w 170"/>
                <a:gd name="T15" fmla="*/ 85 h 171"/>
                <a:gd name="T16" fmla="*/ 85 w 170"/>
                <a:gd name="T17" fmla="*/ 14 h 171"/>
                <a:gd name="T18" fmla="*/ 156 w 170"/>
                <a:gd name="T19" fmla="*/ 85 h 171"/>
                <a:gd name="T20" fmla="*/ 85 w 170"/>
                <a:gd name="T21" fmla="*/ 15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5"/>
                  </a:cubicBezTo>
                  <a:cubicBezTo>
                    <a:pt x="0" y="132"/>
                    <a:pt x="38" y="170"/>
                    <a:pt x="85" y="171"/>
                  </a:cubicBezTo>
                  <a:cubicBezTo>
                    <a:pt x="85" y="171"/>
                    <a:pt x="85" y="171"/>
                    <a:pt x="85" y="171"/>
                  </a:cubicBezTo>
                  <a:cubicBezTo>
                    <a:pt x="132" y="171"/>
                    <a:pt x="170" y="132"/>
                    <a:pt x="170" y="85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57"/>
                  </a:moveTo>
                  <a:cubicBezTo>
                    <a:pt x="46" y="157"/>
                    <a:pt x="14" y="125"/>
                    <a:pt x="14" y="85"/>
                  </a:cubicBezTo>
                  <a:cubicBezTo>
                    <a:pt x="14" y="46"/>
                    <a:pt x="46" y="14"/>
                    <a:pt x="85" y="14"/>
                  </a:cubicBezTo>
                  <a:cubicBezTo>
                    <a:pt x="124" y="14"/>
                    <a:pt x="156" y="46"/>
                    <a:pt x="156" y="85"/>
                  </a:cubicBezTo>
                  <a:cubicBezTo>
                    <a:pt x="156" y="125"/>
                    <a:pt x="124" y="157"/>
                    <a:pt x="85" y="1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60" name="Group 119"/>
          <p:cNvGrpSpPr>
            <a:grpSpLocks noChangeAspect="1"/>
          </p:cNvGrpSpPr>
          <p:nvPr/>
        </p:nvGrpSpPr>
        <p:grpSpPr bwMode="auto">
          <a:xfrm>
            <a:off x="7643813" y="2466975"/>
            <a:ext cx="663575" cy="652463"/>
            <a:chOff x="4815" y="1554"/>
            <a:chExt cx="418" cy="411"/>
          </a:xfrm>
        </p:grpSpPr>
        <p:sp>
          <p:nvSpPr>
            <p:cNvPr id="161" name="AutoShape 118"/>
            <p:cNvSpPr>
              <a:spLocks noChangeAspect="1" noChangeArrowheads="1" noTextEdit="1"/>
            </p:cNvSpPr>
            <p:nvPr/>
          </p:nvSpPr>
          <p:spPr bwMode="auto">
            <a:xfrm>
              <a:off x="4815" y="1554"/>
              <a:ext cx="418" cy="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Freeform 120"/>
            <p:cNvSpPr>
              <a:spLocks noEditPoints="1"/>
            </p:cNvSpPr>
            <p:nvPr/>
          </p:nvSpPr>
          <p:spPr bwMode="auto">
            <a:xfrm>
              <a:off x="4817" y="1554"/>
              <a:ext cx="414" cy="413"/>
            </a:xfrm>
            <a:custGeom>
              <a:avLst/>
              <a:gdLst>
                <a:gd name="T0" fmla="*/ 86 w 172"/>
                <a:gd name="T1" fmla="*/ 0 h 172"/>
                <a:gd name="T2" fmla="*/ 0 w 172"/>
                <a:gd name="T3" fmla="*/ 86 h 172"/>
                <a:gd name="T4" fmla="*/ 86 w 172"/>
                <a:gd name="T5" fmla="*/ 172 h 172"/>
                <a:gd name="T6" fmla="*/ 172 w 172"/>
                <a:gd name="T7" fmla="*/ 86 h 172"/>
                <a:gd name="T8" fmla="*/ 86 w 172"/>
                <a:gd name="T9" fmla="*/ 0 h 172"/>
                <a:gd name="T10" fmla="*/ 86 w 172"/>
                <a:gd name="T11" fmla="*/ 156 h 172"/>
                <a:gd name="T12" fmla="*/ 16 w 172"/>
                <a:gd name="T13" fmla="*/ 86 h 172"/>
                <a:gd name="T14" fmla="*/ 86 w 172"/>
                <a:gd name="T15" fmla="*/ 15 h 172"/>
                <a:gd name="T16" fmla="*/ 156 w 172"/>
                <a:gd name="T17" fmla="*/ 86 h 172"/>
                <a:gd name="T18" fmla="*/ 86 w 172"/>
                <a:gd name="T19" fmla="*/ 156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2" h="172">
                  <a:moveTo>
                    <a:pt x="86" y="0"/>
                  </a:moveTo>
                  <a:cubicBezTo>
                    <a:pt x="39" y="0"/>
                    <a:pt x="0" y="38"/>
                    <a:pt x="0" y="86"/>
                  </a:cubicBezTo>
                  <a:cubicBezTo>
                    <a:pt x="0" y="133"/>
                    <a:pt x="39" y="172"/>
                    <a:pt x="86" y="172"/>
                  </a:cubicBezTo>
                  <a:cubicBezTo>
                    <a:pt x="133" y="172"/>
                    <a:pt x="172" y="133"/>
                    <a:pt x="172" y="86"/>
                  </a:cubicBezTo>
                  <a:cubicBezTo>
                    <a:pt x="172" y="38"/>
                    <a:pt x="133" y="0"/>
                    <a:pt x="86" y="0"/>
                  </a:cubicBezTo>
                  <a:close/>
                  <a:moveTo>
                    <a:pt x="86" y="156"/>
                  </a:moveTo>
                  <a:cubicBezTo>
                    <a:pt x="47" y="156"/>
                    <a:pt x="16" y="125"/>
                    <a:pt x="16" y="86"/>
                  </a:cubicBezTo>
                  <a:cubicBezTo>
                    <a:pt x="16" y="47"/>
                    <a:pt x="47" y="15"/>
                    <a:pt x="86" y="15"/>
                  </a:cubicBezTo>
                  <a:cubicBezTo>
                    <a:pt x="125" y="15"/>
                    <a:pt x="156" y="47"/>
                    <a:pt x="156" y="86"/>
                  </a:cubicBezTo>
                  <a:cubicBezTo>
                    <a:pt x="156" y="125"/>
                    <a:pt x="125" y="156"/>
                    <a:pt x="86" y="156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121"/>
            <p:cNvSpPr>
              <a:spLocks noEditPoints="1"/>
            </p:cNvSpPr>
            <p:nvPr/>
          </p:nvSpPr>
          <p:spPr bwMode="auto">
            <a:xfrm>
              <a:off x="4882" y="1638"/>
              <a:ext cx="277" cy="260"/>
            </a:xfrm>
            <a:custGeom>
              <a:avLst/>
              <a:gdLst>
                <a:gd name="T0" fmla="*/ 204 w 277"/>
                <a:gd name="T1" fmla="*/ 5 h 260"/>
                <a:gd name="T2" fmla="*/ 106 w 277"/>
                <a:gd name="T3" fmla="*/ 0 h 260"/>
                <a:gd name="T4" fmla="*/ 128 w 277"/>
                <a:gd name="T5" fmla="*/ 34 h 260"/>
                <a:gd name="T6" fmla="*/ 0 w 277"/>
                <a:gd name="T7" fmla="*/ 108 h 260"/>
                <a:gd name="T8" fmla="*/ 29 w 277"/>
                <a:gd name="T9" fmla="*/ 152 h 260"/>
                <a:gd name="T10" fmla="*/ 147 w 277"/>
                <a:gd name="T11" fmla="*/ 63 h 260"/>
                <a:gd name="T12" fmla="*/ 168 w 277"/>
                <a:gd name="T13" fmla="*/ 96 h 260"/>
                <a:gd name="T14" fmla="*/ 204 w 277"/>
                <a:gd name="T15" fmla="*/ 5 h 260"/>
                <a:gd name="T16" fmla="*/ 240 w 277"/>
                <a:gd name="T17" fmla="*/ 202 h 260"/>
                <a:gd name="T18" fmla="*/ 277 w 277"/>
                <a:gd name="T19" fmla="*/ 111 h 260"/>
                <a:gd name="T20" fmla="*/ 178 w 277"/>
                <a:gd name="T21" fmla="*/ 108 h 260"/>
                <a:gd name="T22" fmla="*/ 200 w 277"/>
                <a:gd name="T23" fmla="*/ 140 h 260"/>
                <a:gd name="T24" fmla="*/ 72 w 277"/>
                <a:gd name="T25" fmla="*/ 216 h 260"/>
                <a:gd name="T26" fmla="*/ 101 w 277"/>
                <a:gd name="T27" fmla="*/ 260 h 260"/>
                <a:gd name="T28" fmla="*/ 219 w 277"/>
                <a:gd name="T29" fmla="*/ 171 h 260"/>
                <a:gd name="T30" fmla="*/ 240 w 277"/>
                <a:gd name="T31" fmla="*/ 202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7" h="260">
                  <a:moveTo>
                    <a:pt x="204" y="5"/>
                  </a:moveTo>
                  <a:lnTo>
                    <a:pt x="106" y="0"/>
                  </a:lnTo>
                  <a:lnTo>
                    <a:pt x="128" y="34"/>
                  </a:lnTo>
                  <a:lnTo>
                    <a:pt x="0" y="108"/>
                  </a:lnTo>
                  <a:lnTo>
                    <a:pt x="29" y="152"/>
                  </a:lnTo>
                  <a:lnTo>
                    <a:pt x="147" y="63"/>
                  </a:lnTo>
                  <a:lnTo>
                    <a:pt x="168" y="96"/>
                  </a:lnTo>
                  <a:lnTo>
                    <a:pt x="204" y="5"/>
                  </a:lnTo>
                  <a:close/>
                  <a:moveTo>
                    <a:pt x="240" y="202"/>
                  </a:moveTo>
                  <a:lnTo>
                    <a:pt x="277" y="111"/>
                  </a:lnTo>
                  <a:lnTo>
                    <a:pt x="178" y="108"/>
                  </a:lnTo>
                  <a:lnTo>
                    <a:pt x="200" y="140"/>
                  </a:lnTo>
                  <a:lnTo>
                    <a:pt x="72" y="216"/>
                  </a:lnTo>
                  <a:lnTo>
                    <a:pt x="101" y="260"/>
                  </a:lnTo>
                  <a:lnTo>
                    <a:pt x="219" y="171"/>
                  </a:lnTo>
                  <a:lnTo>
                    <a:pt x="240" y="202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90" name="Rectangle 57"/>
          <p:cNvSpPr>
            <a:spLocks noChangeArrowheads="1"/>
          </p:cNvSpPr>
          <p:nvPr/>
        </p:nvSpPr>
        <p:spPr bwMode="auto">
          <a:xfrm>
            <a:off x="993350" y="4709647"/>
            <a:ext cx="307777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网管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1" name="Rectangle 57"/>
          <p:cNvSpPr>
            <a:spLocks noChangeArrowheads="1"/>
          </p:cNvSpPr>
          <p:nvPr/>
        </p:nvSpPr>
        <p:spPr bwMode="auto">
          <a:xfrm>
            <a:off x="2528686" y="4709647"/>
            <a:ext cx="581313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FOADM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2" name="Rectangle 57"/>
          <p:cNvSpPr>
            <a:spLocks noChangeArrowheads="1"/>
          </p:cNvSpPr>
          <p:nvPr/>
        </p:nvSpPr>
        <p:spPr bwMode="auto">
          <a:xfrm>
            <a:off x="4320481" y="4709647"/>
            <a:ext cx="598882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ROADM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3" name="Rectangle 57"/>
          <p:cNvSpPr>
            <a:spLocks noChangeArrowheads="1"/>
          </p:cNvSpPr>
          <p:nvPr/>
        </p:nvSpPr>
        <p:spPr bwMode="auto">
          <a:xfrm>
            <a:off x="6052876" y="4709647"/>
            <a:ext cx="317395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OLA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" name="Rectangle 57"/>
          <p:cNvSpPr>
            <a:spLocks noChangeArrowheads="1"/>
          </p:cNvSpPr>
          <p:nvPr/>
        </p:nvSpPr>
        <p:spPr bwMode="auto">
          <a:xfrm>
            <a:off x="7798084" y="4709647"/>
            <a:ext cx="356443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OTM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65" name="Group 124"/>
          <p:cNvGrpSpPr>
            <a:grpSpLocks noChangeAspect="1"/>
          </p:cNvGrpSpPr>
          <p:nvPr/>
        </p:nvGrpSpPr>
        <p:grpSpPr bwMode="auto">
          <a:xfrm>
            <a:off x="728663" y="4073525"/>
            <a:ext cx="989012" cy="539750"/>
            <a:chOff x="459" y="2566"/>
            <a:chExt cx="623" cy="340"/>
          </a:xfrm>
        </p:grpSpPr>
        <p:sp>
          <p:nvSpPr>
            <p:cNvPr id="166" name="AutoShape 123"/>
            <p:cNvSpPr>
              <a:spLocks noChangeAspect="1" noChangeArrowheads="1" noTextEdit="1"/>
            </p:cNvSpPr>
            <p:nvPr/>
          </p:nvSpPr>
          <p:spPr bwMode="auto">
            <a:xfrm>
              <a:off x="459" y="2566"/>
              <a:ext cx="623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125"/>
            <p:cNvSpPr>
              <a:spLocks/>
            </p:cNvSpPr>
            <p:nvPr/>
          </p:nvSpPr>
          <p:spPr bwMode="auto">
            <a:xfrm>
              <a:off x="459" y="2747"/>
              <a:ext cx="382" cy="7"/>
            </a:xfrm>
            <a:custGeom>
              <a:avLst/>
              <a:gdLst>
                <a:gd name="T0" fmla="*/ 0 w 382"/>
                <a:gd name="T1" fmla="*/ 0 h 7"/>
                <a:gd name="T2" fmla="*/ 382 w 382"/>
                <a:gd name="T3" fmla="*/ 0 h 7"/>
                <a:gd name="T4" fmla="*/ 382 w 382"/>
                <a:gd name="T5" fmla="*/ 7 h 7"/>
                <a:gd name="T6" fmla="*/ 0 w 382"/>
                <a:gd name="T7" fmla="*/ 7 h 7"/>
                <a:gd name="T8" fmla="*/ 0 w 382"/>
                <a:gd name="T9" fmla="*/ 0 h 7"/>
                <a:gd name="T10" fmla="*/ 0 w 382"/>
                <a:gd name="T11" fmla="*/ 0 h 7"/>
                <a:gd name="T12" fmla="*/ 0 w 382"/>
                <a:gd name="T13" fmla="*/ 0 h 7"/>
                <a:gd name="T14" fmla="*/ 0 w 382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2" h="7">
                  <a:moveTo>
                    <a:pt x="0" y="0"/>
                  </a:moveTo>
                  <a:lnTo>
                    <a:pt x="382" y="0"/>
                  </a:lnTo>
                  <a:lnTo>
                    <a:pt x="382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Freeform 126"/>
            <p:cNvSpPr>
              <a:spLocks/>
            </p:cNvSpPr>
            <p:nvPr/>
          </p:nvSpPr>
          <p:spPr bwMode="auto">
            <a:xfrm>
              <a:off x="523" y="2675"/>
              <a:ext cx="10" cy="130"/>
            </a:xfrm>
            <a:custGeom>
              <a:avLst/>
              <a:gdLst>
                <a:gd name="T0" fmla="*/ 0 w 10"/>
                <a:gd name="T1" fmla="*/ 0 h 130"/>
                <a:gd name="T2" fmla="*/ 10 w 10"/>
                <a:gd name="T3" fmla="*/ 0 h 130"/>
                <a:gd name="T4" fmla="*/ 10 w 10"/>
                <a:gd name="T5" fmla="*/ 130 h 130"/>
                <a:gd name="T6" fmla="*/ 0 w 10"/>
                <a:gd name="T7" fmla="*/ 130 h 130"/>
                <a:gd name="T8" fmla="*/ 0 w 10"/>
                <a:gd name="T9" fmla="*/ 0 h 130"/>
                <a:gd name="T10" fmla="*/ 0 w 10"/>
                <a:gd name="T11" fmla="*/ 0 h 130"/>
                <a:gd name="T12" fmla="*/ 0 w 10"/>
                <a:gd name="T13" fmla="*/ 0 h 130"/>
                <a:gd name="T14" fmla="*/ 0 w 10"/>
                <a:gd name="T1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30">
                  <a:moveTo>
                    <a:pt x="0" y="0"/>
                  </a:moveTo>
                  <a:lnTo>
                    <a:pt x="10" y="0"/>
                  </a:lnTo>
                  <a:lnTo>
                    <a:pt x="10" y="130"/>
                  </a:lnTo>
                  <a:lnTo>
                    <a:pt x="0" y="13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127"/>
            <p:cNvSpPr>
              <a:spLocks/>
            </p:cNvSpPr>
            <p:nvPr/>
          </p:nvSpPr>
          <p:spPr bwMode="auto">
            <a:xfrm>
              <a:off x="660" y="2675"/>
              <a:ext cx="7" cy="74"/>
            </a:xfrm>
            <a:custGeom>
              <a:avLst/>
              <a:gdLst>
                <a:gd name="T0" fmla="*/ 0 w 7"/>
                <a:gd name="T1" fmla="*/ 0 h 74"/>
                <a:gd name="T2" fmla="*/ 7 w 7"/>
                <a:gd name="T3" fmla="*/ 0 h 74"/>
                <a:gd name="T4" fmla="*/ 7 w 7"/>
                <a:gd name="T5" fmla="*/ 74 h 74"/>
                <a:gd name="T6" fmla="*/ 0 w 7"/>
                <a:gd name="T7" fmla="*/ 74 h 74"/>
                <a:gd name="T8" fmla="*/ 0 w 7"/>
                <a:gd name="T9" fmla="*/ 0 h 74"/>
                <a:gd name="T10" fmla="*/ 0 w 7"/>
                <a:gd name="T11" fmla="*/ 0 h 74"/>
                <a:gd name="T12" fmla="*/ 0 w 7"/>
                <a:gd name="T13" fmla="*/ 0 h 74"/>
                <a:gd name="T14" fmla="*/ 0 w 7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74">
                  <a:moveTo>
                    <a:pt x="0" y="0"/>
                  </a:moveTo>
                  <a:lnTo>
                    <a:pt x="7" y="0"/>
                  </a:lnTo>
                  <a:lnTo>
                    <a:pt x="7" y="74"/>
                  </a:lnTo>
                  <a:lnTo>
                    <a:pt x="0" y="7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Oval 128"/>
            <p:cNvSpPr>
              <a:spLocks noChangeArrowheads="1"/>
            </p:cNvSpPr>
            <p:nvPr/>
          </p:nvSpPr>
          <p:spPr bwMode="auto">
            <a:xfrm>
              <a:off x="519" y="2740"/>
              <a:ext cx="19" cy="21"/>
            </a:xfrm>
            <a:prstGeom prst="ellipse">
              <a:avLst/>
            </a:pr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Oval 129"/>
            <p:cNvSpPr>
              <a:spLocks noChangeArrowheads="1"/>
            </p:cNvSpPr>
            <p:nvPr/>
          </p:nvSpPr>
          <p:spPr bwMode="auto">
            <a:xfrm>
              <a:off x="652" y="2740"/>
              <a:ext cx="19" cy="21"/>
            </a:xfrm>
            <a:prstGeom prst="ellipse">
              <a:avLst/>
            </a:pr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Freeform 130"/>
            <p:cNvSpPr>
              <a:spLocks/>
            </p:cNvSpPr>
            <p:nvPr/>
          </p:nvSpPr>
          <p:spPr bwMode="auto">
            <a:xfrm>
              <a:off x="819" y="2730"/>
              <a:ext cx="82" cy="31"/>
            </a:xfrm>
            <a:custGeom>
              <a:avLst/>
              <a:gdLst>
                <a:gd name="T0" fmla="*/ 79 w 82"/>
                <a:gd name="T1" fmla="*/ 31 h 31"/>
                <a:gd name="T2" fmla="*/ 79 w 82"/>
                <a:gd name="T3" fmla="*/ 31 h 31"/>
                <a:gd name="T4" fmla="*/ 79 w 82"/>
                <a:gd name="T5" fmla="*/ 31 h 31"/>
                <a:gd name="T6" fmla="*/ 82 w 82"/>
                <a:gd name="T7" fmla="*/ 31 h 31"/>
                <a:gd name="T8" fmla="*/ 79 w 82"/>
                <a:gd name="T9" fmla="*/ 29 h 31"/>
                <a:gd name="T10" fmla="*/ 67 w 82"/>
                <a:gd name="T11" fmla="*/ 5 h 31"/>
                <a:gd name="T12" fmla="*/ 67 w 82"/>
                <a:gd name="T13" fmla="*/ 5 h 31"/>
                <a:gd name="T14" fmla="*/ 62 w 82"/>
                <a:gd name="T15" fmla="*/ 0 h 31"/>
                <a:gd name="T16" fmla="*/ 62 w 82"/>
                <a:gd name="T17" fmla="*/ 0 h 31"/>
                <a:gd name="T18" fmla="*/ 17 w 82"/>
                <a:gd name="T19" fmla="*/ 0 h 31"/>
                <a:gd name="T20" fmla="*/ 17 w 82"/>
                <a:gd name="T21" fmla="*/ 0 h 31"/>
                <a:gd name="T22" fmla="*/ 17 w 82"/>
                <a:gd name="T23" fmla="*/ 5 h 31"/>
                <a:gd name="T24" fmla="*/ 17 w 82"/>
                <a:gd name="T25" fmla="*/ 5 h 31"/>
                <a:gd name="T26" fmla="*/ 0 w 82"/>
                <a:gd name="T27" fmla="*/ 29 h 31"/>
                <a:gd name="T28" fmla="*/ 0 w 82"/>
                <a:gd name="T29" fmla="*/ 31 h 31"/>
                <a:gd name="T30" fmla="*/ 0 w 82"/>
                <a:gd name="T31" fmla="*/ 31 h 31"/>
                <a:gd name="T32" fmla="*/ 3 w 82"/>
                <a:gd name="T33" fmla="*/ 31 h 31"/>
                <a:gd name="T34" fmla="*/ 79 w 82"/>
                <a:gd name="T35" fmla="*/ 31 h 31"/>
                <a:gd name="T36" fmla="*/ 79 w 82"/>
                <a:gd name="T37" fmla="*/ 31 h 31"/>
                <a:gd name="T38" fmla="*/ 79 w 82"/>
                <a:gd name="T39" fmla="*/ 31 h 31"/>
                <a:gd name="T40" fmla="*/ 79 w 82"/>
                <a:gd name="T41" fmla="*/ 31 h 31"/>
                <a:gd name="T42" fmla="*/ 79 w 82"/>
                <a:gd name="T4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2" h="31">
                  <a:moveTo>
                    <a:pt x="79" y="31"/>
                  </a:moveTo>
                  <a:lnTo>
                    <a:pt x="79" y="31"/>
                  </a:lnTo>
                  <a:lnTo>
                    <a:pt x="79" y="31"/>
                  </a:lnTo>
                  <a:lnTo>
                    <a:pt x="82" y="31"/>
                  </a:lnTo>
                  <a:lnTo>
                    <a:pt x="79" y="29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7" y="5"/>
                  </a:lnTo>
                  <a:lnTo>
                    <a:pt x="17" y="5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79" y="31"/>
                  </a:lnTo>
                  <a:lnTo>
                    <a:pt x="79" y="31"/>
                  </a:lnTo>
                  <a:lnTo>
                    <a:pt x="79" y="31"/>
                  </a:lnTo>
                  <a:lnTo>
                    <a:pt x="79" y="31"/>
                  </a:lnTo>
                  <a:lnTo>
                    <a:pt x="79" y="31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Freeform 131"/>
            <p:cNvSpPr>
              <a:spLocks noEditPoints="1"/>
            </p:cNvSpPr>
            <p:nvPr/>
          </p:nvSpPr>
          <p:spPr bwMode="auto">
            <a:xfrm>
              <a:off x="762" y="2568"/>
              <a:ext cx="196" cy="152"/>
            </a:xfrm>
            <a:custGeom>
              <a:avLst/>
              <a:gdLst>
                <a:gd name="T0" fmla="*/ 196 w 196"/>
                <a:gd name="T1" fmla="*/ 3 h 152"/>
                <a:gd name="T2" fmla="*/ 196 w 196"/>
                <a:gd name="T3" fmla="*/ 3 h 152"/>
                <a:gd name="T4" fmla="*/ 196 w 196"/>
                <a:gd name="T5" fmla="*/ 3 h 152"/>
                <a:gd name="T6" fmla="*/ 196 w 196"/>
                <a:gd name="T7" fmla="*/ 0 h 152"/>
                <a:gd name="T8" fmla="*/ 196 w 196"/>
                <a:gd name="T9" fmla="*/ 0 h 152"/>
                <a:gd name="T10" fmla="*/ 191 w 196"/>
                <a:gd name="T11" fmla="*/ 0 h 152"/>
                <a:gd name="T12" fmla="*/ 191 w 196"/>
                <a:gd name="T13" fmla="*/ 0 h 152"/>
                <a:gd name="T14" fmla="*/ 3 w 196"/>
                <a:gd name="T15" fmla="*/ 0 h 152"/>
                <a:gd name="T16" fmla="*/ 3 w 196"/>
                <a:gd name="T17" fmla="*/ 0 h 152"/>
                <a:gd name="T18" fmla="*/ 0 w 196"/>
                <a:gd name="T19" fmla="*/ 0 h 152"/>
                <a:gd name="T20" fmla="*/ 0 w 196"/>
                <a:gd name="T21" fmla="*/ 3 h 152"/>
                <a:gd name="T22" fmla="*/ 0 w 196"/>
                <a:gd name="T23" fmla="*/ 3 h 152"/>
                <a:gd name="T24" fmla="*/ 0 w 196"/>
                <a:gd name="T25" fmla="*/ 8 h 152"/>
                <a:gd name="T26" fmla="*/ 0 w 196"/>
                <a:gd name="T27" fmla="*/ 140 h 152"/>
                <a:gd name="T28" fmla="*/ 0 w 196"/>
                <a:gd name="T29" fmla="*/ 140 h 152"/>
                <a:gd name="T30" fmla="*/ 0 w 196"/>
                <a:gd name="T31" fmla="*/ 143 h 152"/>
                <a:gd name="T32" fmla="*/ 0 w 196"/>
                <a:gd name="T33" fmla="*/ 143 h 152"/>
                <a:gd name="T34" fmla="*/ 0 w 196"/>
                <a:gd name="T35" fmla="*/ 143 h 152"/>
                <a:gd name="T36" fmla="*/ 3 w 196"/>
                <a:gd name="T37" fmla="*/ 143 h 152"/>
                <a:gd name="T38" fmla="*/ 3 w 196"/>
                <a:gd name="T39" fmla="*/ 143 h 152"/>
                <a:gd name="T40" fmla="*/ 84 w 196"/>
                <a:gd name="T41" fmla="*/ 143 h 152"/>
                <a:gd name="T42" fmla="*/ 84 w 196"/>
                <a:gd name="T43" fmla="*/ 150 h 152"/>
                <a:gd name="T44" fmla="*/ 84 w 196"/>
                <a:gd name="T45" fmla="*/ 152 h 152"/>
                <a:gd name="T46" fmla="*/ 84 w 196"/>
                <a:gd name="T47" fmla="*/ 152 h 152"/>
                <a:gd name="T48" fmla="*/ 86 w 196"/>
                <a:gd name="T49" fmla="*/ 152 h 152"/>
                <a:gd name="T50" fmla="*/ 115 w 196"/>
                <a:gd name="T51" fmla="*/ 152 h 152"/>
                <a:gd name="T52" fmla="*/ 115 w 196"/>
                <a:gd name="T53" fmla="*/ 152 h 152"/>
                <a:gd name="T54" fmla="*/ 115 w 196"/>
                <a:gd name="T55" fmla="*/ 152 h 152"/>
                <a:gd name="T56" fmla="*/ 117 w 196"/>
                <a:gd name="T57" fmla="*/ 150 h 152"/>
                <a:gd name="T58" fmla="*/ 117 w 196"/>
                <a:gd name="T59" fmla="*/ 150 h 152"/>
                <a:gd name="T60" fmla="*/ 117 w 196"/>
                <a:gd name="T61" fmla="*/ 143 h 152"/>
                <a:gd name="T62" fmla="*/ 191 w 196"/>
                <a:gd name="T63" fmla="*/ 143 h 152"/>
                <a:gd name="T64" fmla="*/ 196 w 196"/>
                <a:gd name="T65" fmla="*/ 143 h 152"/>
                <a:gd name="T66" fmla="*/ 196 w 196"/>
                <a:gd name="T67" fmla="*/ 143 h 152"/>
                <a:gd name="T68" fmla="*/ 196 w 196"/>
                <a:gd name="T69" fmla="*/ 143 h 152"/>
                <a:gd name="T70" fmla="*/ 196 w 196"/>
                <a:gd name="T71" fmla="*/ 143 h 152"/>
                <a:gd name="T72" fmla="*/ 196 w 196"/>
                <a:gd name="T73" fmla="*/ 140 h 152"/>
                <a:gd name="T74" fmla="*/ 196 w 196"/>
                <a:gd name="T75" fmla="*/ 140 h 152"/>
                <a:gd name="T76" fmla="*/ 196 w 196"/>
                <a:gd name="T77" fmla="*/ 8 h 152"/>
                <a:gd name="T78" fmla="*/ 196 w 196"/>
                <a:gd name="T79" fmla="*/ 3 h 152"/>
                <a:gd name="T80" fmla="*/ 196 w 196"/>
                <a:gd name="T81" fmla="*/ 3 h 152"/>
                <a:gd name="T82" fmla="*/ 196 w 196"/>
                <a:gd name="T83" fmla="*/ 3 h 152"/>
                <a:gd name="T84" fmla="*/ 177 w 196"/>
                <a:gd name="T85" fmla="*/ 123 h 152"/>
                <a:gd name="T86" fmla="*/ 22 w 196"/>
                <a:gd name="T87" fmla="*/ 123 h 152"/>
                <a:gd name="T88" fmla="*/ 22 w 196"/>
                <a:gd name="T89" fmla="*/ 22 h 152"/>
                <a:gd name="T90" fmla="*/ 177 w 196"/>
                <a:gd name="T91" fmla="*/ 22 h 152"/>
                <a:gd name="T92" fmla="*/ 177 w 196"/>
                <a:gd name="T93" fmla="*/ 123 h 152"/>
                <a:gd name="T94" fmla="*/ 177 w 196"/>
                <a:gd name="T95" fmla="*/ 123 h 152"/>
                <a:gd name="T96" fmla="*/ 177 w 196"/>
                <a:gd name="T97" fmla="*/ 12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6" h="152">
                  <a:moveTo>
                    <a:pt x="196" y="3"/>
                  </a:moveTo>
                  <a:lnTo>
                    <a:pt x="196" y="3"/>
                  </a:lnTo>
                  <a:lnTo>
                    <a:pt x="196" y="3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91" y="0"/>
                  </a:lnTo>
                  <a:lnTo>
                    <a:pt x="191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8"/>
                  </a:lnTo>
                  <a:lnTo>
                    <a:pt x="0" y="140"/>
                  </a:lnTo>
                  <a:lnTo>
                    <a:pt x="0" y="140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3" y="143"/>
                  </a:lnTo>
                  <a:lnTo>
                    <a:pt x="3" y="143"/>
                  </a:lnTo>
                  <a:lnTo>
                    <a:pt x="84" y="143"/>
                  </a:lnTo>
                  <a:lnTo>
                    <a:pt x="84" y="150"/>
                  </a:lnTo>
                  <a:lnTo>
                    <a:pt x="84" y="152"/>
                  </a:lnTo>
                  <a:lnTo>
                    <a:pt x="84" y="152"/>
                  </a:lnTo>
                  <a:lnTo>
                    <a:pt x="86" y="152"/>
                  </a:lnTo>
                  <a:lnTo>
                    <a:pt x="115" y="152"/>
                  </a:lnTo>
                  <a:lnTo>
                    <a:pt x="115" y="152"/>
                  </a:lnTo>
                  <a:lnTo>
                    <a:pt x="115" y="152"/>
                  </a:lnTo>
                  <a:lnTo>
                    <a:pt x="117" y="150"/>
                  </a:lnTo>
                  <a:lnTo>
                    <a:pt x="117" y="150"/>
                  </a:lnTo>
                  <a:lnTo>
                    <a:pt x="117" y="143"/>
                  </a:lnTo>
                  <a:lnTo>
                    <a:pt x="191" y="143"/>
                  </a:lnTo>
                  <a:lnTo>
                    <a:pt x="196" y="143"/>
                  </a:lnTo>
                  <a:lnTo>
                    <a:pt x="196" y="143"/>
                  </a:lnTo>
                  <a:lnTo>
                    <a:pt x="196" y="143"/>
                  </a:lnTo>
                  <a:lnTo>
                    <a:pt x="196" y="143"/>
                  </a:lnTo>
                  <a:lnTo>
                    <a:pt x="196" y="140"/>
                  </a:lnTo>
                  <a:lnTo>
                    <a:pt x="196" y="140"/>
                  </a:lnTo>
                  <a:lnTo>
                    <a:pt x="196" y="8"/>
                  </a:lnTo>
                  <a:lnTo>
                    <a:pt x="196" y="3"/>
                  </a:lnTo>
                  <a:lnTo>
                    <a:pt x="196" y="3"/>
                  </a:lnTo>
                  <a:lnTo>
                    <a:pt x="196" y="3"/>
                  </a:lnTo>
                  <a:close/>
                  <a:moveTo>
                    <a:pt x="177" y="123"/>
                  </a:moveTo>
                  <a:lnTo>
                    <a:pt x="22" y="123"/>
                  </a:lnTo>
                  <a:lnTo>
                    <a:pt x="22" y="22"/>
                  </a:lnTo>
                  <a:lnTo>
                    <a:pt x="177" y="22"/>
                  </a:lnTo>
                  <a:lnTo>
                    <a:pt x="177" y="123"/>
                  </a:lnTo>
                  <a:lnTo>
                    <a:pt x="177" y="123"/>
                  </a:lnTo>
                  <a:lnTo>
                    <a:pt x="177" y="123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132"/>
            <p:cNvSpPr>
              <a:spLocks/>
            </p:cNvSpPr>
            <p:nvPr/>
          </p:nvSpPr>
          <p:spPr bwMode="auto">
            <a:xfrm>
              <a:off x="504" y="2667"/>
              <a:ext cx="48" cy="20"/>
            </a:xfrm>
            <a:custGeom>
              <a:avLst/>
              <a:gdLst>
                <a:gd name="T0" fmla="*/ 48 w 48"/>
                <a:gd name="T1" fmla="*/ 20 h 20"/>
                <a:gd name="T2" fmla="*/ 48 w 48"/>
                <a:gd name="T3" fmla="*/ 20 h 20"/>
                <a:gd name="T4" fmla="*/ 48 w 48"/>
                <a:gd name="T5" fmla="*/ 20 h 20"/>
                <a:gd name="T6" fmla="*/ 48 w 48"/>
                <a:gd name="T7" fmla="*/ 20 h 20"/>
                <a:gd name="T8" fmla="*/ 48 w 48"/>
                <a:gd name="T9" fmla="*/ 20 h 20"/>
                <a:gd name="T10" fmla="*/ 39 w 48"/>
                <a:gd name="T11" fmla="*/ 3 h 20"/>
                <a:gd name="T12" fmla="*/ 39 w 48"/>
                <a:gd name="T13" fmla="*/ 0 h 20"/>
                <a:gd name="T14" fmla="*/ 39 w 48"/>
                <a:gd name="T15" fmla="*/ 0 h 20"/>
                <a:gd name="T16" fmla="*/ 36 w 48"/>
                <a:gd name="T17" fmla="*/ 0 h 20"/>
                <a:gd name="T18" fmla="*/ 10 w 48"/>
                <a:gd name="T19" fmla="*/ 0 h 20"/>
                <a:gd name="T20" fmla="*/ 10 w 48"/>
                <a:gd name="T21" fmla="*/ 0 h 20"/>
                <a:gd name="T22" fmla="*/ 10 w 48"/>
                <a:gd name="T23" fmla="*/ 0 h 20"/>
                <a:gd name="T24" fmla="*/ 8 w 48"/>
                <a:gd name="T25" fmla="*/ 3 h 20"/>
                <a:gd name="T26" fmla="*/ 0 w 48"/>
                <a:gd name="T27" fmla="*/ 20 h 20"/>
                <a:gd name="T28" fmla="*/ 0 w 48"/>
                <a:gd name="T29" fmla="*/ 20 h 20"/>
                <a:gd name="T30" fmla="*/ 0 w 48"/>
                <a:gd name="T31" fmla="*/ 20 h 20"/>
                <a:gd name="T32" fmla="*/ 0 w 48"/>
                <a:gd name="T33" fmla="*/ 20 h 20"/>
                <a:gd name="T34" fmla="*/ 48 w 48"/>
                <a:gd name="T35" fmla="*/ 20 h 20"/>
                <a:gd name="T36" fmla="*/ 48 w 48"/>
                <a:gd name="T37" fmla="*/ 20 h 20"/>
                <a:gd name="T38" fmla="*/ 48 w 48"/>
                <a:gd name="T39" fmla="*/ 20 h 20"/>
                <a:gd name="T40" fmla="*/ 48 w 48"/>
                <a:gd name="T41" fmla="*/ 20 h 20"/>
                <a:gd name="T42" fmla="*/ 48 w 48"/>
                <a:gd name="T4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20">
                  <a:moveTo>
                    <a:pt x="48" y="20"/>
                  </a:move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39" y="3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36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8" y="3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Freeform 133"/>
            <p:cNvSpPr>
              <a:spLocks noEditPoints="1"/>
            </p:cNvSpPr>
            <p:nvPr/>
          </p:nvSpPr>
          <p:spPr bwMode="auto">
            <a:xfrm>
              <a:off x="466" y="2566"/>
              <a:ext cx="122" cy="94"/>
            </a:xfrm>
            <a:custGeom>
              <a:avLst/>
              <a:gdLst>
                <a:gd name="T0" fmla="*/ 120 w 122"/>
                <a:gd name="T1" fmla="*/ 0 h 94"/>
                <a:gd name="T2" fmla="*/ 3 w 122"/>
                <a:gd name="T3" fmla="*/ 0 h 94"/>
                <a:gd name="T4" fmla="*/ 3 w 122"/>
                <a:gd name="T5" fmla="*/ 0 h 94"/>
                <a:gd name="T6" fmla="*/ 3 w 122"/>
                <a:gd name="T7" fmla="*/ 0 h 94"/>
                <a:gd name="T8" fmla="*/ 3 w 122"/>
                <a:gd name="T9" fmla="*/ 0 h 94"/>
                <a:gd name="T10" fmla="*/ 3 w 122"/>
                <a:gd name="T11" fmla="*/ 0 h 94"/>
                <a:gd name="T12" fmla="*/ 3 w 122"/>
                <a:gd name="T13" fmla="*/ 2 h 94"/>
                <a:gd name="T14" fmla="*/ 0 w 122"/>
                <a:gd name="T15" fmla="*/ 2 h 94"/>
                <a:gd name="T16" fmla="*/ 0 w 122"/>
                <a:gd name="T17" fmla="*/ 84 h 94"/>
                <a:gd name="T18" fmla="*/ 3 w 122"/>
                <a:gd name="T19" fmla="*/ 84 h 94"/>
                <a:gd name="T20" fmla="*/ 3 w 122"/>
                <a:gd name="T21" fmla="*/ 89 h 94"/>
                <a:gd name="T22" fmla="*/ 3 w 122"/>
                <a:gd name="T23" fmla="*/ 89 h 94"/>
                <a:gd name="T24" fmla="*/ 3 w 122"/>
                <a:gd name="T25" fmla="*/ 89 h 94"/>
                <a:gd name="T26" fmla="*/ 3 w 122"/>
                <a:gd name="T27" fmla="*/ 89 h 94"/>
                <a:gd name="T28" fmla="*/ 3 w 122"/>
                <a:gd name="T29" fmla="*/ 89 h 94"/>
                <a:gd name="T30" fmla="*/ 53 w 122"/>
                <a:gd name="T31" fmla="*/ 89 h 94"/>
                <a:gd name="T32" fmla="*/ 53 w 122"/>
                <a:gd name="T33" fmla="*/ 94 h 94"/>
                <a:gd name="T34" fmla="*/ 53 w 122"/>
                <a:gd name="T35" fmla="*/ 94 h 94"/>
                <a:gd name="T36" fmla="*/ 53 w 122"/>
                <a:gd name="T37" fmla="*/ 94 h 94"/>
                <a:gd name="T38" fmla="*/ 55 w 122"/>
                <a:gd name="T39" fmla="*/ 94 h 94"/>
                <a:gd name="T40" fmla="*/ 69 w 122"/>
                <a:gd name="T41" fmla="*/ 94 h 94"/>
                <a:gd name="T42" fmla="*/ 69 w 122"/>
                <a:gd name="T43" fmla="*/ 94 h 94"/>
                <a:gd name="T44" fmla="*/ 72 w 122"/>
                <a:gd name="T45" fmla="*/ 94 h 94"/>
                <a:gd name="T46" fmla="*/ 72 w 122"/>
                <a:gd name="T47" fmla="*/ 94 h 94"/>
                <a:gd name="T48" fmla="*/ 72 w 122"/>
                <a:gd name="T49" fmla="*/ 94 h 94"/>
                <a:gd name="T50" fmla="*/ 72 w 122"/>
                <a:gd name="T51" fmla="*/ 89 h 94"/>
                <a:gd name="T52" fmla="*/ 120 w 122"/>
                <a:gd name="T53" fmla="*/ 89 h 94"/>
                <a:gd name="T54" fmla="*/ 120 w 122"/>
                <a:gd name="T55" fmla="*/ 89 h 94"/>
                <a:gd name="T56" fmla="*/ 120 w 122"/>
                <a:gd name="T57" fmla="*/ 89 h 94"/>
                <a:gd name="T58" fmla="*/ 122 w 122"/>
                <a:gd name="T59" fmla="*/ 89 h 94"/>
                <a:gd name="T60" fmla="*/ 122 w 122"/>
                <a:gd name="T61" fmla="*/ 89 h 94"/>
                <a:gd name="T62" fmla="*/ 122 w 122"/>
                <a:gd name="T63" fmla="*/ 84 h 94"/>
                <a:gd name="T64" fmla="*/ 122 w 122"/>
                <a:gd name="T65" fmla="*/ 84 h 94"/>
                <a:gd name="T66" fmla="*/ 122 w 122"/>
                <a:gd name="T67" fmla="*/ 2 h 94"/>
                <a:gd name="T68" fmla="*/ 122 w 122"/>
                <a:gd name="T69" fmla="*/ 2 h 94"/>
                <a:gd name="T70" fmla="*/ 122 w 122"/>
                <a:gd name="T71" fmla="*/ 0 h 94"/>
                <a:gd name="T72" fmla="*/ 122 w 122"/>
                <a:gd name="T73" fmla="*/ 0 h 94"/>
                <a:gd name="T74" fmla="*/ 120 w 122"/>
                <a:gd name="T75" fmla="*/ 0 h 94"/>
                <a:gd name="T76" fmla="*/ 120 w 122"/>
                <a:gd name="T77" fmla="*/ 0 h 94"/>
                <a:gd name="T78" fmla="*/ 120 w 122"/>
                <a:gd name="T79" fmla="*/ 0 h 94"/>
                <a:gd name="T80" fmla="*/ 120 w 122"/>
                <a:gd name="T81" fmla="*/ 0 h 94"/>
                <a:gd name="T82" fmla="*/ 120 w 122"/>
                <a:gd name="T83" fmla="*/ 0 h 94"/>
                <a:gd name="T84" fmla="*/ 120 w 122"/>
                <a:gd name="T85" fmla="*/ 0 h 94"/>
                <a:gd name="T86" fmla="*/ 120 w 122"/>
                <a:gd name="T87" fmla="*/ 0 h 94"/>
                <a:gd name="T88" fmla="*/ 120 w 122"/>
                <a:gd name="T89" fmla="*/ 0 h 94"/>
                <a:gd name="T90" fmla="*/ 110 w 122"/>
                <a:gd name="T91" fmla="*/ 75 h 94"/>
                <a:gd name="T92" fmla="*/ 14 w 122"/>
                <a:gd name="T93" fmla="*/ 75 h 94"/>
                <a:gd name="T94" fmla="*/ 14 w 122"/>
                <a:gd name="T95" fmla="*/ 14 h 94"/>
                <a:gd name="T96" fmla="*/ 110 w 122"/>
                <a:gd name="T97" fmla="*/ 14 h 94"/>
                <a:gd name="T98" fmla="*/ 110 w 122"/>
                <a:gd name="T99" fmla="*/ 75 h 94"/>
                <a:gd name="T100" fmla="*/ 110 w 122"/>
                <a:gd name="T101" fmla="*/ 75 h 94"/>
                <a:gd name="T102" fmla="*/ 110 w 122"/>
                <a:gd name="T103" fmla="*/ 75 h 94"/>
                <a:gd name="T104" fmla="*/ 110 w 122"/>
                <a:gd name="T105" fmla="*/ 75 h 94"/>
                <a:gd name="T106" fmla="*/ 110 w 122"/>
                <a:gd name="T107" fmla="*/ 7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2" h="94">
                  <a:moveTo>
                    <a:pt x="120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84"/>
                  </a:lnTo>
                  <a:lnTo>
                    <a:pt x="3" y="84"/>
                  </a:lnTo>
                  <a:lnTo>
                    <a:pt x="3" y="89"/>
                  </a:lnTo>
                  <a:lnTo>
                    <a:pt x="3" y="89"/>
                  </a:lnTo>
                  <a:lnTo>
                    <a:pt x="3" y="89"/>
                  </a:lnTo>
                  <a:lnTo>
                    <a:pt x="3" y="89"/>
                  </a:lnTo>
                  <a:lnTo>
                    <a:pt x="3" y="89"/>
                  </a:lnTo>
                  <a:lnTo>
                    <a:pt x="53" y="89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55" y="94"/>
                  </a:lnTo>
                  <a:lnTo>
                    <a:pt x="69" y="94"/>
                  </a:lnTo>
                  <a:lnTo>
                    <a:pt x="69" y="94"/>
                  </a:lnTo>
                  <a:lnTo>
                    <a:pt x="72" y="94"/>
                  </a:lnTo>
                  <a:lnTo>
                    <a:pt x="72" y="94"/>
                  </a:lnTo>
                  <a:lnTo>
                    <a:pt x="72" y="94"/>
                  </a:lnTo>
                  <a:lnTo>
                    <a:pt x="72" y="89"/>
                  </a:lnTo>
                  <a:lnTo>
                    <a:pt x="120" y="89"/>
                  </a:lnTo>
                  <a:lnTo>
                    <a:pt x="120" y="89"/>
                  </a:lnTo>
                  <a:lnTo>
                    <a:pt x="120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2" y="84"/>
                  </a:lnTo>
                  <a:lnTo>
                    <a:pt x="122" y="84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close/>
                  <a:moveTo>
                    <a:pt x="110" y="75"/>
                  </a:moveTo>
                  <a:lnTo>
                    <a:pt x="14" y="75"/>
                  </a:lnTo>
                  <a:lnTo>
                    <a:pt x="14" y="14"/>
                  </a:lnTo>
                  <a:lnTo>
                    <a:pt x="110" y="14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0" y="75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134"/>
            <p:cNvSpPr>
              <a:spLocks/>
            </p:cNvSpPr>
            <p:nvPr/>
          </p:nvSpPr>
          <p:spPr bwMode="auto">
            <a:xfrm>
              <a:off x="504" y="2892"/>
              <a:ext cx="48" cy="16"/>
            </a:xfrm>
            <a:custGeom>
              <a:avLst/>
              <a:gdLst>
                <a:gd name="T0" fmla="*/ 48 w 48"/>
                <a:gd name="T1" fmla="*/ 16 h 16"/>
                <a:gd name="T2" fmla="*/ 48 w 48"/>
                <a:gd name="T3" fmla="*/ 16 h 16"/>
                <a:gd name="T4" fmla="*/ 48 w 48"/>
                <a:gd name="T5" fmla="*/ 16 h 16"/>
                <a:gd name="T6" fmla="*/ 48 w 48"/>
                <a:gd name="T7" fmla="*/ 16 h 16"/>
                <a:gd name="T8" fmla="*/ 48 w 48"/>
                <a:gd name="T9" fmla="*/ 16 h 16"/>
                <a:gd name="T10" fmla="*/ 39 w 48"/>
                <a:gd name="T11" fmla="*/ 0 h 16"/>
                <a:gd name="T12" fmla="*/ 39 w 48"/>
                <a:gd name="T13" fmla="*/ 0 h 16"/>
                <a:gd name="T14" fmla="*/ 39 w 48"/>
                <a:gd name="T15" fmla="*/ 0 h 16"/>
                <a:gd name="T16" fmla="*/ 36 w 48"/>
                <a:gd name="T17" fmla="*/ 0 h 16"/>
                <a:gd name="T18" fmla="*/ 10 w 48"/>
                <a:gd name="T19" fmla="*/ 0 h 16"/>
                <a:gd name="T20" fmla="*/ 10 w 48"/>
                <a:gd name="T21" fmla="*/ 0 h 16"/>
                <a:gd name="T22" fmla="*/ 10 w 48"/>
                <a:gd name="T23" fmla="*/ 0 h 16"/>
                <a:gd name="T24" fmla="*/ 8 w 48"/>
                <a:gd name="T25" fmla="*/ 0 h 16"/>
                <a:gd name="T26" fmla="*/ 0 w 48"/>
                <a:gd name="T27" fmla="*/ 16 h 16"/>
                <a:gd name="T28" fmla="*/ 0 w 48"/>
                <a:gd name="T29" fmla="*/ 16 h 16"/>
                <a:gd name="T30" fmla="*/ 0 w 48"/>
                <a:gd name="T31" fmla="*/ 16 h 16"/>
                <a:gd name="T32" fmla="*/ 0 w 48"/>
                <a:gd name="T33" fmla="*/ 16 h 16"/>
                <a:gd name="T34" fmla="*/ 48 w 48"/>
                <a:gd name="T35" fmla="*/ 16 h 16"/>
                <a:gd name="T36" fmla="*/ 48 w 48"/>
                <a:gd name="T37" fmla="*/ 16 h 16"/>
                <a:gd name="T38" fmla="*/ 48 w 48"/>
                <a:gd name="T39" fmla="*/ 16 h 16"/>
                <a:gd name="T40" fmla="*/ 48 w 48"/>
                <a:gd name="T41" fmla="*/ 16 h 16"/>
                <a:gd name="T42" fmla="*/ 48 w 48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16">
                  <a:moveTo>
                    <a:pt x="48" y="16"/>
                  </a:moveTo>
                  <a:lnTo>
                    <a:pt x="48" y="16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36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6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Freeform 135"/>
            <p:cNvSpPr>
              <a:spLocks noEditPoints="1"/>
            </p:cNvSpPr>
            <p:nvPr/>
          </p:nvSpPr>
          <p:spPr bwMode="auto">
            <a:xfrm>
              <a:off x="466" y="2790"/>
              <a:ext cx="122" cy="94"/>
            </a:xfrm>
            <a:custGeom>
              <a:avLst/>
              <a:gdLst>
                <a:gd name="T0" fmla="*/ 120 w 122"/>
                <a:gd name="T1" fmla="*/ 0 h 94"/>
                <a:gd name="T2" fmla="*/ 3 w 122"/>
                <a:gd name="T3" fmla="*/ 0 h 94"/>
                <a:gd name="T4" fmla="*/ 3 w 122"/>
                <a:gd name="T5" fmla="*/ 0 h 94"/>
                <a:gd name="T6" fmla="*/ 3 w 122"/>
                <a:gd name="T7" fmla="*/ 0 h 94"/>
                <a:gd name="T8" fmla="*/ 3 w 122"/>
                <a:gd name="T9" fmla="*/ 0 h 94"/>
                <a:gd name="T10" fmla="*/ 3 w 122"/>
                <a:gd name="T11" fmla="*/ 0 h 94"/>
                <a:gd name="T12" fmla="*/ 3 w 122"/>
                <a:gd name="T13" fmla="*/ 0 h 94"/>
                <a:gd name="T14" fmla="*/ 0 w 122"/>
                <a:gd name="T15" fmla="*/ 3 h 94"/>
                <a:gd name="T16" fmla="*/ 0 w 122"/>
                <a:gd name="T17" fmla="*/ 87 h 94"/>
                <a:gd name="T18" fmla="*/ 3 w 122"/>
                <a:gd name="T19" fmla="*/ 87 h 94"/>
                <a:gd name="T20" fmla="*/ 3 w 122"/>
                <a:gd name="T21" fmla="*/ 87 h 94"/>
                <a:gd name="T22" fmla="*/ 3 w 122"/>
                <a:gd name="T23" fmla="*/ 89 h 94"/>
                <a:gd name="T24" fmla="*/ 3 w 122"/>
                <a:gd name="T25" fmla="*/ 89 h 94"/>
                <a:gd name="T26" fmla="*/ 3 w 122"/>
                <a:gd name="T27" fmla="*/ 89 h 94"/>
                <a:gd name="T28" fmla="*/ 3 w 122"/>
                <a:gd name="T29" fmla="*/ 89 h 94"/>
                <a:gd name="T30" fmla="*/ 53 w 122"/>
                <a:gd name="T31" fmla="*/ 89 h 94"/>
                <a:gd name="T32" fmla="*/ 53 w 122"/>
                <a:gd name="T33" fmla="*/ 94 h 94"/>
                <a:gd name="T34" fmla="*/ 53 w 122"/>
                <a:gd name="T35" fmla="*/ 94 h 94"/>
                <a:gd name="T36" fmla="*/ 53 w 122"/>
                <a:gd name="T37" fmla="*/ 94 h 94"/>
                <a:gd name="T38" fmla="*/ 55 w 122"/>
                <a:gd name="T39" fmla="*/ 94 h 94"/>
                <a:gd name="T40" fmla="*/ 69 w 122"/>
                <a:gd name="T41" fmla="*/ 94 h 94"/>
                <a:gd name="T42" fmla="*/ 69 w 122"/>
                <a:gd name="T43" fmla="*/ 94 h 94"/>
                <a:gd name="T44" fmla="*/ 72 w 122"/>
                <a:gd name="T45" fmla="*/ 94 h 94"/>
                <a:gd name="T46" fmla="*/ 72 w 122"/>
                <a:gd name="T47" fmla="*/ 94 h 94"/>
                <a:gd name="T48" fmla="*/ 72 w 122"/>
                <a:gd name="T49" fmla="*/ 94 h 94"/>
                <a:gd name="T50" fmla="*/ 72 w 122"/>
                <a:gd name="T51" fmla="*/ 89 h 94"/>
                <a:gd name="T52" fmla="*/ 120 w 122"/>
                <a:gd name="T53" fmla="*/ 89 h 94"/>
                <a:gd name="T54" fmla="*/ 120 w 122"/>
                <a:gd name="T55" fmla="*/ 89 h 94"/>
                <a:gd name="T56" fmla="*/ 120 w 122"/>
                <a:gd name="T57" fmla="*/ 89 h 94"/>
                <a:gd name="T58" fmla="*/ 122 w 122"/>
                <a:gd name="T59" fmla="*/ 89 h 94"/>
                <a:gd name="T60" fmla="*/ 122 w 122"/>
                <a:gd name="T61" fmla="*/ 87 h 94"/>
                <a:gd name="T62" fmla="*/ 122 w 122"/>
                <a:gd name="T63" fmla="*/ 87 h 94"/>
                <a:gd name="T64" fmla="*/ 122 w 122"/>
                <a:gd name="T65" fmla="*/ 87 h 94"/>
                <a:gd name="T66" fmla="*/ 122 w 122"/>
                <a:gd name="T67" fmla="*/ 3 h 94"/>
                <a:gd name="T68" fmla="*/ 122 w 122"/>
                <a:gd name="T69" fmla="*/ 0 h 94"/>
                <a:gd name="T70" fmla="*/ 122 w 122"/>
                <a:gd name="T71" fmla="*/ 0 h 94"/>
                <a:gd name="T72" fmla="*/ 122 w 122"/>
                <a:gd name="T73" fmla="*/ 0 h 94"/>
                <a:gd name="T74" fmla="*/ 120 w 122"/>
                <a:gd name="T75" fmla="*/ 0 h 94"/>
                <a:gd name="T76" fmla="*/ 120 w 122"/>
                <a:gd name="T77" fmla="*/ 0 h 94"/>
                <a:gd name="T78" fmla="*/ 120 w 122"/>
                <a:gd name="T79" fmla="*/ 0 h 94"/>
                <a:gd name="T80" fmla="*/ 120 w 122"/>
                <a:gd name="T81" fmla="*/ 0 h 94"/>
                <a:gd name="T82" fmla="*/ 120 w 122"/>
                <a:gd name="T83" fmla="*/ 0 h 94"/>
                <a:gd name="T84" fmla="*/ 120 w 122"/>
                <a:gd name="T85" fmla="*/ 0 h 94"/>
                <a:gd name="T86" fmla="*/ 120 w 122"/>
                <a:gd name="T87" fmla="*/ 0 h 94"/>
                <a:gd name="T88" fmla="*/ 120 w 122"/>
                <a:gd name="T89" fmla="*/ 0 h 94"/>
                <a:gd name="T90" fmla="*/ 110 w 122"/>
                <a:gd name="T91" fmla="*/ 75 h 94"/>
                <a:gd name="T92" fmla="*/ 14 w 122"/>
                <a:gd name="T93" fmla="*/ 75 h 94"/>
                <a:gd name="T94" fmla="*/ 14 w 122"/>
                <a:gd name="T95" fmla="*/ 15 h 94"/>
                <a:gd name="T96" fmla="*/ 110 w 122"/>
                <a:gd name="T97" fmla="*/ 15 h 94"/>
                <a:gd name="T98" fmla="*/ 110 w 122"/>
                <a:gd name="T99" fmla="*/ 75 h 94"/>
                <a:gd name="T100" fmla="*/ 110 w 122"/>
                <a:gd name="T101" fmla="*/ 75 h 94"/>
                <a:gd name="T102" fmla="*/ 110 w 122"/>
                <a:gd name="T103" fmla="*/ 75 h 94"/>
                <a:gd name="T104" fmla="*/ 110 w 122"/>
                <a:gd name="T105" fmla="*/ 75 h 94"/>
                <a:gd name="T106" fmla="*/ 110 w 122"/>
                <a:gd name="T107" fmla="*/ 7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2" h="94">
                  <a:moveTo>
                    <a:pt x="120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87"/>
                  </a:lnTo>
                  <a:lnTo>
                    <a:pt x="3" y="87"/>
                  </a:lnTo>
                  <a:lnTo>
                    <a:pt x="3" y="87"/>
                  </a:lnTo>
                  <a:lnTo>
                    <a:pt x="3" y="89"/>
                  </a:lnTo>
                  <a:lnTo>
                    <a:pt x="3" y="89"/>
                  </a:lnTo>
                  <a:lnTo>
                    <a:pt x="3" y="89"/>
                  </a:lnTo>
                  <a:lnTo>
                    <a:pt x="3" y="89"/>
                  </a:lnTo>
                  <a:lnTo>
                    <a:pt x="53" y="89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55" y="94"/>
                  </a:lnTo>
                  <a:lnTo>
                    <a:pt x="69" y="94"/>
                  </a:lnTo>
                  <a:lnTo>
                    <a:pt x="69" y="94"/>
                  </a:lnTo>
                  <a:lnTo>
                    <a:pt x="72" y="94"/>
                  </a:lnTo>
                  <a:lnTo>
                    <a:pt x="72" y="94"/>
                  </a:lnTo>
                  <a:lnTo>
                    <a:pt x="72" y="94"/>
                  </a:lnTo>
                  <a:lnTo>
                    <a:pt x="72" y="89"/>
                  </a:lnTo>
                  <a:lnTo>
                    <a:pt x="120" y="89"/>
                  </a:lnTo>
                  <a:lnTo>
                    <a:pt x="120" y="89"/>
                  </a:lnTo>
                  <a:lnTo>
                    <a:pt x="120" y="89"/>
                  </a:lnTo>
                  <a:lnTo>
                    <a:pt x="122" y="89"/>
                  </a:lnTo>
                  <a:lnTo>
                    <a:pt x="122" y="87"/>
                  </a:lnTo>
                  <a:lnTo>
                    <a:pt x="122" y="87"/>
                  </a:lnTo>
                  <a:lnTo>
                    <a:pt x="122" y="87"/>
                  </a:lnTo>
                  <a:lnTo>
                    <a:pt x="122" y="3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close/>
                  <a:moveTo>
                    <a:pt x="110" y="75"/>
                  </a:moveTo>
                  <a:lnTo>
                    <a:pt x="14" y="75"/>
                  </a:lnTo>
                  <a:lnTo>
                    <a:pt x="14" y="15"/>
                  </a:lnTo>
                  <a:lnTo>
                    <a:pt x="110" y="1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0" y="75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Freeform 136"/>
            <p:cNvSpPr>
              <a:spLocks/>
            </p:cNvSpPr>
            <p:nvPr/>
          </p:nvSpPr>
          <p:spPr bwMode="auto">
            <a:xfrm>
              <a:off x="640" y="2667"/>
              <a:ext cx="48" cy="20"/>
            </a:xfrm>
            <a:custGeom>
              <a:avLst/>
              <a:gdLst>
                <a:gd name="T0" fmla="*/ 48 w 48"/>
                <a:gd name="T1" fmla="*/ 20 h 20"/>
                <a:gd name="T2" fmla="*/ 48 w 48"/>
                <a:gd name="T3" fmla="*/ 20 h 20"/>
                <a:gd name="T4" fmla="*/ 48 w 48"/>
                <a:gd name="T5" fmla="*/ 20 h 20"/>
                <a:gd name="T6" fmla="*/ 48 w 48"/>
                <a:gd name="T7" fmla="*/ 20 h 20"/>
                <a:gd name="T8" fmla="*/ 48 w 48"/>
                <a:gd name="T9" fmla="*/ 20 h 20"/>
                <a:gd name="T10" fmla="*/ 36 w 48"/>
                <a:gd name="T11" fmla="*/ 3 h 20"/>
                <a:gd name="T12" fmla="*/ 36 w 48"/>
                <a:gd name="T13" fmla="*/ 0 h 20"/>
                <a:gd name="T14" fmla="*/ 36 w 48"/>
                <a:gd name="T15" fmla="*/ 0 h 20"/>
                <a:gd name="T16" fmla="*/ 36 w 48"/>
                <a:gd name="T17" fmla="*/ 0 h 20"/>
                <a:gd name="T18" fmla="*/ 10 w 48"/>
                <a:gd name="T19" fmla="*/ 0 h 20"/>
                <a:gd name="T20" fmla="*/ 8 w 48"/>
                <a:gd name="T21" fmla="*/ 0 h 20"/>
                <a:gd name="T22" fmla="*/ 8 w 48"/>
                <a:gd name="T23" fmla="*/ 0 h 20"/>
                <a:gd name="T24" fmla="*/ 8 w 48"/>
                <a:gd name="T25" fmla="*/ 3 h 20"/>
                <a:gd name="T26" fmla="*/ 0 w 48"/>
                <a:gd name="T27" fmla="*/ 20 h 20"/>
                <a:gd name="T28" fmla="*/ 0 w 48"/>
                <a:gd name="T29" fmla="*/ 20 h 20"/>
                <a:gd name="T30" fmla="*/ 0 w 48"/>
                <a:gd name="T31" fmla="*/ 20 h 20"/>
                <a:gd name="T32" fmla="*/ 0 w 48"/>
                <a:gd name="T33" fmla="*/ 20 h 20"/>
                <a:gd name="T34" fmla="*/ 48 w 48"/>
                <a:gd name="T35" fmla="*/ 20 h 20"/>
                <a:gd name="T36" fmla="*/ 48 w 48"/>
                <a:gd name="T37" fmla="*/ 20 h 20"/>
                <a:gd name="T38" fmla="*/ 48 w 48"/>
                <a:gd name="T39" fmla="*/ 20 h 20"/>
                <a:gd name="T40" fmla="*/ 48 w 48"/>
                <a:gd name="T41" fmla="*/ 20 h 20"/>
                <a:gd name="T42" fmla="*/ 48 w 48"/>
                <a:gd name="T4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20">
                  <a:moveTo>
                    <a:pt x="48" y="20"/>
                  </a:move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36" y="3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3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Freeform 137"/>
            <p:cNvSpPr>
              <a:spLocks noEditPoints="1"/>
            </p:cNvSpPr>
            <p:nvPr/>
          </p:nvSpPr>
          <p:spPr bwMode="auto">
            <a:xfrm>
              <a:off x="602" y="2566"/>
              <a:ext cx="122" cy="94"/>
            </a:xfrm>
            <a:custGeom>
              <a:avLst/>
              <a:gdLst>
                <a:gd name="T0" fmla="*/ 117 w 122"/>
                <a:gd name="T1" fmla="*/ 0 h 94"/>
                <a:gd name="T2" fmla="*/ 0 w 122"/>
                <a:gd name="T3" fmla="*/ 0 h 94"/>
                <a:gd name="T4" fmla="*/ 0 w 122"/>
                <a:gd name="T5" fmla="*/ 0 h 94"/>
                <a:gd name="T6" fmla="*/ 0 w 122"/>
                <a:gd name="T7" fmla="*/ 0 h 94"/>
                <a:gd name="T8" fmla="*/ 0 w 122"/>
                <a:gd name="T9" fmla="*/ 0 h 94"/>
                <a:gd name="T10" fmla="*/ 0 w 122"/>
                <a:gd name="T11" fmla="*/ 0 h 94"/>
                <a:gd name="T12" fmla="*/ 0 w 122"/>
                <a:gd name="T13" fmla="*/ 2 h 94"/>
                <a:gd name="T14" fmla="*/ 0 w 122"/>
                <a:gd name="T15" fmla="*/ 2 h 94"/>
                <a:gd name="T16" fmla="*/ 0 w 122"/>
                <a:gd name="T17" fmla="*/ 84 h 94"/>
                <a:gd name="T18" fmla="*/ 0 w 122"/>
                <a:gd name="T19" fmla="*/ 84 h 94"/>
                <a:gd name="T20" fmla="*/ 0 w 122"/>
                <a:gd name="T21" fmla="*/ 89 h 94"/>
                <a:gd name="T22" fmla="*/ 0 w 122"/>
                <a:gd name="T23" fmla="*/ 89 h 94"/>
                <a:gd name="T24" fmla="*/ 0 w 122"/>
                <a:gd name="T25" fmla="*/ 89 h 94"/>
                <a:gd name="T26" fmla="*/ 0 w 122"/>
                <a:gd name="T27" fmla="*/ 89 h 94"/>
                <a:gd name="T28" fmla="*/ 0 w 122"/>
                <a:gd name="T29" fmla="*/ 89 h 94"/>
                <a:gd name="T30" fmla="*/ 50 w 122"/>
                <a:gd name="T31" fmla="*/ 89 h 94"/>
                <a:gd name="T32" fmla="*/ 50 w 122"/>
                <a:gd name="T33" fmla="*/ 94 h 94"/>
                <a:gd name="T34" fmla="*/ 53 w 122"/>
                <a:gd name="T35" fmla="*/ 94 h 94"/>
                <a:gd name="T36" fmla="*/ 53 w 122"/>
                <a:gd name="T37" fmla="*/ 94 h 94"/>
                <a:gd name="T38" fmla="*/ 53 w 122"/>
                <a:gd name="T39" fmla="*/ 94 h 94"/>
                <a:gd name="T40" fmla="*/ 69 w 122"/>
                <a:gd name="T41" fmla="*/ 94 h 94"/>
                <a:gd name="T42" fmla="*/ 69 w 122"/>
                <a:gd name="T43" fmla="*/ 94 h 94"/>
                <a:gd name="T44" fmla="*/ 69 w 122"/>
                <a:gd name="T45" fmla="*/ 94 h 94"/>
                <a:gd name="T46" fmla="*/ 69 w 122"/>
                <a:gd name="T47" fmla="*/ 94 h 94"/>
                <a:gd name="T48" fmla="*/ 72 w 122"/>
                <a:gd name="T49" fmla="*/ 94 h 94"/>
                <a:gd name="T50" fmla="*/ 72 w 122"/>
                <a:gd name="T51" fmla="*/ 89 h 94"/>
                <a:gd name="T52" fmla="*/ 122 w 122"/>
                <a:gd name="T53" fmla="*/ 89 h 94"/>
                <a:gd name="T54" fmla="*/ 122 w 122"/>
                <a:gd name="T55" fmla="*/ 89 h 94"/>
                <a:gd name="T56" fmla="*/ 122 w 122"/>
                <a:gd name="T57" fmla="*/ 89 h 94"/>
                <a:gd name="T58" fmla="*/ 122 w 122"/>
                <a:gd name="T59" fmla="*/ 89 h 94"/>
                <a:gd name="T60" fmla="*/ 122 w 122"/>
                <a:gd name="T61" fmla="*/ 89 h 94"/>
                <a:gd name="T62" fmla="*/ 122 w 122"/>
                <a:gd name="T63" fmla="*/ 84 h 94"/>
                <a:gd name="T64" fmla="*/ 122 w 122"/>
                <a:gd name="T65" fmla="*/ 84 h 94"/>
                <a:gd name="T66" fmla="*/ 122 w 122"/>
                <a:gd name="T67" fmla="*/ 2 h 94"/>
                <a:gd name="T68" fmla="*/ 122 w 122"/>
                <a:gd name="T69" fmla="*/ 2 h 94"/>
                <a:gd name="T70" fmla="*/ 122 w 122"/>
                <a:gd name="T71" fmla="*/ 0 h 94"/>
                <a:gd name="T72" fmla="*/ 122 w 122"/>
                <a:gd name="T73" fmla="*/ 0 h 94"/>
                <a:gd name="T74" fmla="*/ 122 w 122"/>
                <a:gd name="T75" fmla="*/ 0 h 94"/>
                <a:gd name="T76" fmla="*/ 122 w 122"/>
                <a:gd name="T77" fmla="*/ 0 h 94"/>
                <a:gd name="T78" fmla="*/ 122 w 122"/>
                <a:gd name="T79" fmla="*/ 0 h 94"/>
                <a:gd name="T80" fmla="*/ 117 w 122"/>
                <a:gd name="T81" fmla="*/ 0 h 94"/>
                <a:gd name="T82" fmla="*/ 117 w 122"/>
                <a:gd name="T83" fmla="*/ 0 h 94"/>
                <a:gd name="T84" fmla="*/ 117 w 122"/>
                <a:gd name="T85" fmla="*/ 0 h 94"/>
                <a:gd name="T86" fmla="*/ 117 w 122"/>
                <a:gd name="T87" fmla="*/ 0 h 94"/>
                <a:gd name="T88" fmla="*/ 117 w 122"/>
                <a:gd name="T89" fmla="*/ 0 h 94"/>
                <a:gd name="T90" fmla="*/ 108 w 122"/>
                <a:gd name="T91" fmla="*/ 75 h 94"/>
                <a:gd name="T92" fmla="*/ 12 w 122"/>
                <a:gd name="T93" fmla="*/ 75 h 94"/>
                <a:gd name="T94" fmla="*/ 12 w 122"/>
                <a:gd name="T95" fmla="*/ 14 h 94"/>
                <a:gd name="T96" fmla="*/ 108 w 122"/>
                <a:gd name="T97" fmla="*/ 14 h 94"/>
                <a:gd name="T98" fmla="*/ 108 w 122"/>
                <a:gd name="T99" fmla="*/ 75 h 94"/>
                <a:gd name="T100" fmla="*/ 108 w 122"/>
                <a:gd name="T101" fmla="*/ 75 h 94"/>
                <a:gd name="T102" fmla="*/ 108 w 122"/>
                <a:gd name="T103" fmla="*/ 75 h 94"/>
                <a:gd name="T104" fmla="*/ 108 w 122"/>
                <a:gd name="T105" fmla="*/ 75 h 94"/>
                <a:gd name="T106" fmla="*/ 108 w 122"/>
                <a:gd name="T107" fmla="*/ 7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2" h="94">
                  <a:moveTo>
                    <a:pt x="117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50" y="89"/>
                  </a:lnTo>
                  <a:lnTo>
                    <a:pt x="50" y="94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69" y="94"/>
                  </a:lnTo>
                  <a:lnTo>
                    <a:pt x="69" y="94"/>
                  </a:lnTo>
                  <a:lnTo>
                    <a:pt x="69" y="94"/>
                  </a:lnTo>
                  <a:lnTo>
                    <a:pt x="69" y="94"/>
                  </a:lnTo>
                  <a:lnTo>
                    <a:pt x="72" y="94"/>
                  </a:lnTo>
                  <a:lnTo>
                    <a:pt x="72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2" y="84"/>
                  </a:lnTo>
                  <a:lnTo>
                    <a:pt x="122" y="84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17" y="0"/>
                  </a:lnTo>
                  <a:close/>
                  <a:moveTo>
                    <a:pt x="108" y="75"/>
                  </a:moveTo>
                  <a:lnTo>
                    <a:pt x="12" y="75"/>
                  </a:lnTo>
                  <a:lnTo>
                    <a:pt x="12" y="14"/>
                  </a:lnTo>
                  <a:lnTo>
                    <a:pt x="108" y="14"/>
                  </a:lnTo>
                  <a:lnTo>
                    <a:pt x="108" y="75"/>
                  </a:lnTo>
                  <a:lnTo>
                    <a:pt x="108" y="75"/>
                  </a:lnTo>
                  <a:lnTo>
                    <a:pt x="108" y="75"/>
                  </a:lnTo>
                  <a:lnTo>
                    <a:pt x="108" y="75"/>
                  </a:lnTo>
                  <a:lnTo>
                    <a:pt x="108" y="75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Freeform 138"/>
            <p:cNvSpPr>
              <a:spLocks/>
            </p:cNvSpPr>
            <p:nvPr/>
          </p:nvSpPr>
          <p:spPr bwMode="auto">
            <a:xfrm>
              <a:off x="970" y="2571"/>
              <a:ext cx="110" cy="19"/>
            </a:xfrm>
            <a:custGeom>
              <a:avLst/>
              <a:gdLst>
                <a:gd name="T0" fmla="*/ 46 w 46"/>
                <a:gd name="T1" fmla="*/ 8 h 8"/>
                <a:gd name="T2" fmla="*/ 46 w 46"/>
                <a:gd name="T3" fmla="*/ 2 h 8"/>
                <a:gd name="T4" fmla="*/ 44 w 46"/>
                <a:gd name="T5" fmla="*/ 0 h 8"/>
                <a:gd name="T6" fmla="*/ 3 w 46"/>
                <a:gd name="T7" fmla="*/ 0 h 8"/>
                <a:gd name="T8" fmla="*/ 0 w 46"/>
                <a:gd name="T9" fmla="*/ 2 h 8"/>
                <a:gd name="T10" fmla="*/ 0 w 46"/>
                <a:gd name="T11" fmla="*/ 8 h 8"/>
                <a:gd name="T12" fmla="*/ 46 w 46"/>
                <a:gd name="T13" fmla="*/ 8 h 8"/>
                <a:gd name="T14" fmla="*/ 46 w 46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8">
                  <a:moveTo>
                    <a:pt x="46" y="8"/>
                  </a:moveTo>
                  <a:cubicBezTo>
                    <a:pt x="46" y="2"/>
                    <a:pt x="46" y="2"/>
                    <a:pt x="46" y="2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6" y="8"/>
                    <a:pt x="46" y="8"/>
                    <a:pt x="46" y="8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Freeform 139"/>
            <p:cNvSpPr>
              <a:spLocks noEditPoints="1"/>
            </p:cNvSpPr>
            <p:nvPr/>
          </p:nvSpPr>
          <p:spPr bwMode="auto">
            <a:xfrm>
              <a:off x="970" y="2600"/>
              <a:ext cx="110" cy="166"/>
            </a:xfrm>
            <a:custGeom>
              <a:avLst/>
              <a:gdLst>
                <a:gd name="T0" fmla="*/ 14 w 46"/>
                <a:gd name="T1" fmla="*/ 64 h 69"/>
                <a:gd name="T2" fmla="*/ 14 w 46"/>
                <a:gd name="T3" fmla="*/ 62 h 69"/>
                <a:gd name="T4" fmla="*/ 46 w 46"/>
                <a:gd name="T5" fmla="*/ 62 h 69"/>
                <a:gd name="T6" fmla="*/ 46 w 46"/>
                <a:gd name="T7" fmla="*/ 60 h 69"/>
                <a:gd name="T8" fmla="*/ 14 w 46"/>
                <a:gd name="T9" fmla="*/ 60 h 69"/>
                <a:gd name="T10" fmla="*/ 14 w 46"/>
                <a:gd name="T11" fmla="*/ 58 h 69"/>
                <a:gd name="T12" fmla="*/ 46 w 46"/>
                <a:gd name="T13" fmla="*/ 58 h 69"/>
                <a:gd name="T14" fmla="*/ 46 w 46"/>
                <a:gd name="T15" fmla="*/ 56 h 69"/>
                <a:gd name="T16" fmla="*/ 14 w 46"/>
                <a:gd name="T17" fmla="*/ 56 h 69"/>
                <a:gd name="T18" fmla="*/ 14 w 46"/>
                <a:gd name="T19" fmla="*/ 54 h 69"/>
                <a:gd name="T20" fmla="*/ 46 w 46"/>
                <a:gd name="T21" fmla="*/ 54 h 69"/>
                <a:gd name="T22" fmla="*/ 46 w 46"/>
                <a:gd name="T23" fmla="*/ 52 h 69"/>
                <a:gd name="T24" fmla="*/ 14 w 46"/>
                <a:gd name="T25" fmla="*/ 52 h 69"/>
                <a:gd name="T26" fmla="*/ 14 w 46"/>
                <a:gd name="T27" fmla="*/ 49 h 69"/>
                <a:gd name="T28" fmla="*/ 46 w 46"/>
                <a:gd name="T29" fmla="*/ 49 h 69"/>
                <a:gd name="T30" fmla="*/ 46 w 46"/>
                <a:gd name="T31" fmla="*/ 47 h 69"/>
                <a:gd name="T32" fmla="*/ 14 w 46"/>
                <a:gd name="T33" fmla="*/ 47 h 69"/>
                <a:gd name="T34" fmla="*/ 14 w 46"/>
                <a:gd name="T35" fmla="*/ 45 h 69"/>
                <a:gd name="T36" fmla="*/ 46 w 46"/>
                <a:gd name="T37" fmla="*/ 45 h 69"/>
                <a:gd name="T38" fmla="*/ 46 w 46"/>
                <a:gd name="T39" fmla="*/ 43 h 69"/>
                <a:gd name="T40" fmla="*/ 14 w 46"/>
                <a:gd name="T41" fmla="*/ 43 h 69"/>
                <a:gd name="T42" fmla="*/ 14 w 46"/>
                <a:gd name="T43" fmla="*/ 41 h 69"/>
                <a:gd name="T44" fmla="*/ 46 w 46"/>
                <a:gd name="T45" fmla="*/ 41 h 69"/>
                <a:gd name="T46" fmla="*/ 46 w 46"/>
                <a:gd name="T47" fmla="*/ 0 h 69"/>
                <a:gd name="T48" fmla="*/ 0 w 46"/>
                <a:gd name="T49" fmla="*/ 0 h 69"/>
                <a:gd name="T50" fmla="*/ 0 w 46"/>
                <a:gd name="T51" fmla="*/ 67 h 69"/>
                <a:gd name="T52" fmla="*/ 3 w 46"/>
                <a:gd name="T53" fmla="*/ 69 h 69"/>
                <a:gd name="T54" fmla="*/ 44 w 46"/>
                <a:gd name="T55" fmla="*/ 69 h 69"/>
                <a:gd name="T56" fmla="*/ 46 w 46"/>
                <a:gd name="T57" fmla="*/ 67 h 69"/>
                <a:gd name="T58" fmla="*/ 46 w 46"/>
                <a:gd name="T59" fmla="*/ 64 h 69"/>
                <a:gd name="T60" fmla="*/ 14 w 46"/>
                <a:gd name="T61" fmla="*/ 64 h 69"/>
                <a:gd name="T62" fmla="*/ 14 w 46"/>
                <a:gd name="T63" fmla="*/ 64 h 69"/>
                <a:gd name="T64" fmla="*/ 5 w 46"/>
                <a:gd name="T65" fmla="*/ 8 h 69"/>
                <a:gd name="T66" fmla="*/ 7 w 46"/>
                <a:gd name="T67" fmla="*/ 6 h 69"/>
                <a:gd name="T68" fmla="*/ 38 w 46"/>
                <a:gd name="T69" fmla="*/ 6 h 69"/>
                <a:gd name="T70" fmla="*/ 40 w 46"/>
                <a:gd name="T71" fmla="*/ 8 h 69"/>
                <a:gd name="T72" fmla="*/ 38 w 46"/>
                <a:gd name="T73" fmla="*/ 9 h 69"/>
                <a:gd name="T74" fmla="*/ 7 w 46"/>
                <a:gd name="T75" fmla="*/ 9 h 69"/>
                <a:gd name="T76" fmla="*/ 5 w 46"/>
                <a:gd name="T77" fmla="*/ 8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6" h="69">
                  <a:moveTo>
                    <a:pt x="14" y="64"/>
                  </a:moveTo>
                  <a:cubicBezTo>
                    <a:pt x="14" y="62"/>
                    <a:pt x="14" y="62"/>
                    <a:pt x="14" y="62"/>
                  </a:cubicBezTo>
                  <a:cubicBezTo>
                    <a:pt x="46" y="62"/>
                    <a:pt x="46" y="62"/>
                    <a:pt x="46" y="62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68"/>
                    <a:pt x="2" y="69"/>
                    <a:pt x="3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5" y="69"/>
                    <a:pt x="46" y="68"/>
                    <a:pt x="46" y="67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4"/>
                    <a:pt x="14" y="64"/>
                    <a:pt x="14" y="64"/>
                  </a:cubicBezTo>
                  <a:close/>
                  <a:moveTo>
                    <a:pt x="5" y="8"/>
                  </a:moveTo>
                  <a:cubicBezTo>
                    <a:pt x="5" y="7"/>
                    <a:pt x="6" y="6"/>
                    <a:pt x="7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9" y="6"/>
                    <a:pt x="40" y="7"/>
                    <a:pt x="40" y="8"/>
                  </a:cubicBezTo>
                  <a:cubicBezTo>
                    <a:pt x="40" y="9"/>
                    <a:pt x="39" y="9"/>
                    <a:pt x="38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6" y="9"/>
                    <a:pt x="5" y="9"/>
                    <a:pt x="5" y="8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98" name="Group 142"/>
          <p:cNvGrpSpPr>
            <a:grpSpLocks noChangeAspect="1"/>
          </p:cNvGrpSpPr>
          <p:nvPr/>
        </p:nvGrpSpPr>
        <p:grpSpPr bwMode="auto">
          <a:xfrm>
            <a:off x="2398713" y="3805238"/>
            <a:ext cx="1001712" cy="833437"/>
            <a:chOff x="1511" y="2397"/>
            <a:chExt cx="631" cy="525"/>
          </a:xfrm>
        </p:grpSpPr>
        <p:sp>
          <p:nvSpPr>
            <p:cNvPr id="199" name="AutoShape 141"/>
            <p:cNvSpPr>
              <a:spLocks noChangeAspect="1" noChangeArrowheads="1" noTextEdit="1"/>
            </p:cNvSpPr>
            <p:nvPr/>
          </p:nvSpPr>
          <p:spPr bwMode="auto">
            <a:xfrm>
              <a:off x="1511" y="2397"/>
              <a:ext cx="63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Freeform 143"/>
            <p:cNvSpPr>
              <a:spLocks/>
            </p:cNvSpPr>
            <p:nvPr/>
          </p:nvSpPr>
          <p:spPr bwMode="auto">
            <a:xfrm>
              <a:off x="1513" y="2400"/>
              <a:ext cx="629" cy="522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144"/>
            <p:cNvSpPr>
              <a:spLocks/>
            </p:cNvSpPr>
            <p:nvPr/>
          </p:nvSpPr>
          <p:spPr bwMode="auto">
            <a:xfrm>
              <a:off x="1647" y="2486"/>
              <a:ext cx="361" cy="98"/>
            </a:xfrm>
            <a:custGeom>
              <a:avLst/>
              <a:gdLst>
                <a:gd name="T0" fmla="*/ 361 w 361"/>
                <a:gd name="T1" fmla="*/ 48 h 98"/>
                <a:gd name="T2" fmla="*/ 304 w 361"/>
                <a:gd name="T3" fmla="*/ 0 h 98"/>
                <a:gd name="T4" fmla="*/ 304 w 361"/>
                <a:gd name="T5" fmla="*/ 33 h 98"/>
                <a:gd name="T6" fmla="*/ 55 w 361"/>
                <a:gd name="T7" fmla="*/ 33 h 98"/>
                <a:gd name="T8" fmla="*/ 55 w 361"/>
                <a:gd name="T9" fmla="*/ 0 h 98"/>
                <a:gd name="T10" fmla="*/ 0 w 361"/>
                <a:gd name="T11" fmla="*/ 48 h 98"/>
                <a:gd name="T12" fmla="*/ 55 w 361"/>
                <a:gd name="T13" fmla="*/ 98 h 98"/>
                <a:gd name="T14" fmla="*/ 55 w 361"/>
                <a:gd name="T15" fmla="*/ 65 h 98"/>
                <a:gd name="T16" fmla="*/ 304 w 361"/>
                <a:gd name="T17" fmla="*/ 65 h 98"/>
                <a:gd name="T18" fmla="*/ 304 w 361"/>
                <a:gd name="T19" fmla="*/ 98 h 98"/>
                <a:gd name="T20" fmla="*/ 361 w 361"/>
                <a:gd name="T21" fmla="*/ 4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1" h="98">
                  <a:moveTo>
                    <a:pt x="361" y="48"/>
                  </a:moveTo>
                  <a:lnTo>
                    <a:pt x="304" y="0"/>
                  </a:lnTo>
                  <a:lnTo>
                    <a:pt x="304" y="33"/>
                  </a:lnTo>
                  <a:lnTo>
                    <a:pt x="55" y="33"/>
                  </a:lnTo>
                  <a:lnTo>
                    <a:pt x="55" y="0"/>
                  </a:lnTo>
                  <a:lnTo>
                    <a:pt x="0" y="48"/>
                  </a:lnTo>
                  <a:lnTo>
                    <a:pt x="55" y="98"/>
                  </a:lnTo>
                  <a:lnTo>
                    <a:pt x="55" y="65"/>
                  </a:lnTo>
                  <a:lnTo>
                    <a:pt x="304" y="65"/>
                  </a:lnTo>
                  <a:lnTo>
                    <a:pt x="304" y="98"/>
                  </a:lnTo>
                  <a:lnTo>
                    <a:pt x="361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Freeform 145"/>
            <p:cNvSpPr>
              <a:spLocks/>
            </p:cNvSpPr>
            <p:nvPr/>
          </p:nvSpPr>
          <p:spPr bwMode="auto">
            <a:xfrm>
              <a:off x="1776" y="2608"/>
              <a:ext cx="101" cy="230"/>
            </a:xfrm>
            <a:custGeom>
              <a:avLst/>
              <a:gdLst>
                <a:gd name="T0" fmla="*/ 101 w 101"/>
                <a:gd name="T1" fmla="*/ 55 h 230"/>
                <a:gd name="T2" fmla="*/ 50 w 101"/>
                <a:gd name="T3" fmla="*/ 0 h 230"/>
                <a:gd name="T4" fmla="*/ 0 w 101"/>
                <a:gd name="T5" fmla="*/ 55 h 230"/>
                <a:gd name="T6" fmla="*/ 34 w 101"/>
                <a:gd name="T7" fmla="*/ 55 h 230"/>
                <a:gd name="T8" fmla="*/ 34 w 101"/>
                <a:gd name="T9" fmla="*/ 173 h 230"/>
                <a:gd name="T10" fmla="*/ 0 w 101"/>
                <a:gd name="T11" fmla="*/ 173 h 230"/>
                <a:gd name="T12" fmla="*/ 50 w 101"/>
                <a:gd name="T13" fmla="*/ 230 h 230"/>
                <a:gd name="T14" fmla="*/ 101 w 101"/>
                <a:gd name="T15" fmla="*/ 173 h 230"/>
                <a:gd name="T16" fmla="*/ 67 w 101"/>
                <a:gd name="T17" fmla="*/ 173 h 230"/>
                <a:gd name="T18" fmla="*/ 67 w 101"/>
                <a:gd name="T19" fmla="*/ 55 h 230"/>
                <a:gd name="T20" fmla="*/ 101 w 101"/>
                <a:gd name="T21" fmla="*/ 55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230">
                  <a:moveTo>
                    <a:pt x="101" y="55"/>
                  </a:moveTo>
                  <a:lnTo>
                    <a:pt x="50" y="0"/>
                  </a:lnTo>
                  <a:lnTo>
                    <a:pt x="0" y="55"/>
                  </a:lnTo>
                  <a:lnTo>
                    <a:pt x="34" y="55"/>
                  </a:lnTo>
                  <a:lnTo>
                    <a:pt x="34" y="173"/>
                  </a:lnTo>
                  <a:lnTo>
                    <a:pt x="0" y="173"/>
                  </a:lnTo>
                  <a:lnTo>
                    <a:pt x="50" y="230"/>
                  </a:lnTo>
                  <a:lnTo>
                    <a:pt x="101" y="173"/>
                  </a:lnTo>
                  <a:lnTo>
                    <a:pt x="67" y="173"/>
                  </a:lnTo>
                  <a:lnTo>
                    <a:pt x="67" y="55"/>
                  </a:lnTo>
                  <a:lnTo>
                    <a:pt x="101" y="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08" name="Group 148"/>
          <p:cNvGrpSpPr>
            <a:grpSpLocks noChangeAspect="1"/>
          </p:cNvGrpSpPr>
          <p:nvPr/>
        </p:nvGrpSpPr>
        <p:grpSpPr bwMode="auto">
          <a:xfrm>
            <a:off x="4106863" y="3802063"/>
            <a:ext cx="1001712" cy="833437"/>
            <a:chOff x="2587" y="2395"/>
            <a:chExt cx="631" cy="525"/>
          </a:xfrm>
        </p:grpSpPr>
        <p:sp>
          <p:nvSpPr>
            <p:cNvPr id="209" name="AutoShape 147"/>
            <p:cNvSpPr>
              <a:spLocks noChangeAspect="1" noChangeArrowheads="1" noTextEdit="1"/>
            </p:cNvSpPr>
            <p:nvPr/>
          </p:nvSpPr>
          <p:spPr bwMode="auto">
            <a:xfrm>
              <a:off x="2587" y="2395"/>
              <a:ext cx="63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Freeform 149"/>
            <p:cNvSpPr>
              <a:spLocks/>
            </p:cNvSpPr>
            <p:nvPr/>
          </p:nvSpPr>
          <p:spPr bwMode="auto">
            <a:xfrm>
              <a:off x="2587" y="2398"/>
              <a:ext cx="629" cy="522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150"/>
            <p:cNvSpPr>
              <a:spLocks/>
            </p:cNvSpPr>
            <p:nvPr/>
          </p:nvSpPr>
          <p:spPr bwMode="auto">
            <a:xfrm>
              <a:off x="2680" y="2508"/>
              <a:ext cx="443" cy="304"/>
            </a:xfrm>
            <a:custGeom>
              <a:avLst/>
              <a:gdLst>
                <a:gd name="T0" fmla="*/ 443 w 443"/>
                <a:gd name="T1" fmla="*/ 254 h 304"/>
                <a:gd name="T2" fmla="*/ 385 w 443"/>
                <a:gd name="T3" fmla="*/ 204 h 304"/>
                <a:gd name="T4" fmla="*/ 385 w 443"/>
                <a:gd name="T5" fmla="*/ 237 h 304"/>
                <a:gd name="T6" fmla="*/ 328 w 443"/>
                <a:gd name="T7" fmla="*/ 237 h 304"/>
                <a:gd name="T8" fmla="*/ 244 w 443"/>
                <a:gd name="T9" fmla="*/ 144 h 304"/>
                <a:gd name="T10" fmla="*/ 311 w 443"/>
                <a:gd name="T11" fmla="*/ 67 h 304"/>
                <a:gd name="T12" fmla="*/ 385 w 443"/>
                <a:gd name="T13" fmla="*/ 67 h 304"/>
                <a:gd name="T14" fmla="*/ 385 w 443"/>
                <a:gd name="T15" fmla="*/ 100 h 304"/>
                <a:gd name="T16" fmla="*/ 443 w 443"/>
                <a:gd name="T17" fmla="*/ 50 h 304"/>
                <a:gd name="T18" fmla="*/ 385 w 443"/>
                <a:gd name="T19" fmla="*/ 0 h 304"/>
                <a:gd name="T20" fmla="*/ 385 w 443"/>
                <a:gd name="T21" fmla="*/ 33 h 304"/>
                <a:gd name="T22" fmla="*/ 297 w 443"/>
                <a:gd name="T23" fmla="*/ 33 h 304"/>
                <a:gd name="T24" fmla="*/ 220 w 443"/>
                <a:gd name="T25" fmla="*/ 117 h 304"/>
                <a:gd name="T26" fmla="*/ 146 w 443"/>
                <a:gd name="T27" fmla="*/ 33 h 304"/>
                <a:gd name="T28" fmla="*/ 58 w 443"/>
                <a:gd name="T29" fmla="*/ 33 h 304"/>
                <a:gd name="T30" fmla="*/ 58 w 443"/>
                <a:gd name="T31" fmla="*/ 0 h 304"/>
                <a:gd name="T32" fmla="*/ 0 w 443"/>
                <a:gd name="T33" fmla="*/ 50 h 304"/>
                <a:gd name="T34" fmla="*/ 58 w 443"/>
                <a:gd name="T35" fmla="*/ 100 h 304"/>
                <a:gd name="T36" fmla="*/ 58 w 443"/>
                <a:gd name="T37" fmla="*/ 67 h 304"/>
                <a:gd name="T38" fmla="*/ 132 w 443"/>
                <a:gd name="T39" fmla="*/ 67 h 304"/>
                <a:gd name="T40" fmla="*/ 199 w 443"/>
                <a:gd name="T41" fmla="*/ 144 h 304"/>
                <a:gd name="T42" fmla="*/ 115 w 443"/>
                <a:gd name="T43" fmla="*/ 237 h 304"/>
                <a:gd name="T44" fmla="*/ 58 w 443"/>
                <a:gd name="T45" fmla="*/ 237 h 304"/>
                <a:gd name="T46" fmla="*/ 58 w 443"/>
                <a:gd name="T47" fmla="*/ 204 h 304"/>
                <a:gd name="T48" fmla="*/ 0 w 443"/>
                <a:gd name="T49" fmla="*/ 254 h 304"/>
                <a:gd name="T50" fmla="*/ 58 w 443"/>
                <a:gd name="T51" fmla="*/ 304 h 304"/>
                <a:gd name="T52" fmla="*/ 58 w 443"/>
                <a:gd name="T53" fmla="*/ 271 h 304"/>
                <a:gd name="T54" fmla="*/ 129 w 443"/>
                <a:gd name="T55" fmla="*/ 271 h 304"/>
                <a:gd name="T56" fmla="*/ 220 w 443"/>
                <a:gd name="T57" fmla="*/ 168 h 304"/>
                <a:gd name="T58" fmla="*/ 313 w 443"/>
                <a:gd name="T59" fmla="*/ 271 h 304"/>
                <a:gd name="T60" fmla="*/ 385 w 443"/>
                <a:gd name="T61" fmla="*/ 271 h 304"/>
                <a:gd name="T62" fmla="*/ 385 w 443"/>
                <a:gd name="T63" fmla="*/ 304 h 304"/>
                <a:gd name="T64" fmla="*/ 443 w 443"/>
                <a:gd name="T65" fmla="*/ 25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43" h="304">
                  <a:moveTo>
                    <a:pt x="443" y="254"/>
                  </a:moveTo>
                  <a:lnTo>
                    <a:pt x="385" y="204"/>
                  </a:lnTo>
                  <a:lnTo>
                    <a:pt x="385" y="237"/>
                  </a:lnTo>
                  <a:lnTo>
                    <a:pt x="328" y="237"/>
                  </a:lnTo>
                  <a:lnTo>
                    <a:pt x="244" y="144"/>
                  </a:lnTo>
                  <a:lnTo>
                    <a:pt x="311" y="67"/>
                  </a:lnTo>
                  <a:lnTo>
                    <a:pt x="385" y="67"/>
                  </a:lnTo>
                  <a:lnTo>
                    <a:pt x="385" y="100"/>
                  </a:lnTo>
                  <a:lnTo>
                    <a:pt x="443" y="50"/>
                  </a:lnTo>
                  <a:lnTo>
                    <a:pt x="385" y="0"/>
                  </a:lnTo>
                  <a:lnTo>
                    <a:pt x="385" y="33"/>
                  </a:lnTo>
                  <a:lnTo>
                    <a:pt x="297" y="33"/>
                  </a:lnTo>
                  <a:lnTo>
                    <a:pt x="220" y="117"/>
                  </a:lnTo>
                  <a:lnTo>
                    <a:pt x="146" y="33"/>
                  </a:lnTo>
                  <a:lnTo>
                    <a:pt x="58" y="33"/>
                  </a:lnTo>
                  <a:lnTo>
                    <a:pt x="58" y="0"/>
                  </a:lnTo>
                  <a:lnTo>
                    <a:pt x="0" y="50"/>
                  </a:lnTo>
                  <a:lnTo>
                    <a:pt x="58" y="100"/>
                  </a:lnTo>
                  <a:lnTo>
                    <a:pt x="58" y="67"/>
                  </a:lnTo>
                  <a:lnTo>
                    <a:pt x="132" y="67"/>
                  </a:lnTo>
                  <a:lnTo>
                    <a:pt x="199" y="144"/>
                  </a:lnTo>
                  <a:lnTo>
                    <a:pt x="115" y="237"/>
                  </a:lnTo>
                  <a:lnTo>
                    <a:pt x="58" y="237"/>
                  </a:lnTo>
                  <a:lnTo>
                    <a:pt x="58" y="204"/>
                  </a:lnTo>
                  <a:lnTo>
                    <a:pt x="0" y="254"/>
                  </a:lnTo>
                  <a:lnTo>
                    <a:pt x="58" y="304"/>
                  </a:lnTo>
                  <a:lnTo>
                    <a:pt x="58" y="271"/>
                  </a:lnTo>
                  <a:lnTo>
                    <a:pt x="129" y="271"/>
                  </a:lnTo>
                  <a:lnTo>
                    <a:pt x="220" y="168"/>
                  </a:lnTo>
                  <a:lnTo>
                    <a:pt x="313" y="271"/>
                  </a:lnTo>
                  <a:lnTo>
                    <a:pt x="385" y="271"/>
                  </a:lnTo>
                  <a:lnTo>
                    <a:pt x="385" y="304"/>
                  </a:lnTo>
                  <a:lnTo>
                    <a:pt x="443" y="2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3" name="Group 153"/>
          <p:cNvGrpSpPr>
            <a:grpSpLocks noChangeAspect="1"/>
          </p:cNvGrpSpPr>
          <p:nvPr/>
        </p:nvGrpSpPr>
        <p:grpSpPr bwMode="auto">
          <a:xfrm>
            <a:off x="5711825" y="3803650"/>
            <a:ext cx="990600" cy="831850"/>
            <a:chOff x="3598" y="2396"/>
            <a:chExt cx="624" cy="524"/>
          </a:xfrm>
        </p:grpSpPr>
        <p:sp>
          <p:nvSpPr>
            <p:cNvPr id="214" name="AutoShape 152"/>
            <p:cNvSpPr>
              <a:spLocks noChangeAspect="1" noChangeArrowheads="1" noTextEdit="1"/>
            </p:cNvSpPr>
            <p:nvPr/>
          </p:nvSpPr>
          <p:spPr bwMode="auto">
            <a:xfrm>
              <a:off x="3598" y="2396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Freeform 154"/>
            <p:cNvSpPr>
              <a:spLocks/>
            </p:cNvSpPr>
            <p:nvPr/>
          </p:nvSpPr>
          <p:spPr bwMode="auto">
            <a:xfrm>
              <a:off x="3596" y="2399"/>
              <a:ext cx="629" cy="521"/>
            </a:xfrm>
            <a:custGeom>
              <a:avLst/>
              <a:gdLst>
                <a:gd name="T0" fmla="*/ 263 w 263"/>
                <a:gd name="T1" fmla="*/ 196 h 218"/>
                <a:gd name="T2" fmla="*/ 240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40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40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Freeform 155"/>
            <p:cNvSpPr>
              <a:spLocks/>
            </p:cNvSpPr>
            <p:nvPr/>
          </p:nvSpPr>
          <p:spPr bwMode="auto">
            <a:xfrm>
              <a:off x="3655" y="2518"/>
              <a:ext cx="139" cy="101"/>
            </a:xfrm>
            <a:custGeom>
              <a:avLst/>
              <a:gdLst>
                <a:gd name="T0" fmla="*/ 82 w 139"/>
                <a:gd name="T1" fmla="*/ 0 h 101"/>
                <a:gd name="T2" fmla="*/ 82 w 139"/>
                <a:gd name="T3" fmla="*/ 34 h 101"/>
                <a:gd name="T4" fmla="*/ 0 w 139"/>
                <a:gd name="T5" fmla="*/ 34 h 101"/>
                <a:gd name="T6" fmla="*/ 0 w 139"/>
                <a:gd name="T7" fmla="*/ 67 h 101"/>
                <a:gd name="T8" fmla="*/ 82 w 139"/>
                <a:gd name="T9" fmla="*/ 67 h 101"/>
                <a:gd name="T10" fmla="*/ 82 w 139"/>
                <a:gd name="T11" fmla="*/ 101 h 101"/>
                <a:gd name="T12" fmla="*/ 139 w 139"/>
                <a:gd name="T13" fmla="*/ 50 h 101"/>
                <a:gd name="T14" fmla="*/ 82 w 139"/>
                <a:gd name="T1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9" h="101">
                  <a:moveTo>
                    <a:pt x="82" y="0"/>
                  </a:moveTo>
                  <a:lnTo>
                    <a:pt x="82" y="34"/>
                  </a:lnTo>
                  <a:lnTo>
                    <a:pt x="0" y="34"/>
                  </a:lnTo>
                  <a:lnTo>
                    <a:pt x="0" y="67"/>
                  </a:lnTo>
                  <a:lnTo>
                    <a:pt x="82" y="67"/>
                  </a:lnTo>
                  <a:lnTo>
                    <a:pt x="82" y="101"/>
                  </a:lnTo>
                  <a:lnTo>
                    <a:pt x="139" y="5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Freeform 156"/>
            <p:cNvSpPr>
              <a:spLocks/>
            </p:cNvSpPr>
            <p:nvPr/>
          </p:nvSpPr>
          <p:spPr bwMode="auto">
            <a:xfrm>
              <a:off x="3655" y="2702"/>
              <a:ext cx="139" cy="98"/>
            </a:xfrm>
            <a:custGeom>
              <a:avLst/>
              <a:gdLst>
                <a:gd name="T0" fmla="*/ 0 w 139"/>
                <a:gd name="T1" fmla="*/ 48 h 98"/>
                <a:gd name="T2" fmla="*/ 58 w 139"/>
                <a:gd name="T3" fmla="*/ 98 h 98"/>
                <a:gd name="T4" fmla="*/ 58 w 139"/>
                <a:gd name="T5" fmla="*/ 65 h 98"/>
                <a:gd name="T6" fmla="*/ 139 w 139"/>
                <a:gd name="T7" fmla="*/ 65 h 98"/>
                <a:gd name="T8" fmla="*/ 139 w 139"/>
                <a:gd name="T9" fmla="*/ 34 h 98"/>
                <a:gd name="T10" fmla="*/ 58 w 139"/>
                <a:gd name="T11" fmla="*/ 34 h 98"/>
                <a:gd name="T12" fmla="*/ 58 w 139"/>
                <a:gd name="T13" fmla="*/ 0 h 98"/>
                <a:gd name="T14" fmla="*/ 0 w 139"/>
                <a:gd name="T15" fmla="*/ 4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9" h="98">
                  <a:moveTo>
                    <a:pt x="0" y="48"/>
                  </a:moveTo>
                  <a:lnTo>
                    <a:pt x="58" y="98"/>
                  </a:lnTo>
                  <a:lnTo>
                    <a:pt x="58" y="65"/>
                  </a:lnTo>
                  <a:lnTo>
                    <a:pt x="139" y="65"/>
                  </a:lnTo>
                  <a:lnTo>
                    <a:pt x="139" y="34"/>
                  </a:lnTo>
                  <a:lnTo>
                    <a:pt x="58" y="34"/>
                  </a:lnTo>
                  <a:lnTo>
                    <a:pt x="58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Freeform 157"/>
            <p:cNvSpPr>
              <a:spLocks/>
            </p:cNvSpPr>
            <p:nvPr/>
          </p:nvSpPr>
          <p:spPr bwMode="auto">
            <a:xfrm>
              <a:off x="4028" y="2518"/>
              <a:ext cx="137" cy="101"/>
            </a:xfrm>
            <a:custGeom>
              <a:avLst/>
              <a:gdLst>
                <a:gd name="T0" fmla="*/ 137 w 137"/>
                <a:gd name="T1" fmla="*/ 50 h 101"/>
                <a:gd name="T2" fmla="*/ 82 w 137"/>
                <a:gd name="T3" fmla="*/ 0 h 101"/>
                <a:gd name="T4" fmla="*/ 82 w 137"/>
                <a:gd name="T5" fmla="*/ 34 h 101"/>
                <a:gd name="T6" fmla="*/ 0 w 137"/>
                <a:gd name="T7" fmla="*/ 34 h 101"/>
                <a:gd name="T8" fmla="*/ 0 w 137"/>
                <a:gd name="T9" fmla="*/ 67 h 101"/>
                <a:gd name="T10" fmla="*/ 82 w 137"/>
                <a:gd name="T11" fmla="*/ 67 h 101"/>
                <a:gd name="T12" fmla="*/ 82 w 137"/>
                <a:gd name="T13" fmla="*/ 101 h 101"/>
                <a:gd name="T14" fmla="*/ 137 w 137"/>
                <a:gd name="T15" fmla="*/ 5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01">
                  <a:moveTo>
                    <a:pt x="137" y="50"/>
                  </a:moveTo>
                  <a:lnTo>
                    <a:pt x="82" y="0"/>
                  </a:lnTo>
                  <a:lnTo>
                    <a:pt x="82" y="34"/>
                  </a:lnTo>
                  <a:lnTo>
                    <a:pt x="0" y="34"/>
                  </a:lnTo>
                  <a:lnTo>
                    <a:pt x="0" y="67"/>
                  </a:lnTo>
                  <a:lnTo>
                    <a:pt x="82" y="67"/>
                  </a:lnTo>
                  <a:lnTo>
                    <a:pt x="82" y="101"/>
                  </a:lnTo>
                  <a:lnTo>
                    <a:pt x="137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Freeform 158"/>
            <p:cNvSpPr>
              <a:spLocks/>
            </p:cNvSpPr>
            <p:nvPr/>
          </p:nvSpPr>
          <p:spPr bwMode="auto">
            <a:xfrm>
              <a:off x="4028" y="2702"/>
              <a:ext cx="137" cy="98"/>
            </a:xfrm>
            <a:custGeom>
              <a:avLst/>
              <a:gdLst>
                <a:gd name="T0" fmla="*/ 58 w 137"/>
                <a:gd name="T1" fmla="*/ 98 h 98"/>
                <a:gd name="T2" fmla="*/ 58 w 137"/>
                <a:gd name="T3" fmla="*/ 65 h 98"/>
                <a:gd name="T4" fmla="*/ 137 w 137"/>
                <a:gd name="T5" fmla="*/ 65 h 98"/>
                <a:gd name="T6" fmla="*/ 137 w 137"/>
                <a:gd name="T7" fmla="*/ 34 h 98"/>
                <a:gd name="T8" fmla="*/ 58 w 137"/>
                <a:gd name="T9" fmla="*/ 34 h 98"/>
                <a:gd name="T10" fmla="*/ 58 w 137"/>
                <a:gd name="T11" fmla="*/ 0 h 98"/>
                <a:gd name="T12" fmla="*/ 0 w 137"/>
                <a:gd name="T13" fmla="*/ 48 h 98"/>
                <a:gd name="T14" fmla="*/ 58 w 137"/>
                <a:gd name="T1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98">
                  <a:moveTo>
                    <a:pt x="58" y="98"/>
                  </a:moveTo>
                  <a:lnTo>
                    <a:pt x="58" y="65"/>
                  </a:lnTo>
                  <a:lnTo>
                    <a:pt x="137" y="65"/>
                  </a:lnTo>
                  <a:lnTo>
                    <a:pt x="137" y="34"/>
                  </a:lnTo>
                  <a:lnTo>
                    <a:pt x="58" y="34"/>
                  </a:lnTo>
                  <a:lnTo>
                    <a:pt x="58" y="0"/>
                  </a:lnTo>
                  <a:lnTo>
                    <a:pt x="0" y="48"/>
                  </a:lnTo>
                  <a:lnTo>
                    <a:pt x="58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Freeform 159"/>
            <p:cNvSpPr>
              <a:spLocks noEditPoints="1"/>
            </p:cNvSpPr>
            <p:nvPr/>
          </p:nvSpPr>
          <p:spPr bwMode="auto">
            <a:xfrm>
              <a:off x="3832" y="2470"/>
              <a:ext cx="173" cy="199"/>
            </a:xfrm>
            <a:custGeom>
              <a:avLst/>
              <a:gdLst>
                <a:gd name="T0" fmla="*/ 0 w 173"/>
                <a:gd name="T1" fmla="*/ 0 h 199"/>
                <a:gd name="T2" fmla="*/ 0 w 173"/>
                <a:gd name="T3" fmla="*/ 199 h 199"/>
                <a:gd name="T4" fmla="*/ 173 w 173"/>
                <a:gd name="T5" fmla="*/ 98 h 199"/>
                <a:gd name="T6" fmla="*/ 0 w 173"/>
                <a:gd name="T7" fmla="*/ 0 h 199"/>
                <a:gd name="T8" fmla="*/ 34 w 173"/>
                <a:gd name="T9" fmla="*/ 55 h 199"/>
                <a:gd name="T10" fmla="*/ 106 w 173"/>
                <a:gd name="T11" fmla="*/ 98 h 199"/>
                <a:gd name="T12" fmla="*/ 34 w 173"/>
                <a:gd name="T13" fmla="*/ 141 h 199"/>
                <a:gd name="T14" fmla="*/ 34 w 173"/>
                <a:gd name="T15" fmla="*/ 55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3" h="199">
                  <a:moveTo>
                    <a:pt x="0" y="0"/>
                  </a:moveTo>
                  <a:lnTo>
                    <a:pt x="0" y="199"/>
                  </a:lnTo>
                  <a:lnTo>
                    <a:pt x="173" y="98"/>
                  </a:lnTo>
                  <a:lnTo>
                    <a:pt x="0" y="0"/>
                  </a:lnTo>
                  <a:close/>
                  <a:moveTo>
                    <a:pt x="34" y="55"/>
                  </a:moveTo>
                  <a:lnTo>
                    <a:pt x="106" y="98"/>
                  </a:lnTo>
                  <a:lnTo>
                    <a:pt x="34" y="141"/>
                  </a:lnTo>
                  <a:lnTo>
                    <a:pt x="34" y="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Freeform 160"/>
            <p:cNvSpPr>
              <a:spLocks noEditPoints="1"/>
            </p:cNvSpPr>
            <p:nvPr/>
          </p:nvSpPr>
          <p:spPr bwMode="auto">
            <a:xfrm>
              <a:off x="3816" y="2652"/>
              <a:ext cx="172" cy="199"/>
            </a:xfrm>
            <a:custGeom>
              <a:avLst/>
              <a:gdLst>
                <a:gd name="T0" fmla="*/ 172 w 172"/>
                <a:gd name="T1" fmla="*/ 199 h 199"/>
                <a:gd name="T2" fmla="*/ 172 w 172"/>
                <a:gd name="T3" fmla="*/ 0 h 199"/>
                <a:gd name="T4" fmla="*/ 0 w 172"/>
                <a:gd name="T5" fmla="*/ 98 h 199"/>
                <a:gd name="T6" fmla="*/ 172 w 172"/>
                <a:gd name="T7" fmla="*/ 199 h 199"/>
                <a:gd name="T8" fmla="*/ 138 w 172"/>
                <a:gd name="T9" fmla="*/ 141 h 199"/>
                <a:gd name="T10" fmla="*/ 64 w 172"/>
                <a:gd name="T11" fmla="*/ 98 h 199"/>
                <a:gd name="T12" fmla="*/ 138 w 172"/>
                <a:gd name="T13" fmla="*/ 58 h 199"/>
                <a:gd name="T14" fmla="*/ 138 w 172"/>
                <a:gd name="T15" fmla="*/ 14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2" h="199">
                  <a:moveTo>
                    <a:pt x="172" y="199"/>
                  </a:moveTo>
                  <a:lnTo>
                    <a:pt x="172" y="0"/>
                  </a:lnTo>
                  <a:lnTo>
                    <a:pt x="0" y="98"/>
                  </a:lnTo>
                  <a:lnTo>
                    <a:pt x="172" y="199"/>
                  </a:lnTo>
                  <a:close/>
                  <a:moveTo>
                    <a:pt x="138" y="141"/>
                  </a:moveTo>
                  <a:lnTo>
                    <a:pt x="64" y="98"/>
                  </a:lnTo>
                  <a:lnTo>
                    <a:pt x="138" y="58"/>
                  </a:lnTo>
                  <a:lnTo>
                    <a:pt x="138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23" name="Group 163"/>
          <p:cNvGrpSpPr>
            <a:grpSpLocks noChangeAspect="1"/>
          </p:cNvGrpSpPr>
          <p:nvPr/>
        </p:nvGrpSpPr>
        <p:grpSpPr bwMode="auto">
          <a:xfrm>
            <a:off x="7491413" y="3803650"/>
            <a:ext cx="990600" cy="831850"/>
            <a:chOff x="4719" y="2396"/>
            <a:chExt cx="624" cy="524"/>
          </a:xfrm>
        </p:grpSpPr>
        <p:sp>
          <p:nvSpPr>
            <p:cNvPr id="224" name="AutoShape 162"/>
            <p:cNvSpPr>
              <a:spLocks noChangeAspect="1" noChangeArrowheads="1" noTextEdit="1"/>
            </p:cNvSpPr>
            <p:nvPr/>
          </p:nvSpPr>
          <p:spPr bwMode="auto">
            <a:xfrm>
              <a:off x="4719" y="2396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Freeform 164"/>
            <p:cNvSpPr>
              <a:spLocks/>
            </p:cNvSpPr>
            <p:nvPr/>
          </p:nvSpPr>
          <p:spPr bwMode="auto">
            <a:xfrm>
              <a:off x="4717" y="2399"/>
              <a:ext cx="628" cy="521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Freeform 165"/>
            <p:cNvSpPr>
              <a:spLocks/>
            </p:cNvSpPr>
            <p:nvPr/>
          </p:nvSpPr>
          <p:spPr bwMode="auto">
            <a:xfrm>
              <a:off x="4831" y="2506"/>
              <a:ext cx="400" cy="309"/>
            </a:xfrm>
            <a:custGeom>
              <a:avLst/>
              <a:gdLst>
                <a:gd name="T0" fmla="*/ 167 w 167"/>
                <a:gd name="T1" fmla="*/ 24 h 129"/>
                <a:gd name="T2" fmla="*/ 139 w 167"/>
                <a:gd name="T3" fmla="*/ 0 h 129"/>
                <a:gd name="T4" fmla="*/ 139 w 167"/>
                <a:gd name="T5" fmla="*/ 17 h 129"/>
                <a:gd name="T6" fmla="*/ 49 w 167"/>
                <a:gd name="T7" fmla="*/ 17 h 129"/>
                <a:gd name="T8" fmla="*/ 18 w 167"/>
                <a:gd name="T9" fmla="*/ 52 h 129"/>
                <a:gd name="T10" fmla="*/ 18 w 167"/>
                <a:gd name="T11" fmla="*/ 101 h 129"/>
                <a:gd name="T12" fmla="*/ 0 w 167"/>
                <a:gd name="T13" fmla="*/ 101 h 129"/>
                <a:gd name="T14" fmla="*/ 25 w 167"/>
                <a:gd name="T15" fmla="*/ 129 h 129"/>
                <a:gd name="T16" fmla="*/ 49 w 167"/>
                <a:gd name="T17" fmla="*/ 101 h 129"/>
                <a:gd name="T18" fmla="*/ 31 w 167"/>
                <a:gd name="T19" fmla="*/ 101 h 129"/>
                <a:gd name="T20" fmla="*/ 31 w 167"/>
                <a:gd name="T21" fmla="*/ 52 h 129"/>
                <a:gd name="T22" fmla="*/ 49 w 167"/>
                <a:gd name="T23" fmla="*/ 31 h 129"/>
                <a:gd name="T24" fmla="*/ 139 w 167"/>
                <a:gd name="T25" fmla="*/ 31 h 129"/>
                <a:gd name="T26" fmla="*/ 139 w 167"/>
                <a:gd name="T27" fmla="*/ 48 h 129"/>
                <a:gd name="T28" fmla="*/ 167 w 167"/>
                <a:gd name="T29" fmla="*/ 2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7" h="129">
                  <a:moveTo>
                    <a:pt x="167" y="24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139" y="17"/>
                    <a:pt x="139" y="17"/>
                    <a:pt x="139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29" y="17"/>
                    <a:pt x="18" y="30"/>
                    <a:pt x="18" y="52"/>
                  </a:cubicBezTo>
                  <a:cubicBezTo>
                    <a:pt x="18" y="101"/>
                    <a:pt x="18" y="101"/>
                    <a:pt x="18" y="10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5" y="129"/>
                    <a:pt x="25" y="129"/>
                    <a:pt x="25" y="129"/>
                  </a:cubicBezTo>
                  <a:cubicBezTo>
                    <a:pt x="49" y="101"/>
                    <a:pt x="49" y="101"/>
                    <a:pt x="49" y="101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38"/>
                    <a:pt x="37" y="31"/>
                    <a:pt x="49" y="31"/>
                  </a:cubicBezTo>
                  <a:cubicBezTo>
                    <a:pt x="139" y="31"/>
                    <a:pt x="139" y="31"/>
                    <a:pt x="139" y="31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67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39" name="Rectangle 57"/>
          <p:cNvSpPr>
            <a:spLocks noChangeArrowheads="1"/>
          </p:cNvSpPr>
          <p:nvPr/>
        </p:nvSpPr>
        <p:spPr bwMode="auto">
          <a:xfrm>
            <a:off x="993350" y="6126555"/>
            <a:ext cx="317395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SLM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0" name="Rectangle 57"/>
          <p:cNvSpPr>
            <a:spLocks noChangeArrowheads="1"/>
          </p:cNvSpPr>
          <p:nvPr/>
        </p:nvSpPr>
        <p:spPr bwMode="auto">
          <a:xfrm>
            <a:off x="2726570" y="6126555"/>
            <a:ext cx="20678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FO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1" name="Rectangle 57"/>
          <p:cNvSpPr>
            <a:spLocks noChangeArrowheads="1"/>
          </p:cNvSpPr>
          <p:nvPr/>
        </p:nvSpPr>
        <p:spPr bwMode="auto">
          <a:xfrm>
            <a:off x="4288902" y="6126555"/>
            <a:ext cx="662041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FO(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抱杆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2" name="Rectangle 57"/>
          <p:cNvSpPr>
            <a:spLocks noChangeArrowheads="1"/>
          </p:cNvSpPr>
          <p:nvPr/>
        </p:nvSpPr>
        <p:spPr bwMode="auto">
          <a:xfrm>
            <a:off x="5882669" y="6126555"/>
            <a:ext cx="657809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OTN CPE</a:t>
            </a:r>
          </a:p>
        </p:txBody>
      </p:sp>
      <p:sp>
        <p:nvSpPr>
          <p:cNvPr id="243" name="Rectangle 57"/>
          <p:cNvSpPr>
            <a:spLocks noChangeArrowheads="1"/>
          </p:cNvSpPr>
          <p:nvPr/>
        </p:nvSpPr>
        <p:spPr bwMode="auto">
          <a:xfrm>
            <a:off x="7650094" y="6126555"/>
            <a:ext cx="652422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OSN 902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5" name="Group 168"/>
          <p:cNvGrpSpPr>
            <a:grpSpLocks noChangeAspect="1"/>
          </p:cNvGrpSpPr>
          <p:nvPr/>
        </p:nvGrpSpPr>
        <p:grpSpPr bwMode="auto">
          <a:xfrm>
            <a:off x="677863" y="5251450"/>
            <a:ext cx="990600" cy="831850"/>
            <a:chOff x="427" y="3308"/>
            <a:chExt cx="624" cy="524"/>
          </a:xfrm>
        </p:grpSpPr>
        <p:sp>
          <p:nvSpPr>
            <p:cNvPr id="246" name="AutoShape 167"/>
            <p:cNvSpPr>
              <a:spLocks noChangeAspect="1" noChangeArrowheads="1" noTextEdit="1"/>
            </p:cNvSpPr>
            <p:nvPr/>
          </p:nvSpPr>
          <p:spPr bwMode="auto">
            <a:xfrm>
              <a:off x="427" y="3308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Freeform 169"/>
            <p:cNvSpPr>
              <a:spLocks/>
            </p:cNvSpPr>
            <p:nvPr/>
          </p:nvSpPr>
          <p:spPr bwMode="auto">
            <a:xfrm>
              <a:off x="425" y="3311"/>
              <a:ext cx="628" cy="521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3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3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Freeform 170"/>
            <p:cNvSpPr>
              <a:spLocks/>
            </p:cNvSpPr>
            <p:nvPr/>
          </p:nvSpPr>
          <p:spPr bwMode="auto">
            <a:xfrm>
              <a:off x="504" y="3593"/>
              <a:ext cx="471" cy="115"/>
            </a:xfrm>
            <a:custGeom>
              <a:avLst/>
              <a:gdLst>
                <a:gd name="T0" fmla="*/ 471 w 471"/>
                <a:gd name="T1" fmla="*/ 57 h 115"/>
                <a:gd name="T2" fmla="*/ 404 w 471"/>
                <a:gd name="T3" fmla="*/ 0 h 115"/>
                <a:gd name="T4" fmla="*/ 404 w 471"/>
                <a:gd name="T5" fmla="*/ 40 h 115"/>
                <a:gd name="T6" fmla="*/ 64 w 471"/>
                <a:gd name="T7" fmla="*/ 40 h 115"/>
                <a:gd name="T8" fmla="*/ 64 w 471"/>
                <a:gd name="T9" fmla="*/ 0 h 115"/>
                <a:gd name="T10" fmla="*/ 0 w 471"/>
                <a:gd name="T11" fmla="*/ 57 h 115"/>
                <a:gd name="T12" fmla="*/ 64 w 471"/>
                <a:gd name="T13" fmla="*/ 115 h 115"/>
                <a:gd name="T14" fmla="*/ 64 w 471"/>
                <a:gd name="T15" fmla="*/ 72 h 115"/>
                <a:gd name="T16" fmla="*/ 404 w 471"/>
                <a:gd name="T17" fmla="*/ 72 h 115"/>
                <a:gd name="T18" fmla="*/ 404 w 471"/>
                <a:gd name="T19" fmla="*/ 115 h 115"/>
                <a:gd name="T20" fmla="*/ 471 w 471"/>
                <a:gd name="T21" fmla="*/ 5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1" h="115">
                  <a:moveTo>
                    <a:pt x="471" y="57"/>
                  </a:moveTo>
                  <a:lnTo>
                    <a:pt x="404" y="0"/>
                  </a:lnTo>
                  <a:lnTo>
                    <a:pt x="404" y="40"/>
                  </a:lnTo>
                  <a:lnTo>
                    <a:pt x="64" y="40"/>
                  </a:lnTo>
                  <a:lnTo>
                    <a:pt x="64" y="0"/>
                  </a:lnTo>
                  <a:lnTo>
                    <a:pt x="0" y="57"/>
                  </a:lnTo>
                  <a:lnTo>
                    <a:pt x="64" y="115"/>
                  </a:lnTo>
                  <a:lnTo>
                    <a:pt x="64" y="72"/>
                  </a:lnTo>
                  <a:lnTo>
                    <a:pt x="404" y="72"/>
                  </a:lnTo>
                  <a:lnTo>
                    <a:pt x="404" y="115"/>
                  </a:lnTo>
                  <a:lnTo>
                    <a:pt x="471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Freeform 171"/>
            <p:cNvSpPr>
              <a:spLocks/>
            </p:cNvSpPr>
            <p:nvPr/>
          </p:nvSpPr>
          <p:spPr bwMode="auto">
            <a:xfrm>
              <a:off x="504" y="3437"/>
              <a:ext cx="196" cy="103"/>
            </a:xfrm>
            <a:custGeom>
              <a:avLst/>
              <a:gdLst>
                <a:gd name="T0" fmla="*/ 65 w 82"/>
                <a:gd name="T1" fmla="*/ 0 h 43"/>
                <a:gd name="T2" fmla="*/ 31 w 82"/>
                <a:gd name="T3" fmla="*/ 0 h 43"/>
                <a:gd name="T4" fmla="*/ 25 w 82"/>
                <a:gd name="T5" fmla="*/ 7 h 43"/>
                <a:gd name="T6" fmla="*/ 25 w 82"/>
                <a:gd name="T7" fmla="*/ 30 h 43"/>
                <a:gd name="T8" fmla="*/ 0 w 82"/>
                <a:gd name="T9" fmla="*/ 30 h 43"/>
                <a:gd name="T10" fmla="*/ 0 w 82"/>
                <a:gd name="T11" fmla="*/ 43 h 43"/>
                <a:gd name="T12" fmla="*/ 31 w 82"/>
                <a:gd name="T13" fmla="*/ 43 h 43"/>
                <a:gd name="T14" fmla="*/ 38 w 82"/>
                <a:gd name="T15" fmla="*/ 37 h 43"/>
                <a:gd name="T16" fmla="*/ 38 w 82"/>
                <a:gd name="T17" fmla="*/ 14 h 43"/>
                <a:gd name="T18" fmla="*/ 58 w 82"/>
                <a:gd name="T19" fmla="*/ 14 h 43"/>
                <a:gd name="T20" fmla="*/ 58 w 82"/>
                <a:gd name="T21" fmla="*/ 37 h 43"/>
                <a:gd name="T22" fmla="*/ 65 w 82"/>
                <a:gd name="T23" fmla="*/ 43 h 43"/>
                <a:gd name="T24" fmla="*/ 82 w 82"/>
                <a:gd name="T25" fmla="*/ 43 h 43"/>
                <a:gd name="T26" fmla="*/ 82 w 82"/>
                <a:gd name="T27" fmla="*/ 30 h 43"/>
                <a:gd name="T28" fmla="*/ 72 w 82"/>
                <a:gd name="T29" fmla="*/ 30 h 43"/>
                <a:gd name="T30" fmla="*/ 72 w 82"/>
                <a:gd name="T31" fmla="*/ 7 h 43"/>
                <a:gd name="T32" fmla="*/ 65 w 82"/>
                <a:gd name="T3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" h="43">
                  <a:moveTo>
                    <a:pt x="65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5" y="3"/>
                    <a:pt x="25" y="7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5" y="43"/>
                    <a:pt x="38" y="40"/>
                    <a:pt x="38" y="37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8" y="40"/>
                    <a:pt x="61" y="43"/>
                    <a:pt x="65" y="43"/>
                  </a:cubicBezTo>
                  <a:cubicBezTo>
                    <a:pt x="82" y="43"/>
                    <a:pt x="82" y="43"/>
                    <a:pt x="82" y="43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72" y="30"/>
                    <a:pt x="72" y="30"/>
                    <a:pt x="72" y="30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3"/>
                    <a:pt x="69" y="0"/>
                    <a:pt x="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Freeform 172"/>
            <p:cNvSpPr>
              <a:spLocks/>
            </p:cNvSpPr>
            <p:nvPr/>
          </p:nvSpPr>
          <p:spPr bwMode="auto">
            <a:xfrm>
              <a:off x="776" y="3437"/>
              <a:ext cx="199" cy="103"/>
            </a:xfrm>
            <a:custGeom>
              <a:avLst/>
              <a:gdLst>
                <a:gd name="T0" fmla="*/ 51 w 83"/>
                <a:gd name="T1" fmla="*/ 0 h 43"/>
                <a:gd name="T2" fmla="*/ 17 w 83"/>
                <a:gd name="T3" fmla="*/ 0 h 43"/>
                <a:gd name="T4" fmla="*/ 10 w 83"/>
                <a:gd name="T5" fmla="*/ 7 h 43"/>
                <a:gd name="T6" fmla="*/ 10 w 83"/>
                <a:gd name="T7" fmla="*/ 30 h 43"/>
                <a:gd name="T8" fmla="*/ 0 w 83"/>
                <a:gd name="T9" fmla="*/ 30 h 43"/>
                <a:gd name="T10" fmla="*/ 0 w 83"/>
                <a:gd name="T11" fmla="*/ 43 h 43"/>
                <a:gd name="T12" fmla="*/ 17 w 83"/>
                <a:gd name="T13" fmla="*/ 43 h 43"/>
                <a:gd name="T14" fmla="*/ 24 w 83"/>
                <a:gd name="T15" fmla="*/ 37 h 43"/>
                <a:gd name="T16" fmla="*/ 24 w 83"/>
                <a:gd name="T17" fmla="*/ 14 h 43"/>
                <a:gd name="T18" fmla="*/ 44 w 83"/>
                <a:gd name="T19" fmla="*/ 14 h 43"/>
                <a:gd name="T20" fmla="*/ 44 w 83"/>
                <a:gd name="T21" fmla="*/ 37 h 43"/>
                <a:gd name="T22" fmla="*/ 51 w 83"/>
                <a:gd name="T23" fmla="*/ 43 h 43"/>
                <a:gd name="T24" fmla="*/ 83 w 83"/>
                <a:gd name="T25" fmla="*/ 43 h 43"/>
                <a:gd name="T26" fmla="*/ 83 w 83"/>
                <a:gd name="T27" fmla="*/ 30 h 43"/>
                <a:gd name="T28" fmla="*/ 58 w 83"/>
                <a:gd name="T29" fmla="*/ 30 h 43"/>
                <a:gd name="T30" fmla="*/ 58 w 83"/>
                <a:gd name="T31" fmla="*/ 7 h 43"/>
                <a:gd name="T32" fmla="*/ 51 w 83"/>
                <a:gd name="T3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3" h="43">
                  <a:moveTo>
                    <a:pt x="51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3" y="0"/>
                    <a:pt x="10" y="3"/>
                    <a:pt x="10" y="7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21" y="43"/>
                    <a:pt x="24" y="40"/>
                    <a:pt x="24" y="37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4" y="40"/>
                    <a:pt x="47" y="43"/>
                    <a:pt x="51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3"/>
                    <a:pt x="55" y="0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Oval 173"/>
            <p:cNvSpPr>
              <a:spLocks noChangeArrowheads="1"/>
            </p:cNvSpPr>
            <p:nvPr/>
          </p:nvSpPr>
          <p:spPr bwMode="auto">
            <a:xfrm>
              <a:off x="721" y="3507"/>
              <a:ext cx="34" cy="3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53" name="Group 176"/>
          <p:cNvGrpSpPr>
            <a:grpSpLocks noChangeAspect="1"/>
          </p:cNvGrpSpPr>
          <p:nvPr/>
        </p:nvGrpSpPr>
        <p:grpSpPr bwMode="auto">
          <a:xfrm>
            <a:off x="2485209" y="5184775"/>
            <a:ext cx="663575" cy="922338"/>
            <a:chOff x="1607" y="3266"/>
            <a:chExt cx="418" cy="581"/>
          </a:xfrm>
        </p:grpSpPr>
        <p:sp>
          <p:nvSpPr>
            <p:cNvPr id="254" name="AutoShape 175"/>
            <p:cNvSpPr>
              <a:spLocks noChangeAspect="1" noChangeArrowheads="1" noTextEdit="1"/>
            </p:cNvSpPr>
            <p:nvPr/>
          </p:nvSpPr>
          <p:spPr bwMode="auto">
            <a:xfrm>
              <a:off x="1607" y="3266"/>
              <a:ext cx="418" cy="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5" name="Oval 177"/>
            <p:cNvSpPr>
              <a:spLocks noChangeArrowheads="1"/>
            </p:cNvSpPr>
            <p:nvPr/>
          </p:nvSpPr>
          <p:spPr bwMode="auto">
            <a:xfrm>
              <a:off x="1698" y="3355"/>
              <a:ext cx="12" cy="11"/>
            </a:xfrm>
            <a:prstGeom prst="ellipse">
              <a:avLst/>
            </a:pr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6" name="Oval 178"/>
            <p:cNvSpPr>
              <a:spLocks noChangeArrowheads="1"/>
            </p:cNvSpPr>
            <p:nvPr/>
          </p:nvSpPr>
          <p:spPr bwMode="auto">
            <a:xfrm>
              <a:off x="1929" y="3355"/>
              <a:ext cx="9" cy="11"/>
            </a:xfrm>
            <a:prstGeom prst="ellipse">
              <a:avLst/>
            </a:pr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Freeform 179"/>
            <p:cNvSpPr>
              <a:spLocks/>
            </p:cNvSpPr>
            <p:nvPr/>
          </p:nvSpPr>
          <p:spPr bwMode="auto">
            <a:xfrm>
              <a:off x="1703" y="3591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Freeform 180"/>
            <p:cNvSpPr>
              <a:spLocks/>
            </p:cNvSpPr>
            <p:nvPr/>
          </p:nvSpPr>
          <p:spPr bwMode="auto">
            <a:xfrm>
              <a:off x="1725" y="3591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Freeform 181"/>
            <p:cNvSpPr>
              <a:spLocks/>
            </p:cNvSpPr>
            <p:nvPr/>
          </p:nvSpPr>
          <p:spPr bwMode="auto">
            <a:xfrm>
              <a:off x="1749" y="3591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Freeform 182"/>
            <p:cNvSpPr>
              <a:spLocks/>
            </p:cNvSpPr>
            <p:nvPr/>
          </p:nvSpPr>
          <p:spPr bwMode="auto">
            <a:xfrm>
              <a:off x="1770" y="3591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Freeform 183"/>
            <p:cNvSpPr>
              <a:spLocks/>
            </p:cNvSpPr>
            <p:nvPr/>
          </p:nvSpPr>
          <p:spPr bwMode="auto">
            <a:xfrm>
              <a:off x="1703" y="3603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Freeform 184"/>
            <p:cNvSpPr>
              <a:spLocks/>
            </p:cNvSpPr>
            <p:nvPr/>
          </p:nvSpPr>
          <p:spPr bwMode="auto">
            <a:xfrm>
              <a:off x="1725" y="3603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Freeform 185"/>
            <p:cNvSpPr>
              <a:spLocks/>
            </p:cNvSpPr>
            <p:nvPr/>
          </p:nvSpPr>
          <p:spPr bwMode="auto">
            <a:xfrm>
              <a:off x="1749" y="3603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Freeform 186"/>
            <p:cNvSpPr>
              <a:spLocks/>
            </p:cNvSpPr>
            <p:nvPr/>
          </p:nvSpPr>
          <p:spPr bwMode="auto">
            <a:xfrm>
              <a:off x="1770" y="3603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Freeform 187"/>
            <p:cNvSpPr>
              <a:spLocks/>
            </p:cNvSpPr>
            <p:nvPr/>
          </p:nvSpPr>
          <p:spPr bwMode="auto">
            <a:xfrm>
              <a:off x="1703" y="3615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1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1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1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6" name="Freeform 188"/>
            <p:cNvSpPr>
              <a:spLocks/>
            </p:cNvSpPr>
            <p:nvPr/>
          </p:nvSpPr>
          <p:spPr bwMode="auto">
            <a:xfrm>
              <a:off x="1725" y="3615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1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1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1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7" name="Freeform 189"/>
            <p:cNvSpPr>
              <a:spLocks/>
            </p:cNvSpPr>
            <p:nvPr/>
          </p:nvSpPr>
          <p:spPr bwMode="auto">
            <a:xfrm>
              <a:off x="1749" y="3615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1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1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8" name="Freeform 190"/>
            <p:cNvSpPr>
              <a:spLocks/>
            </p:cNvSpPr>
            <p:nvPr/>
          </p:nvSpPr>
          <p:spPr bwMode="auto">
            <a:xfrm>
              <a:off x="1770" y="3615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1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1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9" name="Freeform 191"/>
            <p:cNvSpPr>
              <a:spLocks/>
            </p:cNvSpPr>
            <p:nvPr/>
          </p:nvSpPr>
          <p:spPr bwMode="auto">
            <a:xfrm>
              <a:off x="1840" y="3591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0" name="Freeform 192"/>
            <p:cNvSpPr>
              <a:spLocks/>
            </p:cNvSpPr>
            <p:nvPr/>
          </p:nvSpPr>
          <p:spPr bwMode="auto">
            <a:xfrm>
              <a:off x="1864" y="3591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7" y="2"/>
                    <a:pt x="7" y="2"/>
                  </a:cubicBezTo>
                  <a:cubicBezTo>
                    <a:pt x="7" y="1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1" name="Freeform 193"/>
            <p:cNvSpPr>
              <a:spLocks/>
            </p:cNvSpPr>
            <p:nvPr/>
          </p:nvSpPr>
          <p:spPr bwMode="auto">
            <a:xfrm>
              <a:off x="1886" y="3591"/>
              <a:ext cx="16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2" name="Freeform 194"/>
            <p:cNvSpPr>
              <a:spLocks/>
            </p:cNvSpPr>
            <p:nvPr/>
          </p:nvSpPr>
          <p:spPr bwMode="auto">
            <a:xfrm>
              <a:off x="1907" y="3591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3" name="Freeform 195"/>
            <p:cNvSpPr>
              <a:spLocks/>
            </p:cNvSpPr>
            <p:nvPr/>
          </p:nvSpPr>
          <p:spPr bwMode="auto">
            <a:xfrm>
              <a:off x="1840" y="3603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4" name="Freeform 196"/>
            <p:cNvSpPr>
              <a:spLocks/>
            </p:cNvSpPr>
            <p:nvPr/>
          </p:nvSpPr>
          <p:spPr bwMode="auto">
            <a:xfrm>
              <a:off x="1864" y="3603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7" y="2"/>
                    <a:pt x="7" y="2"/>
                  </a:cubicBezTo>
                  <a:cubicBezTo>
                    <a:pt x="7" y="1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5" name="Freeform 197"/>
            <p:cNvSpPr>
              <a:spLocks/>
            </p:cNvSpPr>
            <p:nvPr/>
          </p:nvSpPr>
          <p:spPr bwMode="auto">
            <a:xfrm>
              <a:off x="1886" y="3603"/>
              <a:ext cx="16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6" name="Freeform 198"/>
            <p:cNvSpPr>
              <a:spLocks/>
            </p:cNvSpPr>
            <p:nvPr/>
          </p:nvSpPr>
          <p:spPr bwMode="auto">
            <a:xfrm>
              <a:off x="1907" y="3603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7" name="Freeform 199"/>
            <p:cNvSpPr>
              <a:spLocks/>
            </p:cNvSpPr>
            <p:nvPr/>
          </p:nvSpPr>
          <p:spPr bwMode="auto">
            <a:xfrm>
              <a:off x="1840" y="3615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1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1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1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8" name="Freeform 200"/>
            <p:cNvSpPr>
              <a:spLocks/>
            </p:cNvSpPr>
            <p:nvPr/>
          </p:nvSpPr>
          <p:spPr bwMode="auto">
            <a:xfrm>
              <a:off x="1864" y="3615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1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1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7" y="2"/>
                    <a:pt x="7" y="1"/>
                  </a:cubicBezTo>
                  <a:cubicBezTo>
                    <a:pt x="7" y="1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9" name="Freeform 201"/>
            <p:cNvSpPr>
              <a:spLocks/>
            </p:cNvSpPr>
            <p:nvPr/>
          </p:nvSpPr>
          <p:spPr bwMode="auto">
            <a:xfrm>
              <a:off x="1886" y="3615"/>
              <a:ext cx="16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1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1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0" name="Freeform 202"/>
            <p:cNvSpPr>
              <a:spLocks/>
            </p:cNvSpPr>
            <p:nvPr/>
          </p:nvSpPr>
          <p:spPr bwMode="auto">
            <a:xfrm>
              <a:off x="1907" y="3615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1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1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1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1" name="Freeform 203"/>
            <p:cNvSpPr>
              <a:spLocks/>
            </p:cNvSpPr>
            <p:nvPr/>
          </p:nvSpPr>
          <p:spPr bwMode="auto">
            <a:xfrm>
              <a:off x="1794" y="3615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1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1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2" name="Freeform 204"/>
            <p:cNvSpPr>
              <a:spLocks/>
            </p:cNvSpPr>
            <p:nvPr/>
          </p:nvSpPr>
          <p:spPr bwMode="auto">
            <a:xfrm>
              <a:off x="1816" y="3615"/>
              <a:ext cx="17" cy="7"/>
            </a:xfrm>
            <a:custGeom>
              <a:avLst/>
              <a:gdLst>
                <a:gd name="T0" fmla="*/ 6 w 7"/>
                <a:gd name="T1" fmla="*/ 0 h 3"/>
                <a:gd name="T2" fmla="*/ 2 w 7"/>
                <a:gd name="T3" fmla="*/ 0 h 3"/>
                <a:gd name="T4" fmla="*/ 0 w 7"/>
                <a:gd name="T5" fmla="*/ 1 h 3"/>
                <a:gd name="T6" fmla="*/ 2 w 7"/>
                <a:gd name="T7" fmla="*/ 3 h 3"/>
                <a:gd name="T8" fmla="*/ 6 w 7"/>
                <a:gd name="T9" fmla="*/ 3 h 3"/>
                <a:gd name="T10" fmla="*/ 7 w 7"/>
                <a:gd name="T11" fmla="*/ 1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3" name="Freeform 205"/>
            <p:cNvSpPr>
              <a:spLocks noEditPoints="1"/>
            </p:cNvSpPr>
            <p:nvPr/>
          </p:nvSpPr>
          <p:spPr bwMode="auto">
            <a:xfrm>
              <a:off x="1605" y="3268"/>
              <a:ext cx="420" cy="579"/>
            </a:xfrm>
            <a:custGeom>
              <a:avLst/>
              <a:gdLst>
                <a:gd name="T0" fmla="*/ 148 w 175"/>
                <a:gd name="T1" fmla="*/ 239 h 242"/>
                <a:gd name="T2" fmla="*/ 175 w 175"/>
                <a:gd name="T3" fmla="*/ 44 h 242"/>
                <a:gd name="T4" fmla="*/ 150 w 175"/>
                <a:gd name="T5" fmla="*/ 0 h 242"/>
                <a:gd name="T6" fmla="*/ 55 w 175"/>
                <a:gd name="T7" fmla="*/ 22 h 242"/>
                <a:gd name="T8" fmla="*/ 28 w 175"/>
                <a:gd name="T9" fmla="*/ 22 h 242"/>
                <a:gd name="T10" fmla="*/ 0 w 175"/>
                <a:gd name="T11" fmla="*/ 230 h 242"/>
                <a:gd name="T12" fmla="*/ 54 w 175"/>
                <a:gd name="T13" fmla="*/ 225 h 242"/>
                <a:gd name="T14" fmla="*/ 22 w 175"/>
                <a:gd name="T15" fmla="*/ 219 h 242"/>
                <a:gd name="T16" fmla="*/ 148 w 175"/>
                <a:gd name="T17" fmla="*/ 155 h 242"/>
                <a:gd name="T18" fmla="*/ 88 w 175"/>
                <a:gd name="T19" fmla="*/ 219 h 242"/>
                <a:gd name="T20" fmla="*/ 78 w 175"/>
                <a:gd name="T21" fmla="*/ 236 h 242"/>
                <a:gd name="T22" fmla="*/ 108 w 175"/>
                <a:gd name="T23" fmla="*/ 236 h 242"/>
                <a:gd name="T24" fmla="*/ 121 w 175"/>
                <a:gd name="T25" fmla="*/ 230 h 242"/>
                <a:gd name="T26" fmla="*/ 141 w 175"/>
                <a:gd name="T27" fmla="*/ 235 h 242"/>
                <a:gd name="T28" fmla="*/ 141 w 175"/>
                <a:gd name="T29" fmla="*/ 230 h 242"/>
                <a:gd name="T30" fmla="*/ 137 w 175"/>
                <a:gd name="T31" fmla="*/ 46 h 242"/>
                <a:gd name="T32" fmla="*/ 142 w 175"/>
                <a:gd name="T33" fmla="*/ 32 h 242"/>
                <a:gd name="T34" fmla="*/ 142 w 175"/>
                <a:gd name="T35" fmla="*/ 29 h 242"/>
                <a:gd name="T36" fmla="*/ 142 w 175"/>
                <a:gd name="T37" fmla="*/ 9 h 242"/>
                <a:gd name="T38" fmla="*/ 46 w 175"/>
                <a:gd name="T39" fmla="*/ 32 h 242"/>
                <a:gd name="T40" fmla="*/ 37 w 175"/>
                <a:gd name="T41" fmla="*/ 42 h 242"/>
                <a:gd name="T42" fmla="*/ 37 w 175"/>
                <a:gd name="T43" fmla="*/ 29 h 242"/>
                <a:gd name="T44" fmla="*/ 21 w 175"/>
                <a:gd name="T45" fmla="*/ 34 h 242"/>
                <a:gd name="T46" fmla="*/ 26 w 175"/>
                <a:gd name="T47" fmla="*/ 122 h 242"/>
                <a:gd name="T48" fmla="*/ 28 w 175"/>
                <a:gd name="T49" fmla="*/ 33 h 242"/>
                <a:gd name="T50" fmla="*/ 34 w 175"/>
                <a:gd name="T51" fmla="*/ 122 h 242"/>
                <a:gd name="T52" fmla="*/ 39 w 175"/>
                <a:gd name="T53" fmla="*/ 55 h 242"/>
                <a:gd name="T54" fmla="*/ 47 w 175"/>
                <a:gd name="T55" fmla="*/ 122 h 242"/>
                <a:gd name="T56" fmla="*/ 52 w 175"/>
                <a:gd name="T57" fmla="*/ 51 h 242"/>
                <a:gd name="T58" fmla="*/ 60 w 175"/>
                <a:gd name="T59" fmla="*/ 33 h 242"/>
                <a:gd name="T60" fmla="*/ 65 w 175"/>
                <a:gd name="T61" fmla="*/ 122 h 242"/>
                <a:gd name="T62" fmla="*/ 73 w 175"/>
                <a:gd name="T63" fmla="*/ 122 h 242"/>
                <a:gd name="T64" fmla="*/ 78 w 175"/>
                <a:gd name="T65" fmla="*/ 33 h 242"/>
                <a:gd name="T66" fmla="*/ 88 w 175"/>
                <a:gd name="T67" fmla="*/ 124 h 242"/>
                <a:gd name="T68" fmla="*/ 99 w 175"/>
                <a:gd name="T69" fmla="*/ 33 h 242"/>
                <a:gd name="T70" fmla="*/ 103 w 175"/>
                <a:gd name="T71" fmla="*/ 122 h 242"/>
                <a:gd name="T72" fmla="*/ 112 w 175"/>
                <a:gd name="T73" fmla="*/ 122 h 242"/>
                <a:gd name="T74" fmla="*/ 116 w 175"/>
                <a:gd name="T75" fmla="*/ 33 h 242"/>
                <a:gd name="T76" fmla="*/ 125 w 175"/>
                <a:gd name="T77" fmla="*/ 48 h 242"/>
                <a:gd name="T78" fmla="*/ 129 w 175"/>
                <a:gd name="T79" fmla="*/ 122 h 242"/>
                <a:gd name="T80" fmla="*/ 138 w 175"/>
                <a:gd name="T81" fmla="*/ 55 h 242"/>
                <a:gd name="T82" fmla="*/ 142 w 175"/>
                <a:gd name="T83" fmla="*/ 122 h 242"/>
                <a:gd name="T84" fmla="*/ 150 w 175"/>
                <a:gd name="T85" fmla="*/ 33 h 242"/>
                <a:gd name="T86" fmla="*/ 153 w 175"/>
                <a:gd name="T87" fmla="*/ 124 h 242"/>
                <a:gd name="T88" fmla="*/ 164 w 175"/>
                <a:gd name="T89" fmla="*/ 44 h 242"/>
                <a:gd name="T90" fmla="*/ 11 w 175"/>
                <a:gd name="T91" fmla="*/ 45 h 242"/>
                <a:gd name="T92" fmla="*/ 27 w 175"/>
                <a:gd name="T93" fmla="*/ 150 h 242"/>
                <a:gd name="T94" fmla="*/ 11 w 175"/>
                <a:gd name="T95" fmla="*/ 219 h 242"/>
                <a:gd name="T96" fmla="*/ 164 w 175"/>
                <a:gd name="T97" fmla="*/ 219 h 242"/>
                <a:gd name="T98" fmla="*/ 148 w 175"/>
                <a:gd name="T99" fmla="*/ 15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5" h="242">
                  <a:moveTo>
                    <a:pt x="125" y="242"/>
                  </a:moveTo>
                  <a:cubicBezTo>
                    <a:pt x="145" y="242"/>
                    <a:pt x="145" y="242"/>
                    <a:pt x="145" y="242"/>
                  </a:cubicBezTo>
                  <a:cubicBezTo>
                    <a:pt x="146" y="242"/>
                    <a:pt x="148" y="241"/>
                    <a:pt x="148" y="239"/>
                  </a:cubicBezTo>
                  <a:cubicBezTo>
                    <a:pt x="148" y="230"/>
                    <a:pt x="148" y="230"/>
                    <a:pt x="148" y="230"/>
                  </a:cubicBezTo>
                  <a:cubicBezTo>
                    <a:pt x="175" y="230"/>
                    <a:pt x="175" y="230"/>
                    <a:pt x="175" y="230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5" y="39"/>
                    <a:pt x="175" y="22"/>
                    <a:pt x="153" y="22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22"/>
                    <a:pt x="123" y="22"/>
                    <a:pt x="123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7" y="22"/>
                    <a:pt x="0" y="34"/>
                    <a:pt x="0" y="45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33" y="230"/>
                    <a:pt x="33" y="230"/>
                    <a:pt x="33" y="230"/>
                  </a:cubicBezTo>
                  <a:cubicBezTo>
                    <a:pt x="35" y="234"/>
                    <a:pt x="38" y="236"/>
                    <a:pt x="43" y="236"/>
                  </a:cubicBezTo>
                  <a:cubicBezTo>
                    <a:pt x="49" y="236"/>
                    <a:pt x="54" y="231"/>
                    <a:pt x="54" y="225"/>
                  </a:cubicBezTo>
                  <a:cubicBezTo>
                    <a:pt x="54" y="219"/>
                    <a:pt x="49" y="213"/>
                    <a:pt x="43" y="213"/>
                  </a:cubicBezTo>
                  <a:cubicBezTo>
                    <a:pt x="38" y="213"/>
                    <a:pt x="35" y="216"/>
                    <a:pt x="33" y="219"/>
                  </a:cubicBezTo>
                  <a:cubicBezTo>
                    <a:pt x="22" y="219"/>
                    <a:pt x="22" y="219"/>
                    <a:pt x="22" y="219"/>
                  </a:cubicBezTo>
                  <a:cubicBezTo>
                    <a:pt x="22" y="159"/>
                    <a:pt x="22" y="159"/>
                    <a:pt x="22" y="159"/>
                  </a:cubicBezTo>
                  <a:cubicBezTo>
                    <a:pt x="22" y="157"/>
                    <a:pt x="24" y="155"/>
                    <a:pt x="27" y="155"/>
                  </a:cubicBezTo>
                  <a:cubicBezTo>
                    <a:pt x="148" y="155"/>
                    <a:pt x="148" y="155"/>
                    <a:pt x="148" y="155"/>
                  </a:cubicBezTo>
                  <a:cubicBezTo>
                    <a:pt x="150" y="155"/>
                    <a:pt x="153" y="157"/>
                    <a:pt x="153" y="159"/>
                  </a:cubicBezTo>
                  <a:cubicBezTo>
                    <a:pt x="153" y="219"/>
                    <a:pt x="153" y="219"/>
                    <a:pt x="153" y="219"/>
                  </a:cubicBezTo>
                  <a:cubicBezTo>
                    <a:pt x="88" y="219"/>
                    <a:pt x="88" y="219"/>
                    <a:pt x="88" y="219"/>
                  </a:cubicBezTo>
                  <a:cubicBezTo>
                    <a:pt x="86" y="216"/>
                    <a:pt x="82" y="213"/>
                    <a:pt x="78" y="213"/>
                  </a:cubicBezTo>
                  <a:cubicBezTo>
                    <a:pt x="72" y="213"/>
                    <a:pt x="66" y="219"/>
                    <a:pt x="66" y="225"/>
                  </a:cubicBezTo>
                  <a:cubicBezTo>
                    <a:pt x="66" y="231"/>
                    <a:pt x="72" y="236"/>
                    <a:pt x="78" y="236"/>
                  </a:cubicBezTo>
                  <a:cubicBezTo>
                    <a:pt x="82" y="236"/>
                    <a:pt x="86" y="234"/>
                    <a:pt x="88" y="230"/>
                  </a:cubicBezTo>
                  <a:cubicBezTo>
                    <a:pt x="108" y="230"/>
                    <a:pt x="108" y="230"/>
                    <a:pt x="108" y="230"/>
                  </a:cubicBezTo>
                  <a:cubicBezTo>
                    <a:pt x="108" y="236"/>
                    <a:pt x="108" y="236"/>
                    <a:pt x="108" y="236"/>
                  </a:cubicBezTo>
                  <a:cubicBezTo>
                    <a:pt x="115" y="236"/>
                    <a:pt x="115" y="236"/>
                    <a:pt x="115" y="236"/>
                  </a:cubicBezTo>
                  <a:cubicBezTo>
                    <a:pt x="115" y="230"/>
                    <a:pt x="115" y="230"/>
                    <a:pt x="115" y="230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21" y="239"/>
                    <a:pt x="121" y="239"/>
                    <a:pt x="121" y="239"/>
                  </a:cubicBezTo>
                  <a:cubicBezTo>
                    <a:pt x="121" y="241"/>
                    <a:pt x="123" y="242"/>
                    <a:pt x="125" y="242"/>
                  </a:cubicBezTo>
                  <a:close/>
                  <a:moveTo>
                    <a:pt x="141" y="235"/>
                  </a:moveTo>
                  <a:cubicBezTo>
                    <a:pt x="128" y="235"/>
                    <a:pt x="128" y="235"/>
                    <a:pt x="128" y="235"/>
                  </a:cubicBezTo>
                  <a:cubicBezTo>
                    <a:pt x="128" y="230"/>
                    <a:pt x="128" y="230"/>
                    <a:pt x="128" y="230"/>
                  </a:cubicBezTo>
                  <a:cubicBezTo>
                    <a:pt x="141" y="230"/>
                    <a:pt x="141" y="230"/>
                    <a:pt x="141" y="230"/>
                  </a:cubicBezTo>
                  <a:lnTo>
                    <a:pt x="141" y="235"/>
                  </a:lnTo>
                  <a:close/>
                  <a:moveTo>
                    <a:pt x="142" y="42"/>
                  </a:moveTo>
                  <a:cubicBezTo>
                    <a:pt x="142" y="44"/>
                    <a:pt x="139" y="46"/>
                    <a:pt x="137" y="46"/>
                  </a:cubicBezTo>
                  <a:cubicBezTo>
                    <a:pt x="134" y="46"/>
                    <a:pt x="132" y="44"/>
                    <a:pt x="132" y="4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42" y="32"/>
                    <a:pt x="142" y="32"/>
                    <a:pt x="142" y="32"/>
                  </a:cubicBezTo>
                  <a:lnTo>
                    <a:pt x="142" y="42"/>
                  </a:lnTo>
                  <a:close/>
                  <a:moveTo>
                    <a:pt x="142" y="9"/>
                  </a:moveTo>
                  <a:cubicBezTo>
                    <a:pt x="142" y="29"/>
                    <a:pt x="142" y="29"/>
                    <a:pt x="142" y="29"/>
                  </a:cubicBezTo>
                  <a:cubicBezTo>
                    <a:pt x="132" y="29"/>
                    <a:pt x="132" y="29"/>
                    <a:pt x="132" y="29"/>
                  </a:cubicBezTo>
                  <a:cubicBezTo>
                    <a:pt x="132" y="9"/>
                    <a:pt x="132" y="9"/>
                    <a:pt x="132" y="9"/>
                  </a:cubicBezTo>
                  <a:lnTo>
                    <a:pt x="142" y="9"/>
                  </a:lnTo>
                  <a:close/>
                  <a:moveTo>
                    <a:pt x="37" y="42"/>
                  </a:moveTo>
                  <a:cubicBezTo>
                    <a:pt x="37" y="32"/>
                    <a:pt x="37" y="32"/>
                    <a:pt x="37" y="32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4"/>
                    <a:pt x="44" y="46"/>
                    <a:pt x="42" y="46"/>
                  </a:cubicBezTo>
                  <a:cubicBezTo>
                    <a:pt x="39" y="46"/>
                    <a:pt x="37" y="44"/>
                    <a:pt x="37" y="42"/>
                  </a:cubicBezTo>
                  <a:close/>
                  <a:moveTo>
                    <a:pt x="46" y="9"/>
                  </a:moveTo>
                  <a:cubicBezTo>
                    <a:pt x="46" y="29"/>
                    <a:pt x="46" y="29"/>
                    <a:pt x="46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9"/>
                    <a:pt x="37" y="9"/>
                    <a:pt x="37" y="9"/>
                  </a:cubicBezTo>
                  <a:lnTo>
                    <a:pt x="46" y="9"/>
                  </a:lnTo>
                  <a:close/>
                  <a:moveTo>
                    <a:pt x="21" y="34"/>
                  </a:moveTo>
                  <a:cubicBezTo>
                    <a:pt x="21" y="122"/>
                    <a:pt x="21" y="122"/>
                    <a:pt x="21" y="122"/>
                  </a:cubicBezTo>
                  <a:cubicBezTo>
                    <a:pt x="21" y="123"/>
                    <a:pt x="22" y="124"/>
                    <a:pt x="24" y="124"/>
                  </a:cubicBezTo>
                  <a:cubicBezTo>
                    <a:pt x="25" y="124"/>
                    <a:pt x="26" y="123"/>
                    <a:pt x="26" y="122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33"/>
                    <a:pt x="27" y="33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6"/>
                    <a:pt x="31" y="51"/>
                    <a:pt x="34" y="53"/>
                  </a:cubicBezTo>
                  <a:cubicBezTo>
                    <a:pt x="34" y="122"/>
                    <a:pt x="34" y="122"/>
                    <a:pt x="34" y="122"/>
                  </a:cubicBezTo>
                  <a:cubicBezTo>
                    <a:pt x="34" y="123"/>
                    <a:pt x="35" y="124"/>
                    <a:pt x="37" y="124"/>
                  </a:cubicBezTo>
                  <a:cubicBezTo>
                    <a:pt x="38" y="124"/>
                    <a:pt x="39" y="123"/>
                    <a:pt x="39" y="12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0" y="55"/>
                    <a:pt x="41" y="55"/>
                    <a:pt x="42" y="55"/>
                  </a:cubicBezTo>
                  <a:cubicBezTo>
                    <a:pt x="44" y="55"/>
                    <a:pt x="46" y="55"/>
                    <a:pt x="47" y="54"/>
                  </a:cubicBezTo>
                  <a:cubicBezTo>
                    <a:pt x="47" y="122"/>
                    <a:pt x="47" y="122"/>
                    <a:pt x="47" y="122"/>
                  </a:cubicBezTo>
                  <a:cubicBezTo>
                    <a:pt x="47" y="123"/>
                    <a:pt x="48" y="124"/>
                    <a:pt x="49" y="124"/>
                  </a:cubicBezTo>
                  <a:cubicBezTo>
                    <a:pt x="51" y="124"/>
                    <a:pt x="52" y="123"/>
                    <a:pt x="52" y="122"/>
                  </a:cubicBezTo>
                  <a:cubicBezTo>
                    <a:pt x="52" y="51"/>
                    <a:pt x="52" y="51"/>
                    <a:pt x="52" y="51"/>
                  </a:cubicBezTo>
                  <a:cubicBezTo>
                    <a:pt x="54" y="49"/>
                    <a:pt x="55" y="45"/>
                    <a:pt x="55" y="42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0" y="122"/>
                    <a:pt x="60" y="122"/>
                    <a:pt x="60" y="122"/>
                  </a:cubicBezTo>
                  <a:cubicBezTo>
                    <a:pt x="60" y="123"/>
                    <a:pt x="61" y="124"/>
                    <a:pt x="62" y="124"/>
                  </a:cubicBezTo>
                  <a:cubicBezTo>
                    <a:pt x="64" y="124"/>
                    <a:pt x="65" y="123"/>
                    <a:pt x="65" y="122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3" y="122"/>
                    <a:pt x="73" y="122"/>
                    <a:pt x="73" y="122"/>
                  </a:cubicBezTo>
                  <a:cubicBezTo>
                    <a:pt x="73" y="123"/>
                    <a:pt x="74" y="124"/>
                    <a:pt x="75" y="124"/>
                  </a:cubicBezTo>
                  <a:cubicBezTo>
                    <a:pt x="77" y="124"/>
                    <a:pt x="78" y="123"/>
                    <a:pt x="78" y="122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86" y="123"/>
                    <a:pt x="87" y="124"/>
                    <a:pt x="88" y="124"/>
                  </a:cubicBezTo>
                  <a:cubicBezTo>
                    <a:pt x="89" y="124"/>
                    <a:pt x="90" y="123"/>
                    <a:pt x="90" y="122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9" y="122"/>
                    <a:pt x="99" y="122"/>
                    <a:pt x="99" y="122"/>
                  </a:cubicBezTo>
                  <a:cubicBezTo>
                    <a:pt x="99" y="123"/>
                    <a:pt x="100" y="124"/>
                    <a:pt x="101" y="124"/>
                  </a:cubicBezTo>
                  <a:cubicBezTo>
                    <a:pt x="102" y="124"/>
                    <a:pt x="103" y="123"/>
                    <a:pt x="103" y="122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2" y="123"/>
                    <a:pt x="113" y="124"/>
                    <a:pt x="114" y="124"/>
                  </a:cubicBezTo>
                  <a:cubicBezTo>
                    <a:pt x="115" y="124"/>
                    <a:pt x="116" y="123"/>
                    <a:pt x="116" y="122"/>
                  </a:cubicBezTo>
                  <a:cubicBezTo>
                    <a:pt x="116" y="33"/>
                    <a:pt x="116" y="33"/>
                    <a:pt x="116" y="33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3" y="42"/>
                    <a:pt x="123" y="42"/>
                    <a:pt x="123" y="42"/>
                  </a:cubicBezTo>
                  <a:cubicBezTo>
                    <a:pt x="123" y="44"/>
                    <a:pt x="124" y="46"/>
                    <a:pt x="125" y="48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5" y="123"/>
                    <a:pt x="126" y="124"/>
                    <a:pt x="127" y="124"/>
                  </a:cubicBezTo>
                  <a:cubicBezTo>
                    <a:pt x="128" y="124"/>
                    <a:pt x="129" y="123"/>
                    <a:pt x="129" y="122"/>
                  </a:cubicBezTo>
                  <a:cubicBezTo>
                    <a:pt x="129" y="53"/>
                    <a:pt x="129" y="53"/>
                    <a:pt x="129" y="53"/>
                  </a:cubicBezTo>
                  <a:cubicBezTo>
                    <a:pt x="131" y="55"/>
                    <a:pt x="134" y="55"/>
                    <a:pt x="137" y="55"/>
                  </a:cubicBezTo>
                  <a:cubicBezTo>
                    <a:pt x="137" y="55"/>
                    <a:pt x="137" y="55"/>
                    <a:pt x="138" y="55"/>
                  </a:cubicBezTo>
                  <a:cubicBezTo>
                    <a:pt x="138" y="122"/>
                    <a:pt x="138" y="122"/>
                    <a:pt x="138" y="122"/>
                  </a:cubicBezTo>
                  <a:cubicBezTo>
                    <a:pt x="138" y="123"/>
                    <a:pt x="139" y="124"/>
                    <a:pt x="140" y="124"/>
                  </a:cubicBezTo>
                  <a:cubicBezTo>
                    <a:pt x="141" y="124"/>
                    <a:pt x="142" y="123"/>
                    <a:pt x="142" y="122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7" y="52"/>
                    <a:pt x="150" y="47"/>
                    <a:pt x="150" y="42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1" y="33"/>
                    <a:pt x="151" y="33"/>
                    <a:pt x="151" y="33"/>
                  </a:cubicBezTo>
                  <a:cubicBezTo>
                    <a:pt x="151" y="122"/>
                    <a:pt x="151" y="122"/>
                    <a:pt x="151" y="122"/>
                  </a:cubicBezTo>
                  <a:cubicBezTo>
                    <a:pt x="151" y="123"/>
                    <a:pt x="152" y="124"/>
                    <a:pt x="153" y="124"/>
                  </a:cubicBezTo>
                  <a:cubicBezTo>
                    <a:pt x="154" y="124"/>
                    <a:pt x="155" y="123"/>
                    <a:pt x="155" y="122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62" y="34"/>
                    <a:pt x="164" y="37"/>
                    <a:pt x="164" y="44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1" y="45"/>
                    <a:pt x="11" y="45"/>
                    <a:pt x="11" y="45"/>
                  </a:cubicBezTo>
                  <a:cubicBezTo>
                    <a:pt x="11" y="39"/>
                    <a:pt x="15" y="35"/>
                    <a:pt x="21" y="34"/>
                  </a:cubicBezTo>
                  <a:close/>
                  <a:moveTo>
                    <a:pt x="148" y="150"/>
                  </a:moveTo>
                  <a:cubicBezTo>
                    <a:pt x="27" y="150"/>
                    <a:pt x="27" y="150"/>
                    <a:pt x="27" y="150"/>
                  </a:cubicBezTo>
                  <a:cubicBezTo>
                    <a:pt x="22" y="150"/>
                    <a:pt x="18" y="154"/>
                    <a:pt x="18" y="159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11" y="219"/>
                    <a:pt x="11" y="219"/>
                    <a:pt x="11" y="219"/>
                  </a:cubicBezTo>
                  <a:cubicBezTo>
                    <a:pt x="11" y="133"/>
                    <a:pt x="11" y="133"/>
                    <a:pt x="11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219"/>
                    <a:pt x="164" y="219"/>
                    <a:pt x="164" y="219"/>
                  </a:cubicBezTo>
                  <a:cubicBezTo>
                    <a:pt x="157" y="219"/>
                    <a:pt x="157" y="219"/>
                    <a:pt x="157" y="219"/>
                  </a:cubicBezTo>
                  <a:cubicBezTo>
                    <a:pt x="157" y="159"/>
                    <a:pt x="157" y="159"/>
                    <a:pt x="157" y="159"/>
                  </a:cubicBezTo>
                  <a:cubicBezTo>
                    <a:pt x="157" y="154"/>
                    <a:pt x="153" y="150"/>
                    <a:pt x="148" y="15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86" name="Group 208"/>
          <p:cNvGrpSpPr>
            <a:grpSpLocks noChangeAspect="1"/>
          </p:cNvGrpSpPr>
          <p:nvPr/>
        </p:nvGrpSpPr>
        <p:grpSpPr bwMode="auto">
          <a:xfrm>
            <a:off x="4188532" y="5192800"/>
            <a:ext cx="896939" cy="822326"/>
            <a:chOff x="2605" y="1901"/>
            <a:chExt cx="565" cy="518"/>
          </a:xfrm>
        </p:grpSpPr>
        <p:sp>
          <p:nvSpPr>
            <p:cNvPr id="287" name="AutoShape 207"/>
            <p:cNvSpPr>
              <a:spLocks noChangeAspect="1" noChangeArrowheads="1" noTextEdit="1"/>
            </p:cNvSpPr>
            <p:nvPr/>
          </p:nvSpPr>
          <p:spPr bwMode="auto">
            <a:xfrm>
              <a:off x="2607" y="1901"/>
              <a:ext cx="546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8" name="Freeform 209"/>
            <p:cNvSpPr>
              <a:spLocks/>
            </p:cNvSpPr>
            <p:nvPr/>
          </p:nvSpPr>
          <p:spPr bwMode="auto">
            <a:xfrm>
              <a:off x="2765" y="1901"/>
              <a:ext cx="70" cy="134"/>
            </a:xfrm>
            <a:custGeom>
              <a:avLst/>
              <a:gdLst>
                <a:gd name="T0" fmla="*/ 17 w 29"/>
                <a:gd name="T1" fmla="*/ 39 h 56"/>
                <a:gd name="T2" fmla="*/ 25 w 29"/>
                <a:gd name="T3" fmla="*/ 42 h 56"/>
                <a:gd name="T4" fmla="*/ 29 w 29"/>
                <a:gd name="T5" fmla="*/ 56 h 56"/>
                <a:gd name="T6" fmla="*/ 28 w 29"/>
                <a:gd name="T7" fmla="*/ 0 h 56"/>
                <a:gd name="T8" fmla="*/ 0 w 29"/>
                <a:gd name="T9" fmla="*/ 0 h 56"/>
                <a:gd name="T10" fmla="*/ 0 w 29"/>
                <a:gd name="T11" fmla="*/ 29 h 56"/>
                <a:gd name="T12" fmla="*/ 17 w 29"/>
                <a:gd name="T13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56">
                  <a:moveTo>
                    <a:pt x="17" y="39"/>
                  </a:moveTo>
                  <a:cubicBezTo>
                    <a:pt x="19" y="39"/>
                    <a:pt x="20" y="39"/>
                    <a:pt x="25" y="42"/>
                  </a:cubicBezTo>
                  <a:cubicBezTo>
                    <a:pt x="29" y="46"/>
                    <a:pt x="29" y="56"/>
                    <a:pt x="29" y="56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9" y="32"/>
                    <a:pt x="16" y="37"/>
                    <a:pt x="17" y="39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9" name="Freeform 210"/>
            <p:cNvSpPr>
              <a:spLocks/>
            </p:cNvSpPr>
            <p:nvPr/>
          </p:nvSpPr>
          <p:spPr bwMode="auto">
            <a:xfrm>
              <a:off x="2765" y="2227"/>
              <a:ext cx="67" cy="192"/>
            </a:xfrm>
            <a:custGeom>
              <a:avLst/>
              <a:gdLst>
                <a:gd name="T0" fmla="*/ 24 w 28"/>
                <a:gd name="T1" fmla="*/ 27 h 80"/>
                <a:gd name="T2" fmla="*/ 20 w 28"/>
                <a:gd name="T3" fmla="*/ 36 h 80"/>
                <a:gd name="T4" fmla="*/ 3 w 28"/>
                <a:gd name="T5" fmla="*/ 40 h 80"/>
                <a:gd name="T6" fmla="*/ 0 w 28"/>
                <a:gd name="T7" fmla="*/ 42 h 80"/>
                <a:gd name="T8" fmla="*/ 0 w 28"/>
                <a:gd name="T9" fmla="*/ 80 h 80"/>
                <a:gd name="T10" fmla="*/ 28 w 28"/>
                <a:gd name="T11" fmla="*/ 80 h 80"/>
                <a:gd name="T12" fmla="*/ 28 w 28"/>
                <a:gd name="T13" fmla="*/ 0 h 80"/>
                <a:gd name="T14" fmla="*/ 25 w 28"/>
                <a:gd name="T15" fmla="*/ 0 h 80"/>
                <a:gd name="T16" fmla="*/ 24 w 28"/>
                <a:gd name="T17" fmla="*/ 2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80">
                  <a:moveTo>
                    <a:pt x="24" y="27"/>
                  </a:moveTo>
                  <a:cubicBezTo>
                    <a:pt x="24" y="36"/>
                    <a:pt x="20" y="36"/>
                    <a:pt x="20" y="36"/>
                  </a:cubicBezTo>
                  <a:cubicBezTo>
                    <a:pt x="20" y="36"/>
                    <a:pt x="10" y="39"/>
                    <a:pt x="3" y="40"/>
                  </a:cubicBezTo>
                  <a:cubicBezTo>
                    <a:pt x="2" y="41"/>
                    <a:pt x="1" y="41"/>
                    <a:pt x="0" y="42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28" y="80"/>
                    <a:pt x="28" y="80"/>
                    <a:pt x="28" y="8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4" y="18"/>
                    <a:pt x="24" y="27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0" name="Freeform 211"/>
            <p:cNvSpPr>
              <a:spLocks/>
            </p:cNvSpPr>
            <p:nvPr/>
          </p:nvSpPr>
          <p:spPr bwMode="auto">
            <a:xfrm>
              <a:off x="2827" y="2064"/>
              <a:ext cx="46" cy="158"/>
            </a:xfrm>
            <a:custGeom>
              <a:avLst/>
              <a:gdLst>
                <a:gd name="T0" fmla="*/ 5 w 19"/>
                <a:gd name="T1" fmla="*/ 66 h 66"/>
                <a:gd name="T2" fmla="*/ 19 w 19"/>
                <a:gd name="T3" fmla="*/ 33 h 66"/>
                <a:gd name="T4" fmla="*/ 5 w 19"/>
                <a:gd name="T5" fmla="*/ 0 h 66"/>
                <a:gd name="T6" fmla="*/ 0 w 19"/>
                <a:gd name="T7" fmla="*/ 0 h 66"/>
                <a:gd name="T8" fmla="*/ 0 w 19"/>
                <a:gd name="T9" fmla="*/ 66 h 66"/>
                <a:gd name="T10" fmla="*/ 5 w 19"/>
                <a:gd name="T11" fmla="*/ 66 h 66"/>
                <a:gd name="T12" fmla="*/ 5 w 19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6">
                  <a:moveTo>
                    <a:pt x="5" y="66"/>
                  </a:moveTo>
                  <a:cubicBezTo>
                    <a:pt x="11" y="66"/>
                    <a:pt x="19" y="52"/>
                    <a:pt x="19" y="33"/>
                  </a:cubicBezTo>
                  <a:cubicBezTo>
                    <a:pt x="19" y="15"/>
                    <a:pt x="11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1" name="Freeform 212"/>
            <p:cNvSpPr>
              <a:spLocks/>
            </p:cNvSpPr>
            <p:nvPr/>
          </p:nvSpPr>
          <p:spPr bwMode="auto">
            <a:xfrm>
              <a:off x="2806" y="2064"/>
              <a:ext cx="45" cy="158"/>
            </a:xfrm>
            <a:custGeom>
              <a:avLst/>
              <a:gdLst>
                <a:gd name="T0" fmla="*/ 9 w 19"/>
                <a:gd name="T1" fmla="*/ 66 h 66"/>
                <a:gd name="T2" fmla="*/ 19 w 19"/>
                <a:gd name="T3" fmla="*/ 33 h 66"/>
                <a:gd name="T4" fmla="*/ 9 w 19"/>
                <a:gd name="T5" fmla="*/ 0 h 66"/>
                <a:gd name="T6" fmla="*/ 0 w 19"/>
                <a:gd name="T7" fmla="*/ 0 h 66"/>
                <a:gd name="T8" fmla="*/ 0 w 19"/>
                <a:gd name="T9" fmla="*/ 66 h 66"/>
                <a:gd name="T10" fmla="*/ 9 w 19"/>
                <a:gd name="T11" fmla="*/ 66 h 66"/>
                <a:gd name="T12" fmla="*/ 9 w 19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6">
                  <a:moveTo>
                    <a:pt x="9" y="66"/>
                  </a:moveTo>
                  <a:cubicBezTo>
                    <a:pt x="15" y="66"/>
                    <a:pt x="19" y="52"/>
                    <a:pt x="19" y="33"/>
                  </a:cubicBezTo>
                  <a:cubicBezTo>
                    <a:pt x="19" y="15"/>
                    <a:pt x="15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9" y="66"/>
                    <a:pt x="9" y="66"/>
                    <a:pt x="9" y="66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2" name="Freeform 213"/>
            <p:cNvSpPr>
              <a:spLocks/>
            </p:cNvSpPr>
            <p:nvPr/>
          </p:nvSpPr>
          <p:spPr bwMode="auto">
            <a:xfrm>
              <a:off x="2717" y="2309"/>
              <a:ext cx="53" cy="14"/>
            </a:xfrm>
            <a:custGeom>
              <a:avLst/>
              <a:gdLst>
                <a:gd name="T0" fmla="*/ 0 w 22"/>
                <a:gd name="T1" fmla="*/ 0 h 6"/>
                <a:gd name="T2" fmla="*/ 0 w 22"/>
                <a:gd name="T3" fmla="*/ 3 h 6"/>
                <a:gd name="T4" fmla="*/ 4 w 22"/>
                <a:gd name="T5" fmla="*/ 5 h 6"/>
                <a:gd name="T6" fmla="*/ 18 w 22"/>
                <a:gd name="T7" fmla="*/ 6 h 6"/>
                <a:gd name="T8" fmla="*/ 22 w 22"/>
                <a:gd name="T9" fmla="*/ 4 h 6"/>
                <a:gd name="T10" fmla="*/ 22 w 22"/>
                <a:gd name="T11" fmla="*/ 2 h 6"/>
                <a:gd name="T12" fmla="*/ 0 w 22"/>
                <a:gd name="T13" fmla="*/ 0 h 6"/>
                <a:gd name="T14" fmla="*/ 0 w 22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6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5"/>
                    <a:pt x="4" y="5"/>
                  </a:cubicBezTo>
                  <a:cubicBezTo>
                    <a:pt x="4" y="5"/>
                    <a:pt x="15" y="6"/>
                    <a:pt x="18" y="6"/>
                  </a:cubicBezTo>
                  <a:cubicBezTo>
                    <a:pt x="18" y="6"/>
                    <a:pt x="22" y="5"/>
                    <a:pt x="22" y="4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" name="Rectangle 214"/>
            <p:cNvSpPr>
              <a:spLocks noChangeArrowheads="1"/>
            </p:cNvSpPr>
            <p:nvPr/>
          </p:nvSpPr>
          <p:spPr bwMode="auto">
            <a:xfrm>
              <a:off x="2717" y="2316"/>
              <a:ext cx="1" cy="1"/>
            </a:xfrm>
            <a:prstGeom prst="rect">
              <a:avLst/>
            </a:pr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" name="Freeform 215"/>
            <p:cNvSpPr>
              <a:spLocks/>
            </p:cNvSpPr>
            <p:nvPr/>
          </p:nvSpPr>
          <p:spPr bwMode="auto">
            <a:xfrm>
              <a:off x="2717" y="231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" name="Line 216"/>
            <p:cNvSpPr>
              <a:spLocks noChangeShapeType="1"/>
            </p:cNvSpPr>
            <p:nvPr/>
          </p:nvSpPr>
          <p:spPr bwMode="auto">
            <a:xfrm>
              <a:off x="2770" y="232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" name="Line 217"/>
            <p:cNvSpPr>
              <a:spLocks noChangeShapeType="1"/>
            </p:cNvSpPr>
            <p:nvPr/>
          </p:nvSpPr>
          <p:spPr bwMode="auto">
            <a:xfrm>
              <a:off x="2770" y="232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" name="Freeform 218"/>
            <p:cNvSpPr>
              <a:spLocks/>
            </p:cNvSpPr>
            <p:nvPr/>
          </p:nvSpPr>
          <p:spPr bwMode="auto">
            <a:xfrm>
              <a:off x="2626" y="1978"/>
              <a:ext cx="144" cy="340"/>
            </a:xfrm>
            <a:custGeom>
              <a:avLst/>
              <a:gdLst>
                <a:gd name="T0" fmla="*/ 0 w 60"/>
                <a:gd name="T1" fmla="*/ 2 h 142"/>
                <a:gd name="T2" fmla="*/ 22 w 60"/>
                <a:gd name="T3" fmla="*/ 1 h 142"/>
                <a:gd name="T4" fmla="*/ 54 w 60"/>
                <a:gd name="T5" fmla="*/ 9 h 142"/>
                <a:gd name="T6" fmla="*/ 59 w 60"/>
                <a:gd name="T7" fmla="*/ 20 h 142"/>
                <a:gd name="T8" fmla="*/ 58 w 60"/>
                <a:gd name="T9" fmla="*/ 135 h 142"/>
                <a:gd name="T10" fmla="*/ 54 w 60"/>
                <a:gd name="T11" fmla="*/ 142 h 142"/>
                <a:gd name="T12" fmla="*/ 41 w 60"/>
                <a:gd name="T13" fmla="*/ 140 h 142"/>
                <a:gd name="T14" fmla="*/ 45 w 60"/>
                <a:gd name="T15" fmla="*/ 20 h 142"/>
                <a:gd name="T16" fmla="*/ 41 w 60"/>
                <a:gd name="T17" fmla="*/ 13 h 142"/>
                <a:gd name="T18" fmla="*/ 0 w 60"/>
                <a:gd name="T19" fmla="*/ 2 h 142"/>
                <a:gd name="T20" fmla="*/ 0 w 60"/>
                <a:gd name="T21" fmla="*/ 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142">
                  <a:moveTo>
                    <a:pt x="0" y="2"/>
                  </a:moveTo>
                  <a:cubicBezTo>
                    <a:pt x="0" y="2"/>
                    <a:pt x="15" y="0"/>
                    <a:pt x="22" y="1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4" y="9"/>
                    <a:pt x="60" y="11"/>
                    <a:pt x="59" y="20"/>
                  </a:cubicBezTo>
                  <a:cubicBezTo>
                    <a:pt x="58" y="135"/>
                    <a:pt x="58" y="135"/>
                    <a:pt x="58" y="135"/>
                  </a:cubicBezTo>
                  <a:cubicBezTo>
                    <a:pt x="58" y="135"/>
                    <a:pt x="58" y="141"/>
                    <a:pt x="54" y="142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45" y="20"/>
                    <a:pt x="46" y="13"/>
                    <a:pt x="41" y="1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8" name="Freeform 219"/>
            <p:cNvSpPr>
              <a:spLocks/>
            </p:cNvSpPr>
            <p:nvPr/>
          </p:nvSpPr>
          <p:spPr bwMode="auto">
            <a:xfrm>
              <a:off x="2605" y="1980"/>
              <a:ext cx="182" cy="345"/>
            </a:xfrm>
            <a:custGeom>
              <a:avLst/>
              <a:gdLst>
                <a:gd name="T0" fmla="*/ 37 w 76"/>
                <a:gd name="T1" fmla="*/ 0 h 144"/>
                <a:gd name="T2" fmla="*/ 10 w 76"/>
                <a:gd name="T3" fmla="*/ 0 h 144"/>
                <a:gd name="T4" fmla="*/ 1 w 76"/>
                <a:gd name="T5" fmla="*/ 8 h 144"/>
                <a:gd name="T6" fmla="*/ 0 w 76"/>
                <a:gd name="T7" fmla="*/ 108 h 144"/>
                <a:gd name="T8" fmla="*/ 5 w 76"/>
                <a:gd name="T9" fmla="*/ 117 h 144"/>
                <a:gd name="T10" fmla="*/ 55 w 76"/>
                <a:gd name="T11" fmla="*/ 140 h 144"/>
                <a:gd name="T12" fmla="*/ 75 w 76"/>
                <a:gd name="T13" fmla="*/ 135 h 144"/>
                <a:gd name="T14" fmla="*/ 76 w 76"/>
                <a:gd name="T15" fmla="*/ 81 h 144"/>
                <a:gd name="T16" fmla="*/ 75 w 76"/>
                <a:gd name="T17" fmla="*/ 25 h 144"/>
                <a:gd name="T18" fmla="*/ 76 w 76"/>
                <a:gd name="T19" fmla="*/ 16 h 144"/>
                <a:gd name="T20" fmla="*/ 65 w 76"/>
                <a:gd name="T21" fmla="*/ 7 h 144"/>
                <a:gd name="T22" fmla="*/ 37 w 76"/>
                <a:gd name="T23" fmla="*/ 0 h 144"/>
                <a:gd name="T24" fmla="*/ 37 w 76"/>
                <a:gd name="T2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6" h="144">
                  <a:moveTo>
                    <a:pt x="37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2" y="1"/>
                    <a:pt x="1" y="8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08"/>
                    <a:pt x="1" y="115"/>
                    <a:pt x="5" y="117"/>
                  </a:cubicBezTo>
                  <a:cubicBezTo>
                    <a:pt x="5" y="117"/>
                    <a:pt x="36" y="139"/>
                    <a:pt x="55" y="140"/>
                  </a:cubicBezTo>
                  <a:cubicBezTo>
                    <a:pt x="55" y="140"/>
                    <a:pt x="75" y="144"/>
                    <a:pt x="75" y="135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16"/>
                    <a:pt x="76" y="16"/>
                    <a:pt x="76" y="16"/>
                  </a:cubicBezTo>
                  <a:cubicBezTo>
                    <a:pt x="72" y="7"/>
                    <a:pt x="71" y="10"/>
                    <a:pt x="65" y="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9" name="Freeform 220"/>
            <p:cNvSpPr>
              <a:spLocks/>
            </p:cNvSpPr>
            <p:nvPr/>
          </p:nvSpPr>
          <p:spPr bwMode="auto">
            <a:xfrm>
              <a:off x="2715" y="1987"/>
              <a:ext cx="115" cy="329"/>
            </a:xfrm>
            <a:custGeom>
              <a:avLst/>
              <a:gdLst>
                <a:gd name="T0" fmla="*/ 5 w 48"/>
                <a:gd name="T1" fmla="*/ 0 h 137"/>
                <a:gd name="T2" fmla="*/ 21 w 48"/>
                <a:gd name="T3" fmla="*/ 1 h 137"/>
                <a:gd name="T4" fmla="*/ 33 w 48"/>
                <a:gd name="T5" fmla="*/ 4 h 137"/>
                <a:gd name="T6" fmla="*/ 36 w 48"/>
                <a:gd name="T7" fmla="*/ 4 h 137"/>
                <a:gd name="T8" fmla="*/ 45 w 48"/>
                <a:gd name="T9" fmla="*/ 10 h 137"/>
                <a:gd name="T10" fmla="*/ 47 w 48"/>
                <a:gd name="T11" fmla="*/ 24 h 137"/>
                <a:gd name="T12" fmla="*/ 43 w 48"/>
                <a:gd name="T13" fmla="*/ 130 h 137"/>
                <a:gd name="T14" fmla="*/ 38 w 48"/>
                <a:gd name="T15" fmla="*/ 134 h 137"/>
                <a:gd name="T16" fmla="*/ 24 w 48"/>
                <a:gd name="T17" fmla="*/ 137 h 137"/>
                <a:gd name="T18" fmla="*/ 29 w 48"/>
                <a:gd name="T19" fmla="*/ 125 h 137"/>
                <a:gd name="T20" fmla="*/ 29 w 48"/>
                <a:gd name="T21" fmla="*/ 79 h 137"/>
                <a:gd name="T22" fmla="*/ 27 w 48"/>
                <a:gd name="T23" fmla="*/ 21 h 137"/>
                <a:gd name="T24" fmla="*/ 27 w 48"/>
                <a:gd name="T25" fmla="*/ 11 h 137"/>
                <a:gd name="T26" fmla="*/ 23 w 48"/>
                <a:gd name="T27" fmla="*/ 5 h 137"/>
                <a:gd name="T28" fmla="*/ 11 w 48"/>
                <a:gd name="T29" fmla="*/ 2 h 137"/>
                <a:gd name="T30" fmla="*/ 0 w 48"/>
                <a:gd name="T31" fmla="*/ 3 h 137"/>
                <a:gd name="T32" fmla="*/ 5 w 48"/>
                <a:gd name="T33" fmla="*/ 0 h 137"/>
                <a:gd name="T34" fmla="*/ 5 w 48"/>
                <a:gd name="T35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137">
                  <a:moveTo>
                    <a:pt x="5" y="0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7" y="2"/>
                    <a:pt x="28" y="3"/>
                    <a:pt x="33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45" y="5"/>
                    <a:pt x="43" y="8"/>
                    <a:pt x="45" y="10"/>
                  </a:cubicBezTo>
                  <a:cubicBezTo>
                    <a:pt x="48" y="14"/>
                    <a:pt x="47" y="20"/>
                    <a:pt x="47" y="24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2" y="133"/>
                    <a:pt x="41" y="134"/>
                    <a:pt x="38" y="134"/>
                  </a:cubicBezTo>
                  <a:cubicBezTo>
                    <a:pt x="37" y="135"/>
                    <a:pt x="30" y="137"/>
                    <a:pt x="24" y="137"/>
                  </a:cubicBezTo>
                  <a:cubicBezTo>
                    <a:pt x="24" y="137"/>
                    <a:pt x="29" y="132"/>
                    <a:pt x="29" y="125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30" y="11"/>
                    <a:pt x="25" y="8"/>
                    <a:pt x="23" y="5"/>
                  </a:cubicBezTo>
                  <a:cubicBezTo>
                    <a:pt x="19" y="4"/>
                    <a:pt x="15" y="4"/>
                    <a:pt x="11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0" name="Freeform 221"/>
            <p:cNvSpPr>
              <a:spLocks/>
            </p:cNvSpPr>
            <p:nvPr/>
          </p:nvSpPr>
          <p:spPr bwMode="auto">
            <a:xfrm>
              <a:off x="2605" y="1985"/>
              <a:ext cx="129" cy="331"/>
            </a:xfrm>
            <a:custGeom>
              <a:avLst/>
              <a:gdLst>
                <a:gd name="T0" fmla="*/ 11 w 54"/>
                <a:gd name="T1" fmla="*/ 0 h 138"/>
                <a:gd name="T2" fmla="*/ 1 w 54"/>
                <a:gd name="T3" fmla="*/ 7 h 138"/>
                <a:gd name="T4" fmla="*/ 0 w 54"/>
                <a:gd name="T5" fmla="*/ 105 h 138"/>
                <a:gd name="T6" fmla="*/ 6 w 54"/>
                <a:gd name="T7" fmla="*/ 116 h 138"/>
                <a:gd name="T8" fmla="*/ 44 w 54"/>
                <a:gd name="T9" fmla="*/ 136 h 138"/>
                <a:gd name="T10" fmla="*/ 53 w 54"/>
                <a:gd name="T11" fmla="*/ 134 h 138"/>
                <a:gd name="T12" fmla="*/ 53 w 54"/>
                <a:gd name="T13" fmla="*/ 82 h 138"/>
                <a:gd name="T14" fmla="*/ 54 w 54"/>
                <a:gd name="T15" fmla="*/ 24 h 138"/>
                <a:gd name="T16" fmla="*/ 54 w 54"/>
                <a:gd name="T17" fmla="*/ 15 h 138"/>
                <a:gd name="T18" fmla="*/ 45 w 54"/>
                <a:gd name="T19" fmla="*/ 9 h 138"/>
                <a:gd name="T20" fmla="*/ 11 w 54"/>
                <a:gd name="T21" fmla="*/ 0 h 138"/>
                <a:gd name="T22" fmla="*/ 11 w 54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38">
                  <a:moveTo>
                    <a:pt x="11" y="0"/>
                  </a:moveTo>
                  <a:cubicBezTo>
                    <a:pt x="11" y="0"/>
                    <a:pt x="2" y="0"/>
                    <a:pt x="1" y="7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05"/>
                    <a:pt x="1" y="113"/>
                    <a:pt x="6" y="116"/>
                  </a:cubicBezTo>
                  <a:cubicBezTo>
                    <a:pt x="6" y="116"/>
                    <a:pt x="31" y="133"/>
                    <a:pt x="44" y="136"/>
                  </a:cubicBezTo>
                  <a:cubicBezTo>
                    <a:pt x="44" y="136"/>
                    <a:pt x="53" y="138"/>
                    <a:pt x="53" y="134"/>
                  </a:cubicBezTo>
                  <a:cubicBezTo>
                    <a:pt x="53" y="82"/>
                    <a:pt x="53" y="82"/>
                    <a:pt x="53" y="82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4" y="15"/>
                    <a:pt x="52" y="11"/>
                    <a:pt x="45" y="9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1" name="Freeform 222"/>
            <p:cNvSpPr>
              <a:spLocks/>
            </p:cNvSpPr>
            <p:nvPr/>
          </p:nvSpPr>
          <p:spPr bwMode="auto">
            <a:xfrm>
              <a:off x="2691" y="1961"/>
              <a:ext cx="120" cy="43"/>
            </a:xfrm>
            <a:custGeom>
              <a:avLst/>
              <a:gdLst>
                <a:gd name="T0" fmla="*/ 0 w 50"/>
                <a:gd name="T1" fmla="*/ 8 h 18"/>
                <a:gd name="T2" fmla="*/ 8 w 50"/>
                <a:gd name="T3" fmla="*/ 10 h 18"/>
                <a:gd name="T4" fmla="*/ 11 w 50"/>
                <a:gd name="T5" fmla="*/ 8 h 18"/>
                <a:gd name="T6" fmla="*/ 40 w 50"/>
                <a:gd name="T7" fmla="*/ 18 h 18"/>
                <a:gd name="T8" fmla="*/ 40 w 50"/>
                <a:gd name="T9" fmla="*/ 18 h 18"/>
                <a:gd name="T10" fmla="*/ 50 w 50"/>
                <a:gd name="T11" fmla="*/ 18 h 18"/>
                <a:gd name="T12" fmla="*/ 2 w 50"/>
                <a:gd name="T13" fmla="*/ 8 h 18"/>
                <a:gd name="T14" fmla="*/ 0 w 50"/>
                <a:gd name="T15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18">
                  <a:moveTo>
                    <a:pt x="0" y="8"/>
                  </a:moveTo>
                  <a:cubicBezTo>
                    <a:pt x="3" y="9"/>
                    <a:pt x="6" y="9"/>
                    <a:pt x="8" y="10"/>
                  </a:cubicBezTo>
                  <a:cubicBezTo>
                    <a:pt x="9" y="9"/>
                    <a:pt x="10" y="8"/>
                    <a:pt x="11" y="8"/>
                  </a:cubicBezTo>
                  <a:cubicBezTo>
                    <a:pt x="23" y="6"/>
                    <a:pt x="34" y="10"/>
                    <a:pt x="40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40" y="5"/>
                    <a:pt x="19" y="0"/>
                    <a:pt x="2" y="8"/>
                  </a:cubicBezTo>
                  <a:cubicBezTo>
                    <a:pt x="1" y="8"/>
                    <a:pt x="1" y="8"/>
                    <a:pt x="0" y="8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2" name="Freeform 223"/>
            <p:cNvSpPr>
              <a:spLocks noEditPoints="1"/>
            </p:cNvSpPr>
            <p:nvPr/>
          </p:nvSpPr>
          <p:spPr bwMode="auto">
            <a:xfrm>
              <a:off x="3062" y="1951"/>
              <a:ext cx="108" cy="355"/>
            </a:xfrm>
            <a:custGeom>
              <a:avLst/>
              <a:gdLst>
                <a:gd name="T0" fmla="*/ 0 w 45"/>
                <a:gd name="T1" fmla="*/ 39 h 148"/>
                <a:gd name="T2" fmla="*/ 0 w 45"/>
                <a:gd name="T3" fmla="*/ 115 h 148"/>
                <a:gd name="T4" fmla="*/ 7 w 45"/>
                <a:gd name="T5" fmla="*/ 123 h 148"/>
                <a:gd name="T6" fmla="*/ 6 w 45"/>
                <a:gd name="T7" fmla="*/ 29 h 148"/>
                <a:gd name="T8" fmla="*/ 0 w 45"/>
                <a:gd name="T9" fmla="*/ 39 h 148"/>
                <a:gd name="T10" fmla="*/ 18 w 45"/>
                <a:gd name="T11" fmla="*/ 10 h 148"/>
                <a:gd name="T12" fmla="*/ 19 w 45"/>
                <a:gd name="T13" fmla="*/ 140 h 148"/>
                <a:gd name="T14" fmla="*/ 26 w 45"/>
                <a:gd name="T15" fmla="*/ 148 h 148"/>
                <a:gd name="T16" fmla="*/ 23 w 45"/>
                <a:gd name="T17" fmla="*/ 0 h 148"/>
                <a:gd name="T18" fmla="*/ 18 w 45"/>
                <a:gd name="T19" fmla="*/ 1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" h="148">
                  <a:moveTo>
                    <a:pt x="0" y="39"/>
                  </a:moveTo>
                  <a:cubicBezTo>
                    <a:pt x="10" y="61"/>
                    <a:pt x="10" y="92"/>
                    <a:pt x="0" y="115"/>
                  </a:cubicBezTo>
                  <a:cubicBezTo>
                    <a:pt x="7" y="123"/>
                    <a:pt x="7" y="123"/>
                    <a:pt x="7" y="123"/>
                  </a:cubicBezTo>
                  <a:cubicBezTo>
                    <a:pt x="19" y="95"/>
                    <a:pt x="18" y="56"/>
                    <a:pt x="6" y="29"/>
                  </a:cubicBezTo>
                  <a:cubicBezTo>
                    <a:pt x="0" y="39"/>
                    <a:pt x="0" y="39"/>
                    <a:pt x="0" y="39"/>
                  </a:cubicBezTo>
                  <a:close/>
                  <a:moveTo>
                    <a:pt x="18" y="10"/>
                  </a:moveTo>
                  <a:cubicBezTo>
                    <a:pt x="35" y="47"/>
                    <a:pt x="36" y="100"/>
                    <a:pt x="19" y="140"/>
                  </a:cubicBezTo>
                  <a:cubicBezTo>
                    <a:pt x="26" y="148"/>
                    <a:pt x="26" y="148"/>
                    <a:pt x="26" y="148"/>
                  </a:cubicBezTo>
                  <a:cubicBezTo>
                    <a:pt x="45" y="103"/>
                    <a:pt x="43" y="42"/>
                    <a:pt x="23" y="0"/>
                  </a:cubicBezTo>
                  <a:cubicBezTo>
                    <a:pt x="18" y="10"/>
                    <a:pt x="18" y="10"/>
                    <a:pt x="18" y="1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3" name="Freeform 224"/>
            <p:cNvSpPr>
              <a:spLocks/>
            </p:cNvSpPr>
            <p:nvPr/>
          </p:nvSpPr>
          <p:spPr bwMode="auto">
            <a:xfrm>
              <a:off x="2605" y="2107"/>
              <a:ext cx="182" cy="82"/>
            </a:xfrm>
            <a:custGeom>
              <a:avLst/>
              <a:gdLst>
                <a:gd name="T0" fmla="*/ 0 w 182"/>
                <a:gd name="T1" fmla="*/ 0 h 82"/>
                <a:gd name="T2" fmla="*/ 0 w 182"/>
                <a:gd name="T3" fmla="*/ 82 h 82"/>
                <a:gd name="T4" fmla="*/ 182 w 182"/>
                <a:gd name="T5" fmla="*/ 82 h 82"/>
                <a:gd name="T6" fmla="*/ 182 w 182"/>
                <a:gd name="T7" fmla="*/ 0 h 82"/>
                <a:gd name="T8" fmla="*/ 0 w 182"/>
                <a:gd name="T9" fmla="*/ 0 h 82"/>
                <a:gd name="T10" fmla="*/ 0 w 182"/>
                <a:gd name="T11" fmla="*/ 0 h 82"/>
                <a:gd name="T12" fmla="*/ 0 w 182"/>
                <a:gd name="T13" fmla="*/ 0 h 82"/>
                <a:gd name="T14" fmla="*/ 0 w 182"/>
                <a:gd name="T15" fmla="*/ 0 h 82"/>
                <a:gd name="T16" fmla="*/ 0 w 182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82">
                  <a:moveTo>
                    <a:pt x="0" y="0"/>
                  </a:moveTo>
                  <a:lnTo>
                    <a:pt x="0" y="82"/>
                  </a:lnTo>
                  <a:lnTo>
                    <a:pt x="182" y="82"/>
                  </a:lnTo>
                  <a:lnTo>
                    <a:pt x="18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4" name="Freeform 225"/>
            <p:cNvSpPr>
              <a:spLocks/>
            </p:cNvSpPr>
            <p:nvPr/>
          </p:nvSpPr>
          <p:spPr bwMode="auto">
            <a:xfrm>
              <a:off x="2633" y="2112"/>
              <a:ext cx="51" cy="67"/>
            </a:xfrm>
            <a:custGeom>
              <a:avLst/>
              <a:gdLst>
                <a:gd name="T0" fmla="*/ 0 w 51"/>
                <a:gd name="T1" fmla="*/ 0 h 67"/>
                <a:gd name="T2" fmla="*/ 51 w 51"/>
                <a:gd name="T3" fmla="*/ 0 h 67"/>
                <a:gd name="T4" fmla="*/ 51 w 51"/>
                <a:gd name="T5" fmla="*/ 17 h 67"/>
                <a:gd name="T6" fmla="*/ 20 w 51"/>
                <a:gd name="T7" fmla="*/ 17 h 67"/>
                <a:gd name="T8" fmla="*/ 20 w 51"/>
                <a:gd name="T9" fmla="*/ 29 h 67"/>
                <a:gd name="T10" fmla="*/ 48 w 51"/>
                <a:gd name="T11" fmla="*/ 29 h 67"/>
                <a:gd name="T12" fmla="*/ 48 w 51"/>
                <a:gd name="T13" fmla="*/ 41 h 67"/>
                <a:gd name="T14" fmla="*/ 27 w 51"/>
                <a:gd name="T15" fmla="*/ 41 h 67"/>
                <a:gd name="T16" fmla="*/ 20 w 51"/>
                <a:gd name="T17" fmla="*/ 67 h 67"/>
                <a:gd name="T18" fmla="*/ 0 w 51"/>
                <a:gd name="T19" fmla="*/ 67 h 67"/>
                <a:gd name="T20" fmla="*/ 0 w 51"/>
                <a:gd name="T21" fmla="*/ 0 h 67"/>
                <a:gd name="T22" fmla="*/ 0 w 51"/>
                <a:gd name="T23" fmla="*/ 0 h 67"/>
                <a:gd name="T24" fmla="*/ 0 w 51"/>
                <a:gd name="T25" fmla="*/ 0 h 67"/>
                <a:gd name="T26" fmla="*/ 0 w 51"/>
                <a:gd name="T2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67">
                  <a:moveTo>
                    <a:pt x="0" y="0"/>
                  </a:moveTo>
                  <a:lnTo>
                    <a:pt x="51" y="0"/>
                  </a:lnTo>
                  <a:lnTo>
                    <a:pt x="51" y="17"/>
                  </a:lnTo>
                  <a:lnTo>
                    <a:pt x="20" y="17"/>
                  </a:lnTo>
                  <a:lnTo>
                    <a:pt x="20" y="29"/>
                  </a:lnTo>
                  <a:lnTo>
                    <a:pt x="48" y="29"/>
                  </a:lnTo>
                  <a:lnTo>
                    <a:pt x="48" y="41"/>
                  </a:lnTo>
                  <a:lnTo>
                    <a:pt x="27" y="41"/>
                  </a:lnTo>
                  <a:lnTo>
                    <a:pt x="20" y="67"/>
                  </a:lnTo>
                  <a:lnTo>
                    <a:pt x="0" y="6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5" name="Freeform 226"/>
            <p:cNvSpPr>
              <a:spLocks noEditPoints="1"/>
            </p:cNvSpPr>
            <p:nvPr/>
          </p:nvSpPr>
          <p:spPr bwMode="auto">
            <a:xfrm>
              <a:off x="2700" y="2114"/>
              <a:ext cx="70" cy="68"/>
            </a:xfrm>
            <a:custGeom>
              <a:avLst/>
              <a:gdLst>
                <a:gd name="T0" fmla="*/ 14 w 29"/>
                <a:gd name="T1" fmla="*/ 0 h 28"/>
                <a:gd name="T2" fmla="*/ 0 w 29"/>
                <a:gd name="T3" fmla="*/ 14 h 28"/>
                <a:gd name="T4" fmla="*/ 14 w 29"/>
                <a:gd name="T5" fmla="*/ 28 h 28"/>
                <a:gd name="T6" fmla="*/ 29 w 29"/>
                <a:gd name="T7" fmla="*/ 14 h 28"/>
                <a:gd name="T8" fmla="*/ 14 w 29"/>
                <a:gd name="T9" fmla="*/ 0 h 28"/>
                <a:gd name="T10" fmla="*/ 14 w 29"/>
                <a:gd name="T11" fmla="*/ 21 h 28"/>
                <a:gd name="T12" fmla="*/ 8 w 29"/>
                <a:gd name="T13" fmla="*/ 14 h 28"/>
                <a:gd name="T14" fmla="*/ 14 w 29"/>
                <a:gd name="T15" fmla="*/ 7 h 28"/>
                <a:gd name="T16" fmla="*/ 21 w 29"/>
                <a:gd name="T17" fmla="*/ 14 h 28"/>
                <a:gd name="T18" fmla="*/ 14 w 29"/>
                <a:gd name="T19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8"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8"/>
                    <a:pt x="14" y="28"/>
                  </a:cubicBezTo>
                  <a:cubicBezTo>
                    <a:pt x="22" y="28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lose/>
                  <a:moveTo>
                    <a:pt x="14" y="21"/>
                  </a:moveTo>
                  <a:cubicBezTo>
                    <a:pt x="11" y="21"/>
                    <a:pt x="8" y="18"/>
                    <a:pt x="8" y="14"/>
                  </a:cubicBezTo>
                  <a:cubicBezTo>
                    <a:pt x="8" y="10"/>
                    <a:pt x="11" y="7"/>
                    <a:pt x="14" y="7"/>
                  </a:cubicBezTo>
                  <a:cubicBezTo>
                    <a:pt x="18" y="7"/>
                    <a:pt x="21" y="10"/>
                    <a:pt x="21" y="14"/>
                  </a:cubicBezTo>
                  <a:cubicBezTo>
                    <a:pt x="21" y="18"/>
                    <a:pt x="18" y="21"/>
                    <a:pt x="14" y="21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6" name="Freeform 227"/>
            <p:cNvSpPr>
              <a:spLocks/>
            </p:cNvSpPr>
            <p:nvPr/>
          </p:nvSpPr>
          <p:spPr bwMode="auto">
            <a:xfrm>
              <a:off x="2839" y="1923"/>
              <a:ext cx="204" cy="431"/>
            </a:xfrm>
            <a:custGeom>
              <a:avLst/>
              <a:gdLst>
                <a:gd name="T0" fmla="*/ 41 w 85"/>
                <a:gd name="T1" fmla="*/ 0 h 180"/>
                <a:gd name="T2" fmla="*/ 10 w 85"/>
                <a:gd name="T3" fmla="*/ 8 h 180"/>
                <a:gd name="T4" fmla="*/ 0 w 85"/>
                <a:gd name="T5" fmla="*/ 14 h 180"/>
                <a:gd name="T6" fmla="*/ 0 w 85"/>
                <a:gd name="T7" fmla="*/ 166 h 180"/>
                <a:gd name="T8" fmla="*/ 9 w 85"/>
                <a:gd name="T9" fmla="*/ 172 h 180"/>
                <a:gd name="T10" fmla="*/ 41 w 85"/>
                <a:gd name="T11" fmla="*/ 180 h 180"/>
                <a:gd name="T12" fmla="*/ 85 w 85"/>
                <a:gd name="T13" fmla="*/ 90 h 180"/>
                <a:gd name="T14" fmla="*/ 41 w 85"/>
                <a:gd name="T15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5" h="180">
                  <a:moveTo>
                    <a:pt x="41" y="0"/>
                  </a:moveTo>
                  <a:cubicBezTo>
                    <a:pt x="35" y="0"/>
                    <a:pt x="21" y="3"/>
                    <a:pt x="10" y="8"/>
                  </a:cubicBezTo>
                  <a:cubicBezTo>
                    <a:pt x="7" y="9"/>
                    <a:pt x="3" y="11"/>
                    <a:pt x="0" y="14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3" y="169"/>
                    <a:pt x="6" y="171"/>
                    <a:pt x="9" y="172"/>
                  </a:cubicBezTo>
                  <a:cubicBezTo>
                    <a:pt x="18" y="177"/>
                    <a:pt x="35" y="180"/>
                    <a:pt x="41" y="180"/>
                  </a:cubicBezTo>
                  <a:cubicBezTo>
                    <a:pt x="65" y="180"/>
                    <a:pt x="85" y="140"/>
                    <a:pt x="85" y="90"/>
                  </a:cubicBezTo>
                  <a:cubicBezTo>
                    <a:pt x="85" y="40"/>
                    <a:pt x="65" y="0"/>
                    <a:pt x="41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95" name="Group 317"/>
          <p:cNvGrpSpPr>
            <a:grpSpLocks noChangeAspect="1"/>
          </p:cNvGrpSpPr>
          <p:nvPr/>
        </p:nvGrpSpPr>
        <p:grpSpPr bwMode="auto">
          <a:xfrm>
            <a:off x="5738813" y="5537200"/>
            <a:ext cx="911225" cy="236538"/>
            <a:chOff x="3615" y="3488"/>
            <a:chExt cx="574" cy="149"/>
          </a:xfrm>
        </p:grpSpPr>
        <p:sp>
          <p:nvSpPr>
            <p:cNvPr id="396" name="AutoShape 316"/>
            <p:cNvSpPr>
              <a:spLocks noChangeAspect="1" noChangeArrowheads="1" noTextEdit="1"/>
            </p:cNvSpPr>
            <p:nvPr/>
          </p:nvSpPr>
          <p:spPr bwMode="auto">
            <a:xfrm>
              <a:off x="3615" y="3488"/>
              <a:ext cx="574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7" name="Freeform 318"/>
            <p:cNvSpPr>
              <a:spLocks/>
            </p:cNvSpPr>
            <p:nvPr/>
          </p:nvSpPr>
          <p:spPr bwMode="auto">
            <a:xfrm>
              <a:off x="3613" y="3488"/>
              <a:ext cx="574" cy="149"/>
            </a:xfrm>
            <a:custGeom>
              <a:avLst/>
              <a:gdLst>
                <a:gd name="T0" fmla="*/ 240 w 240"/>
                <a:gd name="T1" fmla="*/ 52 h 60"/>
                <a:gd name="T2" fmla="*/ 232 w 240"/>
                <a:gd name="T3" fmla="*/ 60 h 60"/>
                <a:gd name="T4" fmla="*/ 8 w 240"/>
                <a:gd name="T5" fmla="*/ 60 h 60"/>
                <a:gd name="T6" fmla="*/ 0 w 240"/>
                <a:gd name="T7" fmla="*/ 52 h 60"/>
                <a:gd name="T8" fmla="*/ 0 w 240"/>
                <a:gd name="T9" fmla="*/ 8 h 60"/>
                <a:gd name="T10" fmla="*/ 8 w 240"/>
                <a:gd name="T11" fmla="*/ 0 h 60"/>
                <a:gd name="T12" fmla="*/ 232 w 240"/>
                <a:gd name="T13" fmla="*/ 0 h 60"/>
                <a:gd name="T14" fmla="*/ 240 w 240"/>
                <a:gd name="T15" fmla="*/ 8 h 60"/>
                <a:gd name="T16" fmla="*/ 240 w 240"/>
                <a:gd name="T17" fmla="*/ 5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60">
                  <a:moveTo>
                    <a:pt x="240" y="52"/>
                  </a:moveTo>
                  <a:cubicBezTo>
                    <a:pt x="240" y="57"/>
                    <a:pt x="237" y="60"/>
                    <a:pt x="232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4" y="60"/>
                    <a:pt x="0" y="57"/>
                    <a:pt x="0" y="5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32" y="0"/>
                    <a:pt x="232" y="0"/>
                    <a:pt x="232" y="0"/>
                  </a:cubicBezTo>
                  <a:cubicBezTo>
                    <a:pt x="237" y="0"/>
                    <a:pt x="240" y="4"/>
                    <a:pt x="240" y="8"/>
                  </a:cubicBezTo>
                  <a:lnTo>
                    <a:pt x="240" y="52"/>
                  </a:lnTo>
                  <a:close/>
                </a:path>
              </a:pathLst>
            </a:custGeom>
            <a:solidFill>
              <a:srgbClr val="E6A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8" name="Freeform 319"/>
            <p:cNvSpPr>
              <a:spLocks noEditPoints="1"/>
            </p:cNvSpPr>
            <p:nvPr/>
          </p:nvSpPr>
          <p:spPr bwMode="auto">
            <a:xfrm>
              <a:off x="3622" y="3496"/>
              <a:ext cx="558" cy="134"/>
            </a:xfrm>
            <a:custGeom>
              <a:avLst/>
              <a:gdLst>
                <a:gd name="T0" fmla="*/ 225 w 233"/>
                <a:gd name="T1" fmla="*/ 54 h 54"/>
                <a:gd name="T2" fmla="*/ 8 w 233"/>
                <a:gd name="T3" fmla="*/ 54 h 54"/>
                <a:gd name="T4" fmla="*/ 0 w 233"/>
                <a:gd name="T5" fmla="*/ 46 h 54"/>
                <a:gd name="T6" fmla="*/ 0 w 233"/>
                <a:gd name="T7" fmla="*/ 8 h 54"/>
                <a:gd name="T8" fmla="*/ 8 w 233"/>
                <a:gd name="T9" fmla="*/ 0 h 54"/>
                <a:gd name="T10" fmla="*/ 225 w 233"/>
                <a:gd name="T11" fmla="*/ 0 h 54"/>
                <a:gd name="T12" fmla="*/ 233 w 233"/>
                <a:gd name="T13" fmla="*/ 8 h 54"/>
                <a:gd name="T14" fmla="*/ 233 w 233"/>
                <a:gd name="T15" fmla="*/ 46 h 54"/>
                <a:gd name="T16" fmla="*/ 225 w 233"/>
                <a:gd name="T17" fmla="*/ 54 h 54"/>
                <a:gd name="T18" fmla="*/ 8 w 233"/>
                <a:gd name="T19" fmla="*/ 2 h 54"/>
                <a:gd name="T20" fmla="*/ 1 w 233"/>
                <a:gd name="T21" fmla="*/ 8 h 54"/>
                <a:gd name="T22" fmla="*/ 1 w 233"/>
                <a:gd name="T23" fmla="*/ 46 h 54"/>
                <a:gd name="T24" fmla="*/ 8 w 233"/>
                <a:gd name="T25" fmla="*/ 52 h 54"/>
                <a:gd name="T26" fmla="*/ 225 w 233"/>
                <a:gd name="T27" fmla="*/ 52 h 54"/>
                <a:gd name="T28" fmla="*/ 232 w 233"/>
                <a:gd name="T29" fmla="*/ 46 h 54"/>
                <a:gd name="T30" fmla="*/ 232 w 233"/>
                <a:gd name="T31" fmla="*/ 8 h 54"/>
                <a:gd name="T32" fmla="*/ 225 w 233"/>
                <a:gd name="T33" fmla="*/ 2 h 54"/>
                <a:gd name="T34" fmla="*/ 8 w 233"/>
                <a:gd name="T35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3" h="54">
                  <a:moveTo>
                    <a:pt x="225" y="54"/>
                  </a:moveTo>
                  <a:cubicBezTo>
                    <a:pt x="8" y="54"/>
                    <a:pt x="8" y="54"/>
                    <a:pt x="8" y="54"/>
                  </a:cubicBezTo>
                  <a:cubicBezTo>
                    <a:pt x="3" y="54"/>
                    <a:pt x="0" y="50"/>
                    <a:pt x="0" y="4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9" y="0"/>
                    <a:pt x="233" y="4"/>
                    <a:pt x="233" y="8"/>
                  </a:cubicBezTo>
                  <a:cubicBezTo>
                    <a:pt x="233" y="46"/>
                    <a:pt x="233" y="46"/>
                    <a:pt x="233" y="46"/>
                  </a:cubicBezTo>
                  <a:cubicBezTo>
                    <a:pt x="233" y="50"/>
                    <a:pt x="229" y="54"/>
                    <a:pt x="225" y="54"/>
                  </a:cubicBezTo>
                  <a:close/>
                  <a:moveTo>
                    <a:pt x="8" y="2"/>
                  </a:moveTo>
                  <a:cubicBezTo>
                    <a:pt x="4" y="2"/>
                    <a:pt x="1" y="5"/>
                    <a:pt x="1" y="8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1" y="50"/>
                    <a:pt x="4" y="52"/>
                    <a:pt x="8" y="52"/>
                  </a:cubicBezTo>
                  <a:cubicBezTo>
                    <a:pt x="225" y="52"/>
                    <a:pt x="225" y="52"/>
                    <a:pt x="225" y="52"/>
                  </a:cubicBezTo>
                  <a:cubicBezTo>
                    <a:pt x="229" y="52"/>
                    <a:pt x="232" y="50"/>
                    <a:pt x="232" y="46"/>
                  </a:cubicBezTo>
                  <a:cubicBezTo>
                    <a:pt x="232" y="8"/>
                    <a:pt x="232" y="8"/>
                    <a:pt x="232" y="8"/>
                  </a:cubicBezTo>
                  <a:cubicBezTo>
                    <a:pt x="232" y="5"/>
                    <a:pt x="229" y="2"/>
                    <a:pt x="225" y="2"/>
                  </a:cubicBezTo>
                  <a:lnTo>
                    <a:pt x="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9" name="Freeform 320"/>
            <p:cNvSpPr>
              <a:spLocks noEditPoints="1"/>
            </p:cNvSpPr>
            <p:nvPr/>
          </p:nvSpPr>
          <p:spPr bwMode="auto">
            <a:xfrm>
              <a:off x="3672" y="3513"/>
              <a:ext cx="137" cy="102"/>
            </a:xfrm>
            <a:custGeom>
              <a:avLst/>
              <a:gdLst>
                <a:gd name="T0" fmla="*/ 137 w 137"/>
                <a:gd name="T1" fmla="*/ 102 h 102"/>
                <a:gd name="T2" fmla="*/ 137 w 137"/>
                <a:gd name="T3" fmla="*/ 0 h 102"/>
                <a:gd name="T4" fmla="*/ 0 w 137"/>
                <a:gd name="T5" fmla="*/ 0 h 102"/>
                <a:gd name="T6" fmla="*/ 0 w 137"/>
                <a:gd name="T7" fmla="*/ 102 h 102"/>
                <a:gd name="T8" fmla="*/ 137 w 137"/>
                <a:gd name="T9" fmla="*/ 102 h 102"/>
                <a:gd name="T10" fmla="*/ 15 w 137"/>
                <a:gd name="T11" fmla="*/ 15 h 102"/>
                <a:gd name="T12" fmla="*/ 122 w 137"/>
                <a:gd name="T13" fmla="*/ 15 h 102"/>
                <a:gd name="T14" fmla="*/ 122 w 137"/>
                <a:gd name="T15" fmla="*/ 87 h 102"/>
                <a:gd name="T16" fmla="*/ 15 w 137"/>
                <a:gd name="T17" fmla="*/ 87 h 102"/>
                <a:gd name="T18" fmla="*/ 15 w 137"/>
                <a:gd name="T19" fmla="*/ 1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7" h="102">
                  <a:moveTo>
                    <a:pt x="137" y="102"/>
                  </a:moveTo>
                  <a:lnTo>
                    <a:pt x="137" y="0"/>
                  </a:lnTo>
                  <a:lnTo>
                    <a:pt x="0" y="0"/>
                  </a:lnTo>
                  <a:lnTo>
                    <a:pt x="0" y="102"/>
                  </a:lnTo>
                  <a:lnTo>
                    <a:pt x="137" y="102"/>
                  </a:lnTo>
                  <a:close/>
                  <a:moveTo>
                    <a:pt x="15" y="15"/>
                  </a:moveTo>
                  <a:lnTo>
                    <a:pt x="122" y="15"/>
                  </a:lnTo>
                  <a:lnTo>
                    <a:pt x="122" y="87"/>
                  </a:lnTo>
                  <a:lnTo>
                    <a:pt x="15" y="87"/>
                  </a:lnTo>
                  <a:lnTo>
                    <a:pt x="15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0" name="Freeform 321"/>
            <p:cNvSpPr>
              <a:spLocks noEditPoints="1"/>
            </p:cNvSpPr>
            <p:nvPr/>
          </p:nvSpPr>
          <p:spPr bwMode="auto">
            <a:xfrm>
              <a:off x="3696" y="3535"/>
              <a:ext cx="86" cy="57"/>
            </a:xfrm>
            <a:custGeom>
              <a:avLst/>
              <a:gdLst>
                <a:gd name="T0" fmla="*/ 29 w 36"/>
                <a:gd name="T1" fmla="*/ 0 h 23"/>
                <a:gd name="T2" fmla="*/ 8 w 36"/>
                <a:gd name="T3" fmla="*/ 0 h 23"/>
                <a:gd name="T4" fmla="*/ 7 w 36"/>
                <a:gd name="T5" fmla="*/ 1 h 23"/>
                <a:gd name="T6" fmla="*/ 0 w 36"/>
                <a:gd name="T7" fmla="*/ 9 h 23"/>
                <a:gd name="T8" fmla="*/ 0 w 36"/>
                <a:gd name="T9" fmla="*/ 20 h 23"/>
                <a:gd name="T10" fmla="*/ 3 w 36"/>
                <a:gd name="T11" fmla="*/ 23 h 23"/>
                <a:gd name="T12" fmla="*/ 33 w 36"/>
                <a:gd name="T13" fmla="*/ 23 h 23"/>
                <a:gd name="T14" fmla="*/ 36 w 36"/>
                <a:gd name="T15" fmla="*/ 20 h 23"/>
                <a:gd name="T16" fmla="*/ 36 w 36"/>
                <a:gd name="T17" fmla="*/ 9 h 23"/>
                <a:gd name="T18" fmla="*/ 31 w 36"/>
                <a:gd name="T19" fmla="*/ 1 h 23"/>
                <a:gd name="T20" fmla="*/ 29 w 36"/>
                <a:gd name="T21" fmla="*/ 0 h 23"/>
                <a:gd name="T22" fmla="*/ 32 w 36"/>
                <a:gd name="T23" fmla="*/ 19 h 23"/>
                <a:gd name="T24" fmla="*/ 4 w 36"/>
                <a:gd name="T25" fmla="*/ 19 h 23"/>
                <a:gd name="T26" fmla="*/ 4 w 36"/>
                <a:gd name="T27" fmla="*/ 10 h 23"/>
                <a:gd name="T28" fmla="*/ 9 w 36"/>
                <a:gd name="T29" fmla="*/ 4 h 23"/>
                <a:gd name="T30" fmla="*/ 28 w 36"/>
                <a:gd name="T31" fmla="*/ 4 h 23"/>
                <a:gd name="T32" fmla="*/ 32 w 36"/>
                <a:gd name="T33" fmla="*/ 10 h 23"/>
                <a:gd name="T34" fmla="*/ 32 w 36"/>
                <a:gd name="T35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23">
                  <a:moveTo>
                    <a:pt x="2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7" y="1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2" y="23"/>
                    <a:pt x="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3"/>
                    <a:pt x="36" y="21"/>
                    <a:pt x="36" y="20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8"/>
                    <a:pt x="31" y="1"/>
                  </a:cubicBezTo>
                  <a:cubicBezTo>
                    <a:pt x="30" y="0"/>
                    <a:pt x="30" y="0"/>
                    <a:pt x="29" y="0"/>
                  </a:cubicBezTo>
                  <a:close/>
                  <a:moveTo>
                    <a:pt x="32" y="19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9"/>
                    <a:pt x="7" y="6"/>
                    <a:pt x="9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30" y="6"/>
                    <a:pt x="32" y="9"/>
                    <a:pt x="32" y="10"/>
                  </a:cubicBezTo>
                  <a:lnTo>
                    <a:pt x="32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1" name="Freeform 322"/>
            <p:cNvSpPr>
              <a:spLocks/>
            </p:cNvSpPr>
            <p:nvPr/>
          </p:nvSpPr>
          <p:spPr bwMode="auto">
            <a:xfrm>
              <a:off x="3737" y="3550"/>
              <a:ext cx="7" cy="13"/>
            </a:xfrm>
            <a:custGeom>
              <a:avLst/>
              <a:gdLst>
                <a:gd name="T0" fmla="*/ 2 w 3"/>
                <a:gd name="T1" fmla="*/ 0 h 5"/>
                <a:gd name="T2" fmla="*/ 1 w 3"/>
                <a:gd name="T3" fmla="*/ 0 h 5"/>
                <a:gd name="T4" fmla="*/ 0 w 3"/>
                <a:gd name="T5" fmla="*/ 2 h 5"/>
                <a:gd name="T6" fmla="*/ 0 w 3"/>
                <a:gd name="T7" fmla="*/ 4 h 5"/>
                <a:gd name="T8" fmla="*/ 1 w 3"/>
                <a:gd name="T9" fmla="*/ 5 h 5"/>
                <a:gd name="T10" fmla="*/ 2 w 3"/>
                <a:gd name="T11" fmla="*/ 5 h 5"/>
                <a:gd name="T12" fmla="*/ 3 w 3"/>
                <a:gd name="T13" fmla="*/ 4 h 5"/>
                <a:gd name="T14" fmla="*/ 3 w 3"/>
                <a:gd name="T15" fmla="*/ 2 h 5"/>
                <a:gd name="T16" fmla="*/ 2 w 3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3" y="5"/>
                    <a:pt x="3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2" name="Freeform 323"/>
            <p:cNvSpPr>
              <a:spLocks/>
            </p:cNvSpPr>
            <p:nvPr/>
          </p:nvSpPr>
          <p:spPr bwMode="auto">
            <a:xfrm>
              <a:off x="3723" y="3563"/>
              <a:ext cx="7" cy="12"/>
            </a:xfrm>
            <a:custGeom>
              <a:avLst/>
              <a:gdLst>
                <a:gd name="T0" fmla="*/ 1 w 3"/>
                <a:gd name="T1" fmla="*/ 0 h 5"/>
                <a:gd name="T2" fmla="*/ 1 w 3"/>
                <a:gd name="T3" fmla="*/ 0 h 5"/>
                <a:gd name="T4" fmla="*/ 0 w 3"/>
                <a:gd name="T5" fmla="*/ 2 h 5"/>
                <a:gd name="T6" fmla="*/ 0 w 3"/>
                <a:gd name="T7" fmla="*/ 4 h 5"/>
                <a:gd name="T8" fmla="*/ 1 w 3"/>
                <a:gd name="T9" fmla="*/ 5 h 5"/>
                <a:gd name="T10" fmla="*/ 1 w 3"/>
                <a:gd name="T11" fmla="*/ 5 h 5"/>
                <a:gd name="T12" fmla="*/ 3 w 3"/>
                <a:gd name="T13" fmla="*/ 4 h 5"/>
                <a:gd name="T14" fmla="*/ 3 w 3"/>
                <a:gd name="T15" fmla="*/ 2 h 5"/>
                <a:gd name="T16" fmla="*/ 1 w 3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3" y="5"/>
                    <a:pt x="3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3" name="Freeform 324"/>
            <p:cNvSpPr>
              <a:spLocks/>
            </p:cNvSpPr>
            <p:nvPr/>
          </p:nvSpPr>
          <p:spPr bwMode="auto">
            <a:xfrm>
              <a:off x="3751" y="3563"/>
              <a:ext cx="8" cy="12"/>
            </a:xfrm>
            <a:custGeom>
              <a:avLst/>
              <a:gdLst>
                <a:gd name="T0" fmla="*/ 2 w 3"/>
                <a:gd name="T1" fmla="*/ 0 h 5"/>
                <a:gd name="T2" fmla="*/ 1 w 3"/>
                <a:gd name="T3" fmla="*/ 0 h 5"/>
                <a:gd name="T4" fmla="*/ 0 w 3"/>
                <a:gd name="T5" fmla="*/ 2 h 5"/>
                <a:gd name="T6" fmla="*/ 0 w 3"/>
                <a:gd name="T7" fmla="*/ 4 h 5"/>
                <a:gd name="T8" fmla="*/ 1 w 3"/>
                <a:gd name="T9" fmla="*/ 5 h 5"/>
                <a:gd name="T10" fmla="*/ 2 w 3"/>
                <a:gd name="T11" fmla="*/ 5 h 5"/>
                <a:gd name="T12" fmla="*/ 3 w 3"/>
                <a:gd name="T13" fmla="*/ 4 h 5"/>
                <a:gd name="T14" fmla="*/ 3 w 3"/>
                <a:gd name="T15" fmla="*/ 2 h 5"/>
                <a:gd name="T16" fmla="*/ 2 w 3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3" y="5"/>
                    <a:pt x="3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4" name="Oval 325"/>
            <p:cNvSpPr>
              <a:spLocks noChangeArrowheads="1"/>
            </p:cNvSpPr>
            <p:nvPr/>
          </p:nvSpPr>
          <p:spPr bwMode="auto">
            <a:xfrm>
              <a:off x="3639" y="3563"/>
              <a:ext cx="17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5" name="Oval 326"/>
            <p:cNvSpPr>
              <a:spLocks noChangeArrowheads="1"/>
            </p:cNvSpPr>
            <p:nvPr/>
          </p:nvSpPr>
          <p:spPr bwMode="auto">
            <a:xfrm>
              <a:off x="3878" y="3563"/>
              <a:ext cx="15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6" name="Freeform 327"/>
            <p:cNvSpPr>
              <a:spLocks noEditPoints="1"/>
            </p:cNvSpPr>
            <p:nvPr/>
          </p:nvSpPr>
          <p:spPr bwMode="auto">
            <a:xfrm>
              <a:off x="3821" y="3568"/>
              <a:ext cx="45" cy="34"/>
            </a:xfrm>
            <a:custGeom>
              <a:avLst/>
              <a:gdLst>
                <a:gd name="T0" fmla="*/ 45 w 45"/>
                <a:gd name="T1" fmla="*/ 34 h 34"/>
                <a:gd name="T2" fmla="*/ 45 w 45"/>
                <a:gd name="T3" fmla="*/ 0 h 34"/>
                <a:gd name="T4" fmla="*/ 0 w 45"/>
                <a:gd name="T5" fmla="*/ 0 h 34"/>
                <a:gd name="T6" fmla="*/ 0 w 45"/>
                <a:gd name="T7" fmla="*/ 34 h 34"/>
                <a:gd name="T8" fmla="*/ 45 w 45"/>
                <a:gd name="T9" fmla="*/ 34 h 34"/>
                <a:gd name="T10" fmla="*/ 5 w 45"/>
                <a:gd name="T11" fmla="*/ 5 h 34"/>
                <a:gd name="T12" fmla="*/ 7 w 45"/>
                <a:gd name="T13" fmla="*/ 5 h 34"/>
                <a:gd name="T14" fmla="*/ 7 w 45"/>
                <a:gd name="T15" fmla="*/ 10 h 34"/>
                <a:gd name="T16" fmla="*/ 12 w 45"/>
                <a:gd name="T17" fmla="*/ 10 h 34"/>
                <a:gd name="T18" fmla="*/ 12 w 45"/>
                <a:gd name="T19" fmla="*/ 5 h 34"/>
                <a:gd name="T20" fmla="*/ 14 w 45"/>
                <a:gd name="T21" fmla="*/ 5 h 34"/>
                <a:gd name="T22" fmla="*/ 14 w 45"/>
                <a:gd name="T23" fmla="*/ 10 h 34"/>
                <a:gd name="T24" fmla="*/ 19 w 45"/>
                <a:gd name="T25" fmla="*/ 10 h 34"/>
                <a:gd name="T26" fmla="*/ 19 w 45"/>
                <a:gd name="T27" fmla="*/ 5 h 34"/>
                <a:gd name="T28" fmla="*/ 24 w 45"/>
                <a:gd name="T29" fmla="*/ 5 h 34"/>
                <a:gd name="T30" fmla="*/ 24 w 45"/>
                <a:gd name="T31" fmla="*/ 10 h 34"/>
                <a:gd name="T32" fmla="*/ 28 w 45"/>
                <a:gd name="T33" fmla="*/ 10 h 34"/>
                <a:gd name="T34" fmla="*/ 28 w 45"/>
                <a:gd name="T35" fmla="*/ 5 h 34"/>
                <a:gd name="T36" fmla="*/ 31 w 45"/>
                <a:gd name="T37" fmla="*/ 5 h 34"/>
                <a:gd name="T38" fmla="*/ 31 w 45"/>
                <a:gd name="T39" fmla="*/ 10 h 34"/>
                <a:gd name="T40" fmla="*/ 36 w 45"/>
                <a:gd name="T41" fmla="*/ 10 h 34"/>
                <a:gd name="T42" fmla="*/ 36 w 45"/>
                <a:gd name="T43" fmla="*/ 5 h 34"/>
                <a:gd name="T44" fmla="*/ 40 w 45"/>
                <a:gd name="T45" fmla="*/ 5 h 34"/>
                <a:gd name="T46" fmla="*/ 40 w 45"/>
                <a:gd name="T47" fmla="*/ 29 h 34"/>
                <a:gd name="T48" fmla="*/ 5 w 45"/>
                <a:gd name="T49" fmla="*/ 29 h 34"/>
                <a:gd name="T50" fmla="*/ 5 w 45"/>
                <a:gd name="T51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5" h="34">
                  <a:moveTo>
                    <a:pt x="45" y="34"/>
                  </a:moveTo>
                  <a:lnTo>
                    <a:pt x="45" y="0"/>
                  </a:lnTo>
                  <a:lnTo>
                    <a:pt x="0" y="0"/>
                  </a:lnTo>
                  <a:lnTo>
                    <a:pt x="0" y="34"/>
                  </a:lnTo>
                  <a:lnTo>
                    <a:pt x="45" y="34"/>
                  </a:lnTo>
                  <a:close/>
                  <a:moveTo>
                    <a:pt x="5" y="5"/>
                  </a:moveTo>
                  <a:lnTo>
                    <a:pt x="7" y="5"/>
                  </a:lnTo>
                  <a:lnTo>
                    <a:pt x="7" y="10"/>
                  </a:lnTo>
                  <a:lnTo>
                    <a:pt x="12" y="10"/>
                  </a:lnTo>
                  <a:lnTo>
                    <a:pt x="12" y="5"/>
                  </a:lnTo>
                  <a:lnTo>
                    <a:pt x="14" y="5"/>
                  </a:lnTo>
                  <a:lnTo>
                    <a:pt x="14" y="10"/>
                  </a:lnTo>
                  <a:lnTo>
                    <a:pt x="19" y="10"/>
                  </a:lnTo>
                  <a:lnTo>
                    <a:pt x="19" y="5"/>
                  </a:lnTo>
                  <a:lnTo>
                    <a:pt x="24" y="5"/>
                  </a:lnTo>
                  <a:lnTo>
                    <a:pt x="24" y="10"/>
                  </a:lnTo>
                  <a:lnTo>
                    <a:pt x="28" y="10"/>
                  </a:lnTo>
                  <a:lnTo>
                    <a:pt x="28" y="5"/>
                  </a:lnTo>
                  <a:lnTo>
                    <a:pt x="31" y="5"/>
                  </a:lnTo>
                  <a:lnTo>
                    <a:pt x="31" y="10"/>
                  </a:lnTo>
                  <a:lnTo>
                    <a:pt x="36" y="10"/>
                  </a:lnTo>
                  <a:lnTo>
                    <a:pt x="36" y="5"/>
                  </a:lnTo>
                  <a:lnTo>
                    <a:pt x="40" y="5"/>
                  </a:lnTo>
                  <a:lnTo>
                    <a:pt x="40" y="29"/>
                  </a:lnTo>
                  <a:lnTo>
                    <a:pt x="5" y="29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7" name="Freeform 328"/>
            <p:cNvSpPr>
              <a:spLocks/>
            </p:cNvSpPr>
            <p:nvPr/>
          </p:nvSpPr>
          <p:spPr bwMode="auto">
            <a:xfrm>
              <a:off x="3909" y="3563"/>
              <a:ext cx="60" cy="44"/>
            </a:xfrm>
            <a:custGeom>
              <a:avLst/>
              <a:gdLst>
                <a:gd name="T0" fmla="*/ 19 w 60"/>
                <a:gd name="T1" fmla="*/ 0 h 44"/>
                <a:gd name="T2" fmla="*/ 19 w 60"/>
                <a:gd name="T3" fmla="*/ 7 h 44"/>
                <a:gd name="T4" fmla="*/ 0 w 60"/>
                <a:gd name="T5" fmla="*/ 7 h 44"/>
                <a:gd name="T6" fmla="*/ 0 w 60"/>
                <a:gd name="T7" fmla="*/ 44 h 44"/>
                <a:gd name="T8" fmla="*/ 60 w 60"/>
                <a:gd name="T9" fmla="*/ 44 h 44"/>
                <a:gd name="T10" fmla="*/ 60 w 60"/>
                <a:gd name="T11" fmla="*/ 7 h 44"/>
                <a:gd name="T12" fmla="*/ 41 w 60"/>
                <a:gd name="T13" fmla="*/ 7 h 44"/>
                <a:gd name="T14" fmla="*/ 41 w 60"/>
                <a:gd name="T15" fmla="*/ 0 h 44"/>
                <a:gd name="T16" fmla="*/ 19 w 60"/>
                <a:gd name="T1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4">
                  <a:moveTo>
                    <a:pt x="19" y="0"/>
                  </a:moveTo>
                  <a:lnTo>
                    <a:pt x="19" y="7"/>
                  </a:lnTo>
                  <a:lnTo>
                    <a:pt x="0" y="7"/>
                  </a:lnTo>
                  <a:lnTo>
                    <a:pt x="0" y="44"/>
                  </a:lnTo>
                  <a:lnTo>
                    <a:pt x="60" y="44"/>
                  </a:lnTo>
                  <a:lnTo>
                    <a:pt x="60" y="7"/>
                  </a:lnTo>
                  <a:lnTo>
                    <a:pt x="41" y="7"/>
                  </a:lnTo>
                  <a:lnTo>
                    <a:pt x="41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8" name="Freeform 329"/>
            <p:cNvSpPr>
              <a:spLocks/>
            </p:cNvSpPr>
            <p:nvPr/>
          </p:nvSpPr>
          <p:spPr bwMode="auto">
            <a:xfrm>
              <a:off x="3995" y="3563"/>
              <a:ext cx="58" cy="44"/>
            </a:xfrm>
            <a:custGeom>
              <a:avLst/>
              <a:gdLst>
                <a:gd name="T0" fmla="*/ 39 w 58"/>
                <a:gd name="T1" fmla="*/ 44 h 44"/>
                <a:gd name="T2" fmla="*/ 39 w 58"/>
                <a:gd name="T3" fmla="*/ 34 h 44"/>
                <a:gd name="T4" fmla="*/ 58 w 58"/>
                <a:gd name="T5" fmla="*/ 34 h 44"/>
                <a:gd name="T6" fmla="*/ 58 w 58"/>
                <a:gd name="T7" fmla="*/ 0 h 44"/>
                <a:gd name="T8" fmla="*/ 0 w 58"/>
                <a:gd name="T9" fmla="*/ 0 h 44"/>
                <a:gd name="T10" fmla="*/ 0 w 58"/>
                <a:gd name="T11" fmla="*/ 34 h 44"/>
                <a:gd name="T12" fmla="*/ 19 w 58"/>
                <a:gd name="T13" fmla="*/ 34 h 44"/>
                <a:gd name="T14" fmla="*/ 19 w 58"/>
                <a:gd name="T15" fmla="*/ 44 h 44"/>
                <a:gd name="T16" fmla="*/ 39 w 58"/>
                <a:gd name="T1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44">
                  <a:moveTo>
                    <a:pt x="39" y="44"/>
                  </a:moveTo>
                  <a:lnTo>
                    <a:pt x="39" y="34"/>
                  </a:lnTo>
                  <a:lnTo>
                    <a:pt x="58" y="34"/>
                  </a:lnTo>
                  <a:lnTo>
                    <a:pt x="58" y="0"/>
                  </a:lnTo>
                  <a:lnTo>
                    <a:pt x="0" y="0"/>
                  </a:lnTo>
                  <a:lnTo>
                    <a:pt x="0" y="34"/>
                  </a:lnTo>
                  <a:lnTo>
                    <a:pt x="19" y="34"/>
                  </a:lnTo>
                  <a:lnTo>
                    <a:pt x="19" y="44"/>
                  </a:lnTo>
                  <a:lnTo>
                    <a:pt x="39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9" name="Freeform 330"/>
            <p:cNvSpPr>
              <a:spLocks/>
            </p:cNvSpPr>
            <p:nvPr/>
          </p:nvSpPr>
          <p:spPr bwMode="auto">
            <a:xfrm>
              <a:off x="4079" y="3563"/>
              <a:ext cx="60" cy="44"/>
            </a:xfrm>
            <a:custGeom>
              <a:avLst/>
              <a:gdLst>
                <a:gd name="T0" fmla="*/ 0 w 60"/>
                <a:gd name="T1" fmla="*/ 34 h 44"/>
                <a:gd name="T2" fmla="*/ 19 w 60"/>
                <a:gd name="T3" fmla="*/ 34 h 44"/>
                <a:gd name="T4" fmla="*/ 19 w 60"/>
                <a:gd name="T5" fmla="*/ 44 h 44"/>
                <a:gd name="T6" fmla="*/ 38 w 60"/>
                <a:gd name="T7" fmla="*/ 44 h 44"/>
                <a:gd name="T8" fmla="*/ 38 w 60"/>
                <a:gd name="T9" fmla="*/ 34 h 44"/>
                <a:gd name="T10" fmla="*/ 60 w 60"/>
                <a:gd name="T11" fmla="*/ 34 h 44"/>
                <a:gd name="T12" fmla="*/ 60 w 60"/>
                <a:gd name="T13" fmla="*/ 0 h 44"/>
                <a:gd name="T14" fmla="*/ 0 w 60"/>
                <a:gd name="T15" fmla="*/ 0 h 44"/>
                <a:gd name="T16" fmla="*/ 0 w 60"/>
                <a:gd name="T17" fmla="*/ 3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4">
                  <a:moveTo>
                    <a:pt x="0" y="34"/>
                  </a:moveTo>
                  <a:lnTo>
                    <a:pt x="19" y="34"/>
                  </a:lnTo>
                  <a:lnTo>
                    <a:pt x="19" y="44"/>
                  </a:lnTo>
                  <a:lnTo>
                    <a:pt x="38" y="44"/>
                  </a:lnTo>
                  <a:lnTo>
                    <a:pt x="38" y="34"/>
                  </a:lnTo>
                  <a:lnTo>
                    <a:pt x="60" y="34"/>
                  </a:lnTo>
                  <a:lnTo>
                    <a:pt x="60" y="0"/>
                  </a:lnTo>
                  <a:lnTo>
                    <a:pt x="0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0" name="Freeform 331"/>
            <p:cNvSpPr>
              <a:spLocks noEditPoints="1"/>
            </p:cNvSpPr>
            <p:nvPr/>
          </p:nvSpPr>
          <p:spPr bwMode="auto">
            <a:xfrm>
              <a:off x="4141" y="3503"/>
              <a:ext cx="24" cy="25"/>
            </a:xfrm>
            <a:custGeom>
              <a:avLst/>
              <a:gdLst>
                <a:gd name="T0" fmla="*/ 10 w 10"/>
                <a:gd name="T1" fmla="*/ 5 h 10"/>
                <a:gd name="T2" fmla="*/ 5 w 10"/>
                <a:gd name="T3" fmla="*/ 0 h 10"/>
                <a:gd name="T4" fmla="*/ 0 w 10"/>
                <a:gd name="T5" fmla="*/ 5 h 10"/>
                <a:gd name="T6" fmla="*/ 5 w 10"/>
                <a:gd name="T7" fmla="*/ 10 h 10"/>
                <a:gd name="T8" fmla="*/ 10 w 10"/>
                <a:gd name="T9" fmla="*/ 5 h 10"/>
                <a:gd name="T10" fmla="*/ 3 w 10"/>
                <a:gd name="T11" fmla="*/ 7 h 10"/>
                <a:gd name="T12" fmla="*/ 4 w 10"/>
                <a:gd name="T13" fmla="*/ 5 h 10"/>
                <a:gd name="T14" fmla="*/ 3 w 10"/>
                <a:gd name="T15" fmla="*/ 3 h 10"/>
                <a:gd name="T16" fmla="*/ 4 w 10"/>
                <a:gd name="T17" fmla="*/ 2 h 10"/>
                <a:gd name="T18" fmla="*/ 5 w 10"/>
                <a:gd name="T19" fmla="*/ 4 h 10"/>
                <a:gd name="T20" fmla="*/ 7 w 10"/>
                <a:gd name="T21" fmla="*/ 2 h 10"/>
                <a:gd name="T22" fmla="*/ 8 w 10"/>
                <a:gd name="T23" fmla="*/ 3 h 10"/>
                <a:gd name="T24" fmla="*/ 6 w 10"/>
                <a:gd name="T25" fmla="*/ 5 h 10"/>
                <a:gd name="T26" fmla="*/ 8 w 10"/>
                <a:gd name="T27" fmla="*/ 7 h 10"/>
                <a:gd name="T28" fmla="*/ 7 w 10"/>
                <a:gd name="T29" fmla="*/ 8 h 10"/>
                <a:gd name="T30" fmla="*/ 5 w 10"/>
                <a:gd name="T31" fmla="*/ 6 h 10"/>
                <a:gd name="T32" fmla="*/ 4 w 10"/>
                <a:gd name="T33" fmla="*/ 8 h 10"/>
                <a:gd name="T34" fmla="*/ 3 w 10"/>
                <a:gd name="T35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2"/>
                    <a:pt x="8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3" y="10"/>
                    <a:pt x="5" y="10"/>
                  </a:cubicBezTo>
                  <a:cubicBezTo>
                    <a:pt x="8" y="10"/>
                    <a:pt x="10" y="8"/>
                    <a:pt x="10" y="5"/>
                  </a:cubicBezTo>
                  <a:close/>
                  <a:moveTo>
                    <a:pt x="3" y="7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4" y="8"/>
                    <a:pt x="4" y="8"/>
                    <a:pt x="4" y="8"/>
                  </a:cubicBezTo>
                  <a:lnTo>
                    <a:pt x="3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12" name="Group 334"/>
          <p:cNvGrpSpPr>
            <a:grpSpLocks noChangeAspect="1"/>
          </p:cNvGrpSpPr>
          <p:nvPr/>
        </p:nvGrpSpPr>
        <p:grpSpPr bwMode="auto">
          <a:xfrm>
            <a:off x="7478497" y="5566135"/>
            <a:ext cx="923925" cy="225425"/>
            <a:chOff x="2589" y="2089"/>
            <a:chExt cx="582" cy="142"/>
          </a:xfrm>
        </p:grpSpPr>
        <p:sp>
          <p:nvSpPr>
            <p:cNvPr id="413" name="AutoShape 333"/>
            <p:cNvSpPr>
              <a:spLocks noChangeAspect="1" noChangeArrowheads="1" noTextEdit="1"/>
            </p:cNvSpPr>
            <p:nvPr/>
          </p:nvSpPr>
          <p:spPr bwMode="auto">
            <a:xfrm>
              <a:off x="2589" y="2089"/>
              <a:ext cx="582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4" name="Rectangle 335"/>
            <p:cNvSpPr>
              <a:spLocks noChangeArrowheads="1"/>
            </p:cNvSpPr>
            <p:nvPr/>
          </p:nvSpPr>
          <p:spPr bwMode="auto">
            <a:xfrm>
              <a:off x="2589" y="2092"/>
              <a:ext cx="26" cy="84"/>
            </a:xfrm>
            <a:prstGeom prst="rect">
              <a:avLst/>
            </a:prstGeom>
            <a:solidFill>
              <a:srgbClr val="E6A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5" name="Rectangle 336"/>
            <p:cNvSpPr>
              <a:spLocks noChangeArrowheads="1"/>
            </p:cNvSpPr>
            <p:nvPr/>
          </p:nvSpPr>
          <p:spPr bwMode="auto">
            <a:xfrm>
              <a:off x="2589" y="2181"/>
              <a:ext cx="26" cy="53"/>
            </a:xfrm>
            <a:prstGeom prst="rect">
              <a:avLst/>
            </a:prstGeom>
            <a:solidFill>
              <a:srgbClr val="E6A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6" name="Rectangle 337"/>
            <p:cNvSpPr>
              <a:spLocks noChangeArrowheads="1"/>
            </p:cNvSpPr>
            <p:nvPr/>
          </p:nvSpPr>
          <p:spPr bwMode="auto">
            <a:xfrm>
              <a:off x="2620" y="2092"/>
              <a:ext cx="522" cy="142"/>
            </a:xfrm>
            <a:prstGeom prst="rect">
              <a:avLst/>
            </a:prstGeom>
            <a:solidFill>
              <a:srgbClr val="E6A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7" name="Rectangle 338"/>
            <p:cNvSpPr>
              <a:spLocks noChangeArrowheads="1"/>
            </p:cNvSpPr>
            <p:nvPr/>
          </p:nvSpPr>
          <p:spPr bwMode="auto">
            <a:xfrm>
              <a:off x="3147" y="2154"/>
              <a:ext cx="26" cy="80"/>
            </a:xfrm>
            <a:prstGeom prst="rect">
              <a:avLst/>
            </a:prstGeom>
            <a:solidFill>
              <a:srgbClr val="E6A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8" name="Rectangle 339"/>
            <p:cNvSpPr>
              <a:spLocks noChangeArrowheads="1"/>
            </p:cNvSpPr>
            <p:nvPr/>
          </p:nvSpPr>
          <p:spPr bwMode="auto">
            <a:xfrm>
              <a:off x="3147" y="2092"/>
              <a:ext cx="26" cy="57"/>
            </a:xfrm>
            <a:prstGeom prst="rect">
              <a:avLst/>
            </a:prstGeom>
            <a:solidFill>
              <a:srgbClr val="E6A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9" name="Freeform 340"/>
            <p:cNvSpPr>
              <a:spLocks noEditPoints="1"/>
            </p:cNvSpPr>
            <p:nvPr/>
          </p:nvSpPr>
          <p:spPr bwMode="auto">
            <a:xfrm>
              <a:off x="2630" y="2102"/>
              <a:ext cx="246" cy="34"/>
            </a:xfrm>
            <a:custGeom>
              <a:avLst/>
              <a:gdLst>
                <a:gd name="T0" fmla="*/ 246 w 246"/>
                <a:gd name="T1" fmla="*/ 0 h 34"/>
                <a:gd name="T2" fmla="*/ 0 w 246"/>
                <a:gd name="T3" fmla="*/ 0 h 34"/>
                <a:gd name="T4" fmla="*/ 0 w 246"/>
                <a:gd name="T5" fmla="*/ 34 h 34"/>
                <a:gd name="T6" fmla="*/ 246 w 246"/>
                <a:gd name="T7" fmla="*/ 34 h 34"/>
                <a:gd name="T8" fmla="*/ 246 w 246"/>
                <a:gd name="T9" fmla="*/ 0 h 34"/>
                <a:gd name="T10" fmla="*/ 242 w 246"/>
                <a:gd name="T11" fmla="*/ 29 h 34"/>
                <a:gd name="T12" fmla="*/ 7 w 246"/>
                <a:gd name="T13" fmla="*/ 29 h 34"/>
                <a:gd name="T14" fmla="*/ 7 w 246"/>
                <a:gd name="T15" fmla="*/ 5 h 34"/>
                <a:gd name="T16" fmla="*/ 242 w 246"/>
                <a:gd name="T17" fmla="*/ 5 h 34"/>
                <a:gd name="T18" fmla="*/ 242 w 246"/>
                <a:gd name="T19" fmla="*/ 2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" h="34">
                  <a:moveTo>
                    <a:pt x="246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246" y="34"/>
                  </a:lnTo>
                  <a:lnTo>
                    <a:pt x="246" y="0"/>
                  </a:lnTo>
                  <a:close/>
                  <a:moveTo>
                    <a:pt x="242" y="29"/>
                  </a:moveTo>
                  <a:lnTo>
                    <a:pt x="7" y="29"/>
                  </a:lnTo>
                  <a:lnTo>
                    <a:pt x="7" y="5"/>
                  </a:lnTo>
                  <a:lnTo>
                    <a:pt x="242" y="5"/>
                  </a:lnTo>
                  <a:lnTo>
                    <a:pt x="242" y="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0" name="Rectangle 341"/>
            <p:cNvSpPr>
              <a:spLocks noChangeArrowheads="1"/>
            </p:cNvSpPr>
            <p:nvPr/>
          </p:nvSpPr>
          <p:spPr bwMode="auto">
            <a:xfrm>
              <a:off x="2651" y="2114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1" name="Rectangle 342"/>
            <p:cNvSpPr>
              <a:spLocks noChangeArrowheads="1"/>
            </p:cNvSpPr>
            <p:nvPr/>
          </p:nvSpPr>
          <p:spPr bwMode="auto">
            <a:xfrm>
              <a:off x="2663" y="2114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2" name="Rectangle 343"/>
            <p:cNvSpPr>
              <a:spLocks noChangeArrowheads="1"/>
            </p:cNvSpPr>
            <p:nvPr/>
          </p:nvSpPr>
          <p:spPr bwMode="auto">
            <a:xfrm>
              <a:off x="2685" y="2114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3" name="Rectangle 344"/>
            <p:cNvSpPr>
              <a:spLocks noChangeArrowheads="1"/>
            </p:cNvSpPr>
            <p:nvPr/>
          </p:nvSpPr>
          <p:spPr bwMode="auto">
            <a:xfrm>
              <a:off x="2711" y="2114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4" name="Rectangle 345"/>
            <p:cNvSpPr>
              <a:spLocks noChangeArrowheads="1"/>
            </p:cNvSpPr>
            <p:nvPr/>
          </p:nvSpPr>
          <p:spPr bwMode="auto">
            <a:xfrm>
              <a:off x="2737" y="2114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5" name="Rectangle 346"/>
            <p:cNvSpPr>
              <a:spLocks noChangeArrowheads="1"/>
            </p:cNvSpPr>
            <p:nvPr/>
          </p:nvSpPr>
          <p:spPr bwMode="auto">
            <a:xfrm>
              <a:off x="2764" y="2114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6" name="Rectangle 347"/>
            <p:cNvSpPr>
              <a:spLocks noChangeArrowheads="1"/>
            </p:cNvSpPr>
            <p:nvPr/>
          </p:nvSpPr>
          <p:spPr bwMode="auto">
            <a:xfrm>
              <a:off x="2790" y="2114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7" name="Rectangle 348"/>
            <p:cNvSpPr>
              <a:spLocks noChangeArrowheads="1"/>
            </p:cNvSpPr>
            <p:nvPr/>
          </p:nvSpPr>
          <p:spPr bwMode="auto">
            <a:xfrm>
              <a:off x="2817" y="2114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8" name="Rectangle 349"/>
            <p:cNvSpPr>
              <a:spLocks noChangeArrowheads="1"/>
            </p:cNvSpPr>
            <p:nvPr/>
          </p:nvSpPr>
          <p:spPr bwMode="auto">
            <a:xfrm>
              <a:off x="2843" y="2114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9" name="Freeform 350"/>
            <p:cNvSpPr>
              <a:spLocks noEditPoints="1"/>
            </p:cNvSpPr>
            <p:nvPr/>
          </p:nvSpPr>
          <p:spPr bwMode="auto">
            <a:xfrm>
              <a:off x="2886" y="2102"/>
              <a:ext cx="244" cy="34"/>
            </a:xfrm>
            <a:custGeom>
              <a:avLst/>
              <a:gdLst>
                <a:gd name="T0" fmla="*/ 244 w 244"/>
                <a:gd name="T1" fmla="*/ 0 h 34"/>
                <a:gd name="T2" fmla="*/ 0 w 244"/>
                <a:gd name="T3" fmla="*/ 0 h 34"/>
                <a:gd name="T4" fmla="*/ 0 w 244"/>
                <a:gd name="T5" fmla="*/ 34 h 34"/>
                <a:gd name="T6" fmla="*/ 244 w 244"/>
                <a:gd name="T7" fmla="*/ 34 h 34"/>
                <a:gd name="T8" fmla="*/ 244 w 244"/>
                <a:gd name="T9" fmla="*/ 0 h 34"/>
                <a:gd name="T10" fmla="*/ 239 w 244"/>
                <a:gd name="T11" fmla="*/ 29 h 34"/>
                <a:gd name="T12" fmla="*/ 5 w 244"/>
                <a:gd name="T13" fmla="*/ 29 h 34"/>
                <a:gd name="T14" fmla="*/ 5 w 244"/>
                <a:gd name="T15" fmla="*/ 5 h 34"/>
                <a:gd name="T16" fmla="*/ 239 w 244"/>
                <a:gd name="T17" fmla="*/ 5 h 34"/>
                <a:gd name="T18" fmla="*/ 239 w 244"/>
                <a:gd name="T19" fmla="*/ 2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" h="34">
                  <a:moveTo>
                    <a:pt x="244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244" y="34"/>
                  </a:lnTo>
                  <a:lnTo>
                    <a:pt x="244" y="0"/>
                  </a:lnTo>
                  <a:close/>
                  <a:moveTo>
                    <a:pt x="239" y="29"/>
                  </a:moveTo>
                  <a:lnTo>
                    <a:pt x="5" y="29"/>
                  </a:lnTo>
                  <a:lnTo>
                    <a:pt x="5" y="5"/>
                  </a:lnTo>
                  <a:lnTo>
                    <a:pt x="239" y="5"/>
                  </a:lnTo>
                  <a:lnTo>
                    <a:pt x="239" y="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" name="Rectangle 351"/>
            <p:cNvSpPr>
              <a:spLocks noChangeArrowheads="1"/>
            </p:cNvSpPr>
            <p:nvPr/>
          </p:nvSpPr>
          <p:spPr bwMode="auto">
            <a:xfrm>
              <a:off x="2908" y="2114"/>
              <a:ext cx="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1" name="Rectangle 352"/>
            <p:cNvSpPr>
              <a:spLocks noChangeArrowheads="1"/>
            </p:cNvSpPr>
            <p:nvPr/>
          </p:nvSpPr>
          <p:spPr bwMode="auto">
            <a:xfrm>
              <a:off x="2917" y="2114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2" name="Rectangle 353"/>
            <p:cNvSpPr>
              <a:spLocks noChangeArrowheads="1"/>
            </p:cNvSpPr>
            <p:nvPr/>
          </p:nvSpPr>
          <p:spPr bwMode="auto">
            <a:xfrm>
              <a:off x="2939" y="2114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3" name="Rectangle 354"/>
            <p:cNvSpPr>
              <a:spLocks noChangeArrowheads="1"/>
            </p:cNvSpPr>
            <p:nvPr/>
          </p:nvSpPr>
          <p:spPr bwMode="auto">
            <a:xfrm>
              <a:off x="2965" y="2114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4" name="Rectangle 355"/>
            <p:cNvSpPr>
              <a:spLocks noChangeArrowheads="1"/>
            </p:cNvSpPr>
            <p:nvPr/>
          </p:nvSpPr>
          <p:spPr bwMode="auto">
            <a:xfrm>
              <a:off x="2994" y="2114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5" name="Rectangle 356"/>
            <p:cNvSpPr>
              <a:spLocks noChangeArrowheads="1"/>
            </p:cNvSpPr>
            <p:nvPr/>
          </p:nvSpPr>
          <p:spPr bwMode="auto">
            <a:xfrm>
              <a:off x="3020" y="2114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6" name="Rectangle 357"/>
            <p:cNvSpPr>
              <a:spLocks noChangeArrowheads="1"/>
            </p:cNvSpPr>
            <p:nvPr/>
          </p:nvSpPr>
          <p:spPr bwMode="auto">
            <a:xfrm>
              <a:off x="3046" y="2114"/>
              <a:ext cx="2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7" name="Rectangle 358"/>
            <p:cNvSpPr>
              <a:spLocks noChangeArrowheads="1"/>
            </p:cNvSpPr>
            <p:nvPr/>
          </p:nvSpPr>
          <p:spPr bwMode="auto">
            <a:xfrm>
              <a:off x="3073" y="2114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8" name="Rectangle 359"/>
            <p:cNvSpPr>
              <a:spLocks noChangeArrowheads="1"/>
            </p:cNvSpPr>
            <p:nvPr/>
          </p:nvSpPr>
          <p:spPr bwMode="auto">
            <a:xfrm>
              <a:off x="3099" y="2114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9" name="Freeform 360"/>
            <p:cNvSpPr>
              <a:spLocks noEditPoints="1"/>
            </p:cNvSpPr>
            <p:nvPr/>
          </p:nvSpPr>
          <p:spPr bwMode="auto">
            <a:xfrm>
              <a:off x="2630" y="2139"/>
              <a:ext cx="246" cy="35"/>
            </a:xfrm>
            <a:custGeom>
              <a:avLst/>
              <a:gdLst>
                <a:gd name="T0" fmla="*/ 246 w 246"/>
                <a:gd name="T1" fmla="*/ 0 h 35"/>
                <a:gd name="T2" fmla="*/ 0 w 246"/>
                <a:gd name="T3" fmla="*/ 0 h 35"/>
                <a:gd name="T4" fmla="*/ 0 w 246"/>
                <a:gd name="T5" fmla="*/ 35 h 35"/>
                <a:gd name="T6" fmla="*/ 246 w 246"/>
                <a:gd name="T7" fmla="*/ 35 h 35"/>
                <a:gd name="T8" fmla="*/ 246 w 246"/>
                <a:gd name="T9" fmla="*/ 0 h 35"/>
                <a:gd name="T10" fmla="*/ 242 w 246"/>
                <a:gd name="T11" fmla="*/ 30 h 35"/>
                <a:gd name="T12" fmla="*/ 7 w 246"/>
                <a:gd name="T13" fmla="*/ 30 h 35"/>
                <a:gd name="T14" fmla="*/ 7 w 246"/>
                <a:gd name="T15" fmla="*/ 7 h 35"/>
                <a:gd name="T16" fmla="*/ 242 w 246"/>
                <a:gd name="T17" fmla="*/ 7 h 35"/>
                <a:gd name="T18" fmla="*/ 242 w 246"/>
                <a:gd name="T1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" h="35">
                  <a:moveTo>
                    <a:pt x="246" y="0"/>
                  </a:moveTo>
                  <a:lnTo>
                    <a:pt x="0" y="0"/>
                  </a:lnTo>
                  <a:lnTo>
                    <a:pt x="0" y="35"/>
                  </a:lnTo>
                  <a:lnTo>
                    <a:pt x="246" y="35"/>
                  </a:lnTo>
                  <a:lnTo>
                    <a:pt x="246" y="0"/>
                  </a:lnTo>
                  <a:close/>
                  <a:moveTo>
                    <a:pt x="242" y="30"/>
                  </a:moveTo>
                  <a:lnTo>
                    <a:pt x="7" y="30"/>
                  </a:lnTo>
                  <a:lnTo>
                    <a:pt x="7" y="7"/>
                  </a:lnTo>
                  <a:lnTo>
                    <a:pt x="242" y="7"/>
                  </a:lnTo>
                  <a:lnTo>
                    <a:pt x="242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0" name="Rectangle 361"/>
            <p:cNvSpPr>
              <a:spLocks noChangeArrowheads="1"/>
            </p:cNvSpPr>
            <p:nvPr/>
          </p:nvSpPr>
          <p:spPr bwMode="auto">
            <a:xfrm>
              <a:off x="2651" y="2151"/>
              <a:ext cx="10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1" name="Rectangle 362"/>
            <p:cNvSpPr>
              <a:spLocks noChangeArrowheads="1"/>
            </p:cNvSpPr>
            <p:nvPr/>
          </p:nvSpPr>
          <p:spPr bwMode="auto">
            <a:xfrm>
              <a:off x="2663" y="2151"/>
              <a:ext cx="10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2" name="Rectangle 363"/>
            <p:cNvSpPr>
              <a:spLocks noChangeArrowheads="1"/>
            </p:cNvSpPr>
            <p:nvPr/>
          </p:nvSpPr>
          <p:spPr bwMode="auto">
            <a:xfrm>
              <a:off x="2685" y="2151"/>
              <a:ext cx="21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3" name="Rectangle 364"/>
            <p:cNvSpPr>
              <a:spLocks noChangeArrowheads="1"/>
            </p:cNvSpPr>
            <p:nvPr/>
          </p:nvSpPr>
          <p:spPr bwMode="auto">
            <a:xfrm>
              <a:off x="2711" y="2151"/>
              <a:ext cx="22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4" name="Rectangle 365"/>
            <p:cNvSpPr>
              <a:spLocks noChangeArrowheads="1"/>
            </p:cNvSpPr>
            <p:nvPr/>
          </p:nvSpPr>
          <p:spPr bwMode="auto">
            <a:xfrm>
              <a:off x="2737" y="2151"/>
              <a:ext cx="22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5" name="Rectangle 366"/>
            <p:cNvSpPr>
              <a:spLocks noChangeArrowheads="1"/>
            </p:cNvSpPr>
            <p:nvPr/>
          </p:nvSpPr>
          <p:spPr bwMode="auto">
            <a:xfrm>
              <a:off x="2764" y="2151"/>
              <a:ext cx="21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6" name="Rectangle 367"/>
            <p:cNvSpPr>
              <a:spLocks noChangeArrowheads="1"/>
            </p:cNvSpPr>
            <p:nvPr/>
          </p:nvSpPr>
          <p:spPr bwMode="auto">
            <a:xfrm>
              <a:off x="2790" y="2151"/>
              <a:ext cx="22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7" name="Rectangle 368"/>
            <p:cNvSpPr>
              <a:spLocks noChangeArrowheads="1"/>
            </p:cNvSpPr>
            <p:nvPr/>
          </p:nvSpPr>
          <p:spPr bwMode="auto">
            <a:xfrm>
              <a:off x="2817" y="2151"/>
              <a:ext cx="21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8" name="Rectangle 369"/>
            <p:cNvSpPr>
              <a:spLocks noChangeArrowheads="1"/>
            </p:cNvSpPr>
            <p:nvPr/>
          </p:nvSpPr>
          <p:spPr bwMode="auto">
            <a:xfrm>
              <a:off x="2843" y="2151"/>
              <a:ext cx="21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9" name="Freeform 370"/>
            <p:cNvSpPr>
              <a:spLocks noEditPoints="1"/>
            </p:cNvSpPr>
            <p:nvPr/>
          </p:nvSpPr>
          <p:spPr bwMode="auto">
            <a:xfrm>
              <a:off x="2886" y="2139"/>
              <a:ext cx="244" cy="35"/>
            </a:xfrm>
            <a:custGeom>
              <a:avLst/>
              <a:gdLst>
                <a:gd name="T0" fmla="*/ 0 w 244"/>
                <a:gd name="T1" fmla="*/ 35 h 35"/>
                <a:gd name="T2" fmla="*/ 244 w 244"/>
                <a:gd name="T3" fmla="*/ 35 h 35"/>
                <a:gd name="T4" fmla="*/ 244 w 244"/>
                <a:gd name="T5" fmla="*/ 0 h 35"/>
                <a:gd name="T6" fmla="*/ 0 w 244"/>
                <a:gd name="T7" fmla="*/ 0 h 35"/>
                <a:gd name="T8" fmla="*/ 0 w 244"/>
                <a:gd name="T9" fmla="*/ 35 h 35"/>
                <a:gd name="T10" fmla="*/ 5 w 244"/>
                <a:gd name="T11" fmla="*/ 7 h 35"/>
                <a:gd name="T12" fmla="*/ 239 w 244"/>
                <a:gd name="T13" fmla="*/ 7 h 35"/>
                <a:gd name="T14" fmla="*/ 239 w 244"/>
                <a:gd name="T15" fmla="*/ 30 h 35"/>
                <a:gd name="T16" fmla="*/ 5 w 244"/>
                <a:gd name="T17" fmla="*/ 30 h 35"/>
                <a:gd name="T18" fmla="*/ 5 w 244"/>
                <a:gd name="T19" fmla="*/ 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" h="35">
                  <a:moveTo>
                    <a:pt x="0" y="35"/>
                  </a:moveTo>
                  <a:lnTo>
                    <a:pt x="244" y="35"/>
                  </a:lnTo>
                  <a:lnTo>
                    <a:pt x="244" y="0"/>
                  </a:lnTo>
                  <a:lnTo>
                    <a:pt x="0" y="0"/>
                  </a:lnTo>
                  <a:lnTo>
                    <a:pt x="0" y="35"/>
                  </a:lnTo>
                  <a:close/>
                  <a:moveTo>
                    <a:pt x="5" y="7"/>
                  </a:moveTo>
                  <a:lnTo>
                    <a:pt x="239" y="7"/>
                  </a:lnTo>
                  <a:lnTo>
                    <a:pt x="239" y="30"/>
                  </a:lnTo>
                  <a:lnTo>
                    <a:pt x="5" y="30"/>
                  </a:lnTo>
                  <a:lnTo>
                    <a:pt x="5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0" name="Rectangle 371"/>
            <p:cNvSpPr>
              <a:spLocks noChangeArrowheads="1"/>
            </p:cNvSpPr>
            <p:nvPr/>
          </p:nvSpPr>
          <p:spPr bwMode="auto">
            <a:xfrm>
              <a:off x="2908" y="2151"/>
              <a:ext cx="9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1" name="Rectangle 372"/>
            <p:cNvSpPr>
              <a:spLocks noChangeArrowheads="1"/>
            </p:cNvSpPr>
            <p:nvPr/>
          </p:nvSpPr>
          <p:spPr bwMode="auto">
            <a:xfrm>
              <a:off x="2917" y="2151"/>
              <a:ext cx="10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2" name="Rectangle 373"/>
            <p:cNvSpPr>
              <a:spLocks noChangeArrowheads="1"/>
            </p:cNvSpPr>
            <p:nvPr/>
          </p:nvSpPr>
          <p:spPr bwMode="auto">
            <a:xfrm>
              <a:off x="2939" y="2151"/>
              <a:ext cx="21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3" name="Rectangle 374"/>
            <p:cNvSpPr>
              <a:spLocks noChangeArrowheads="1"/>
            </p:cNvSpPr>
            <p:nvPr/>
          </p:nvSpPr>
          <p:spPr bwMode="auto">
            <a:xfrm>
              <a:off x="2965" y="2151"/>
              <a:ext cx="22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4" name="Rectangle 375"/>
            <p:cNvSpPr>
              <a:spLocks noChangeArrowheads="1"/>
            </p:cNvSpPr>
            <p:nvPr/>
          </p:nvSpPr>
          <p:spPr bwMode="auto">
            <a:xfrm>
              <a:off x="2994" y="2151"/>
              <a:ext cx="19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5" name="Rectangle 376"/>
            <p:cNvSpPr>
              <a:spLocks noChangeArrowheads="1"/>
            </p:cNvSpPr>
            <p:nvPr/>
          </p:nvSpPr>
          <p:spPr bwMode="auto">
            <a:xfrm>
              <a:off x="3020" y="2151"/>
              <a:ext cx="19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6" name="Rectangle 377"/>
            <p:cNvSpPr>
              <a:spLocks noChangeArrowheads="1"/>
            </p:cNvSpPr>
            <p:nvPr/>
          </p:nvSpPr>
          <p:spPr bwMode="auto">
            <a:xfrm>
              <a:off x="3046" y="2151"/>
              <a:ext cx="20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7" name="Rectangle 378"/>
            <p:cNvSpPr>
              <a:spLocks noChangeArrowheads="1"/>
            </p:cNvSpPr>
            <p:nvPr/>
          </p:nvSpPr>
          <p:spPr bwMode="auto">
            <a:xfrm>
              <a:off x="3073" y="2151"/>
              <a:ext cx="19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8" name="Rectangle 379"/>
            <p:cNvSpPr>
              <a:spLocks noChangeArrowheads="1"/>
            </p:cNvSpPr>
            <p:nvPr/>
          </p:nvSpPr>
          <p:spPr bwMode="auto">
            <a:xfrm>
              <a:off x="3099" y="2151"/>
              <a:ext cx="22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9" name="Freeform 380"/>
            <p:cNvSpPr>
              <a:spLocks noEditPoints="1"/>
            </p:cNvSpPr>
            <p:nvPr/>
          </p:nvSpPr>
          <p:spPr bwMode="auto">
            <a:xfrm>
              <a:off x="2630" y="2179"/>
              <a:ext cx="246" cy="35"/>
            </a:xfrm>
            <a:custGeom>
              <a:avLst/>
              <a:gdLst>
                <a:gd name="T0" fmla="*/ 0 w 246"/>
                <a:gd name="T1" fmla="*/ 35 h 35"/>
                <a:gd name="T2" fmla="*/ 246 w 246"/>
                <a:gd name="T3" fmla="*/ 35 h 35"/>
                <a:gd name="T4" fmla="*/ 246 w 246"/>
                <a:gd name="T5" fmla="*/ 0 h 35"/>
                <a:gd name="T6" fmla="*/ 0 w 246"/>
                <a:gd name="T7" fmla="*/ 0 h 35"/>
                <a:gd name="T8" fmla="*/ 0 w 246"/>
                <a:gd name="T9" fmla="*/ 35 h 35"/>
                <a:gd name="T10" fmla="*/ 7 w 246"/>
                <a:gd name="T11" fmla="*/ 5 h 35"/>
                <a:gd name="T12" fmla="*/ 242 w 246"/>
                <a:gd name="T13" fmla="*/ 5 h 35"/>
                <a:gd name="T14" fmla="*/ 242 w 246"/>
                <a:gd name="T15" fmla="*/ 27 h 35"/>
                <a:gd name="T16" fmla="*/ 7 w 246"/>
                <a:gd name="T17" fmla="*/ 27 h 35"/>
                <a:gd name="T18" fmla="*/ 7 w 246"/>
                <a:gd name="T19" fmla="*/ 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" h="35">
                  <a:moveTo>
                    <a:pt x="0" y="35"/>
                  </a:moveTo>
                  <a:lnTo>
                    <a:pt x="246" y="35"/>
                  </a:lnTo>
                  <a:lnTo>
                    <a:pt x="246" y="0"/>
                  </a:lnTo>
                  <a:lnTo>
                    <a:pt x="0" y="0"/>
                  </a:lnTo>
                  <a:lnTo>
                    <a:pt x="0" y="35"/>
                  </a:lnTo>
                  <a:close/>
                  <a:moveTo>
                    <a:pt x="7" y="5"/>
                  </a:moveTo>
                  <a:lnTo>
                    <a:pt x="242" y="5"/>
                  </a:lnTo>
                  <a:lnTo>
                    <a:pt x="242" y="27"/>
                  </a:lnTo>
                  <a:lnTo>
                    <a:pt x="7" y="27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0" name="Rectangle 381"/>
            <p:cNvSpPr>
              <a:spLocks noChangeArrowheads="1"/>
            </p:cNvSpPr>
            <p:nvPr/>
          </p:nvSpPr>
          <p:spPr bwMode="auto">
            <a:xfrm>
              <a:off x="2651" y="2191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1" name="Rectangle 382"/>
            <p:cNvSpPr>
              <a:spLocks noChangeArrowheads="1"/>
            </p:cNvSpPr>
            <p:nvPr/>
          </p:nvSpPr>
          <p:spPr bwMode="auto">
            <a:xfrm>
              <a:off x="2663" y="2191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2" name="Rectangle 383"/>
            <p:cNvSpPr>
              <a:spLocks noChangeArrowheads="1"/>
            </p:cNvSpPr>
            <p:nvPr/>
          </p:nvSpPr>
          <p:spPr bwMode="auto">
            <a:xfrm>
              <a:off x="2685" y="2191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3" name="Rectangle 384"/>
            <p:cNvSpPr>
              <a:spLocks noChangeArrowheads="1"/>
            </p:cNvSpPr>
            <p:nvPr/>
          </p:nvSpPr>
          <p:spPr bwMode="auto">
            <a:xfrm>
              <a:off x="2711" y="2191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4" name="Rectangle 385"/>
            <p:cNvSpPr>
              <a:spLocks noChangeArrowheads="1"/>
            </p:cNvSpPr>
            <p:nvPr/>
          </p:nvSpPr>
          <p:spPr bwMode="auto">
            <a:xfrm>
              <a:off x="2737" y="2191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5" name="Rectangle 386"/>
            <p:cNvSpPr>
              <a:spLocks noChangeArrowheads="1"/>
            </p:cNvSpPr>
            <p:nvPr/>
          </p:nvSpPr>
          <p:spPr bwMode="auto">
            <a:xfrm>
              <a:off x="2764" y="2191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6" name="Rectangle 387"/>
            <p:cNvSpPr>
              <a:spLocks noChangeArrowheads="1"/>
            </p:cNvSpPr>
            <p:nvPr/>
          </p:nvSpPr>
          <p:spPr bwMode="auto">
            <a:xfrm>
              <a:off x="2790" y="2191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7" name="Rectangle 388"/>
            <p:cNvSpPr>
              <a:spLocks noChangeArrowheads="1"/>
            </p:cNvSpPr>
            <p:nvPr/>
          </p:nvSpPr>
          <p:spPr bwMode="auto">
            <a:xfrm>
              <a:off x="2817" y="2191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8" name="Rectangle 389"/>
            <p:cNvSpPr>
              <a:spLocks noChangeArrowheads="1"/>
            </p:cNvSpPr>
            <p:nvPr/>
          </p:nvSpPr>
          <p:spPr bwMode="auto">
            <a:xfrm>
              <a:off x="2843" y="2191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9" name="Freeform 390"/>
            <p:cNvSpPr>
              <a:spLocks noEditPoints="1"/>
            </p:cNvSpPr>
            <p:nvPr/>
          </p:nvSpPr>
          <p:spPr bwMode="auto">
            <a:xfrm>
              <a:off x="2886" y="2179"/>
              <a:ext cx="244" cy="35"/>
            </a:xfrm>
            <a:custGeom>
              <a:avLst/>
              <a:gdLst>
                <a:gd name="T0" fmla="*/ 0 w 244"/>
                <a:gd name="T1" fmla="*/ 35 h 35"/>
                <a:gd name="T2" fmla="*/ 244 w 244"/>
                <a:gd name="T3" fmla="*/ 35 h 35"/>
                <a:gd name="T4" fmla="*/ 244 w 244"/>
                <a:gd name="T5" fmla="*/ 0 h 35"/>
                <a:gd name="T6" fmla="*/ 0 w 244"/>
                <a:gd name="T7" fmla="*/ 0 h 35"/>
                <a:gd name="T8" fmla="*/ 0 w 244"/>
                <a:gd name="T9" fmla="*/ 35 h 35"/>
                <a:gd name="T10" fmla="*/ 5 w 244"/>
                <a:gd name="T11" fmla="*/ 5 h 35"/>
                <a:gd name="T12" fmla="*/ 239 w 244"/>
                <a:gd name="T13" fmla="*/ 5 h 35"/>
                <a:gd name="T14" fmla="*/ 239 w 244"/>
                <a:gd name="T15" fmla="*/ 27 h 35"/>
                <a:gd name="T16" fmla="*/ 5 w 244"/>
                <a:gd name="T17" fmla="*/ 27 h 35"/>
                <a:gd name="T18" fmla="*/ 5 w 244"/>
                <a:gd name="T19" fmla="*/ 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" h="35">
                  <a:moveTo>
                    <a:pt x="0" y="35"/>
                  </a:moveTo>
                  <a:lnTo>
                    <a:pt x="244" y="35"/>
                  </a:lnTo>
                  <a:lnTo>
                    <a:pt x="244" y="0"/>
                  </a:lnTo>
                  <a:lnTo>
                    <a:pt x="0" y="0"/>
                  </a:lnTo>
                  <a:lnTo>
                    <a:pt x="0" y="35"/>
                  </a:lnTo>
                  <a:close/>
                  <a:moveTo>
                    <a:pt x="5" y="5"/>
                  </a:moveTo>
                  <a:lnTo>
                    <a:pt x="239" y="5"/>
                  </a:lnTo>
                  <a:lnTo>
                    <a:pt x="239" y="27"/>
                  </a:lnTo>
                  <a:lnTo>
                    <a:pt x="5" y="27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0" name="Rectangle 391"/>
            <p:cNvSpPr>
              <a:spLocks noChangeArrowheads="1"/>
            </p:cNvSpPr>
            <p:nvPr/>
          </p:nvSpPr>
          <p:spPr bwMode="auto">
            <a:xfrm>
              <a:off x="2908" y="2191"/>
              <a:ext cx="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1" name="Rectangle 392"/>
            <p:cNvSpPr>
              <a:spLocks noChangeArrowheads="1"/>
            </p:cNvSpPr>
            <p:nvPr/>
          </p:nvSpPr>
          <p:spPr bwMode="auto">
            <a:xfrm>
              <a:off x="2917" y="2191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2" name="Rectangle 393"/>
            <p:cNvSpPr>
              <a:spLocks noChangeArrowheads="1"/>
            </p:cNvSpPr>
            <p:nvPr/>
          </p:nvSpPr>
          <p:spPr bwMode="auto">
            <a:xfrm>
              <a:off x="2939" y="2191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3" name="Rectangle 394"/>
            <p:cNvSpPr>
              <a:spLocks noChangeArrowheads="1"/>
            </p:cNvSpPr>
            <p:nvPr/>
          </p:nvSpPr>
          <p:spPr bwMode="auto">
            <a:xfrm>
              <a:off x="2965" y="2191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4" name="Rectangle 395"/>
            <p:cNvSpPr>
              <a:spLocks noChangeArrowheads="1"/>
            </p:cNvSpPr>
            <p:nvPr/>
          </p:nvSpPr>
          <p:spPr bwMode="auto">
            <a:xfrm>
              <a:off x="2994" y="2191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5" name="Rectangle 396"/>
            <p:cNvSpPr>
              <a:spLocks noChangeArrowheads="1"/>
            </p:cNvSpPr>
            <p:nvPr/>
          </p:nvSpPr>
          <p:spPr bwMode="auto">
            <a:xfrm>
              <a:off x="3020" y="2191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6" name="Rectangle 397"/>
            <p:cNvSpPr>
              <a:spLocks noChangeArrowheads="1"/>
            </p:cNvSpPr>
            <p:nvPr/>
          </p:nvSpPr>
          <p:spPr bwMode="auto">
            <a:xfrm>
              <a:off x="3046" y="2191"/>
              <a:ext cx="2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7" name="Rectangle 398"/>
            <p:cNvSpPr>
              <a:spLocks noChangeArrowheads="1"/>
            </p:cNvSpPr>
            <p:nvPr/>
          </p:nvSpPr>
          <p:spPr bwMode="auto">
            <a:xfrm>
              <a:off x="3073" y="2191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8" name="Rectangle 399"/>
            <p:cNvSpPr>
              <a:spLocks noChangeArrowheads="1"/>
            </p:cNvSpPr>
            <p:nvPr/>
          </p:nvSpPr>
          <p:spPr bwMode="auto">
            <a:xfrm>
              <a:off x="3099" y="2191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9" name="Freeform 400"/>
            <p:cNvSpPr>
              <a:spLocks/>
            </p:cNvSpPr>
            <p:nvPr/>
          </p:nvSpPr>
          <p:spPr bwMode="auto">
            <a:xfrm>
              <a:off x="2594" y="2216"/>
              <a:ext cx="2" cy="3"/>
            </a:xfrm>
            <a:custGeom>
              <a:avLst/>
              <a:gdLst>
                <a:gd name="T0" fmla="*/ 2 w 2"/>
                <a:gd name="T1" fmla="*/ 3 h 3"/>
                <a:gd name="T2" fmla="*/ 2 w 2"/>
                <a:gd name="T3" fmla="*/ 3 h 3"/>
                <a:gd name="T4" fmla="*/ 2 w 2"/>
                <a:gd name="T5" fmla="*/ 0 h 3"/>
                <a:gd name="T6" fmla="*/ 0 w 2"/>
                <a:gd name="T7" fmla="*/ 0 h 3"/>
                <a:gd name="T8" fmla="*/ 0 w 2"/>
                <a:gd name="T9" fmla="*/ 3 h 3"/>
                <a:gd name="T10" fmla="*/ 2 w 2"/>
                <a:gd name="T11" fmla="*/ 3 h 3"/>
                <a:gd name="T12" fmla="*/ 2 w 2"/>
                <a:gd name="T13" fmla="*/ 3 h 3"/>
                <a:gd name="T14" fmla="*/ 2 w 2"/>
                <a:gd name="T15" fmla="*/ 3 h 3"/>
                <a:gd name="T16" fmla="*/ 2 w 2"/>
                <a:gd name="T17" fmla="*/ 3 h 3"/>
                <a:gd name="T18" fmla="*/ 2 w 2"/>
                <a:gd name="T19" fmla="*/ 3 h 3"/>
                <a:gd name="T20" fmla="*/ 2 w 2"/>
                <a:gd name="T21" fmla="*/ 0 h 3"/>
                <a:gd name="T22" fmla="*/ 2 w 2"/>
                <a:gd name="T23" fmla="*/ 0 h 3"/>
                <a:gd name="T24" fmla="*/ 2 w 2"/>
                <a:gd name="T2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0" name="Freeform 401"/>
            <p:cNvSpPr>
              <a:spLocks/>
            </p:cNvSpPr>
            <p:nvPr/>
          </p:nvSpPr>
          <p:spPr bwMode="auto">
            <a:xfrm>
              <a:off x="2599" y="2216"/>
              <a:ext cx="2" cy="3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1 w 1"/>
                <a:gd name="T17" fmla="*/ 1 h 1"/>
                <a:gd name="T18" fmla="*/ 1 w 1"/>
                <a:gd name="T19" fmla="*/ 1 h 1"/>
                <a:gd name="T20" fmla="*/ 1 w 1"/>
                <a:gd name="T21" fmla="*/ 0 h 1"/>
                <a:gd name="T22" fmla="*/ 0 w 1"/>
                <a:gd name="T23" fmla="*/ 0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1" name="Freeform 402"/>
            <p:cNvSpPr>
              <a:spLocks noEditPoints="1"/>
            </p:cNvSpPr>
            <p:nvPr/>
          </p:nvSpPr>
          <p:spPr bwMode="auto">
            <a:xfrm>
              <a:off x="2601" y="2216"/>
              <a:ext cx="2" cy="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0 w 2"/>
                <a:gd name="T5" fmla="*/ 3 h 3"/>
                <a:gd name="T6" fmla="*/ 0 w 2"/>
                <a:gd name="T7" fmla="*/ 3 h 3"/>
                <a:gd name="T8" fmla="*/ 2 w 2"/>
                <a:gd name="T9" fmla="*/ 3 h 3"/>
                <a:gd name="T10" fmla="*/ 2 w 2"/>
                <a:gd name="T11" fmla="*/ 3 h 3"/>
                <a:gd name="T12" fmla="*/ 2 w 2"/>
                <a:gd name="T13" fmla="*/ 3 h 3"/>
                <a:gd name="T14" fmla="*/ 0 w 2"/>
                <a:gd name="T15" fmla="*/ 0 h 3"/>
                <a:gd name="T16" fmla="*/ 0 w 2"/>
                <a:gd name="T17" fmla="*/ 0 h 3"/>
                <a:gd name="T18" fmla="*/ 0 w 2"/>
                <a:gd name="T19" fmla="*/ 3 h 3"/>
                <a:gd name="T20" fmla="*/ 0 w 2"/>
                <a:gd name="T21" fmla="*/ 0 h 3"/>
                <a:gd name="T22" fmla="*/ 0 w 2"/>
                <a:gd name="T23" fmla="*/ 3 h 3"/>
                <a:gd name="T24" fmla="*/ 0 w 2"/>
                <a:gd name="T2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3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2" name="Freeform 403"/>
            <p:cNvSpPr>
              <a:spLocks/>
            </p:cNvSpPr>
            <p:nvPr/>
          </p:nvSpPr>
          <p:spPr bwMode="auto">
            <a:xfrm>
              <a:off x="2603" y="2216"/>
              <a:ext cx="5" cy="3"/>
            </a:xfrm>
            <a:custGeom>
              <a:avLst/>
              <a:gdLst>
                <a:gd name="T0" fmla="*/ 3 w 5"/>
                <a:gd name="T1" fmla="*/ 3 h 3"/>
                <a:gd name="T2" fmla="*/ 3 w 5"/>
                <a:gd name="T3" fmla="*/ 0 h 3"/>
                <a:gd name="T4" fmla="*/ 3 w 5"/>
                <a:gd name="T5" fmla="*/ 0 h 3"/>
                <a:gd name="T6" fmla="*/ 0 w 5"/>
                <a:gd name="T7" fmla="*/ 3 h 3"/>
                <a:gd name="T8" fmla="*/ 0 w 5"/>
                <a:gd name="T9" fmla="*/ 0 h 3"/>
                <a:gd name="T10" fmla="*/ 0 w 5"/>
                <a:gd name="T11" fmla="*/ 0 h 3"/>
                <a:gd name="T12" fmla="*/ 0 w 5"/>
                <a:gd name="T13" fmla="*/ 3 h 3"/>
                <a:gd name="T14" fmla="*/ 0 w 5"/>
                <a:gd name="T15" fmla="*/ 3 h 3"/>
                <a:gd name="T16" fmla="*/ 3 w 5"/>
                <a:gd name="T17" fmla="*/ 0 h 3"/>
                <a:gd name="T18" fmla="*/ 3 w 5"/>
                <a:gd name="T19" fmla="*/ 3 h 3"/>
                <a:gd name="T20" fmla="*/ 3 w 5"/>
                <a:gd name="T21" fmla="*/ 3 h 3"/>
                <a:gd name="T22" fmla="*/ 5 w 5"/>
                <a:gd name="T23" fmla="*/ 0 h 3"/>
                <a:gd name="T24" fmla="*/ 3 w 5"/>
                <a:gd name="T25" fmla="*/ 0 h 3"/>
                <a:gd name="T26" fmla="*/ 3 w 5"/>
                <a:gd name="T2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3" name="Freeform 404"/>
            <p:cNvSpPr>
              <a:spLocks/>
            </p:cNvSpPr>
            <p:nvPr/>
          </p:nvSpPr>
          <p:spPr bwMode="auto">
            <a:xfrm>
              <a:off x="2608" y="2216"/>
              <a:ext cx="3" cy="3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1 w 1"/>
                <a:gd name="T15" fmla="*/ 1 h 1"/>
                <a:gd name="T16" fmla="*/ 1 w 1"/>
                <a:gd name="T17" fmla="*/ 1 h 1"/>
                <a:gd name="T18" fmla="*/ 0 w 1"/>
                <a:gd name="T19" fmla="*/ 1 h 1"/>
                <a:gd name="T20" fmla="*/ 0 w 1"/>
                <a:gd name="T21" fmla="*/ 0 h 1"/>
                <a:gd name="T22" fmla="*/ 1 w 1"/>
                <a:gd name="T23" fmla="*/ 0 h 1"/>
                <a:gd name="T24" fmla="*/ 1 w 1"/>
                <a:gd name="T25" fmla="*/ 0 h 1"/>
                <a:gd name="T26" fmla="*/ 0 w 1"/>
                <a:gd name="T27" fmla="*/ 0 h 1"/>
                <a:gd name="T28" fmla="*/ 0 w 1"/>
                <a:gd name="T2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4" name="Rectangle 405"/>
            <p:cNvSpPr>
              <a:spLocks noChangeArrowheads="1"/>
            </p:cNvSpPr>
            <p:nvPr/>
          </p:nvSpPr>
          <p:spPr bwMode="auto">
            <a:xfrm>
              <a:off x="2611" y="2216"/>
              <a:ext cx="1" cy="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5" name="Freeform 406"/>
            <p:cNvSpPr>
              <a:spLocks/>
            </p:cNvSpPr>
            <p:nvPr/>
          </p:nvSpPr>
          <p:spPr bwMode="auto">
            <a:xfrm>
              <a:off x="2594" y="2201"/>
              <a:ext cx="7" cy="10"/>
            </a:xfrm>
            <a:custGeom>
              <a:avLst/>
              <a:gdLst>
                <a:gd name="T0" fmla="*/ 1 w 3"/>
                <a:gd name="T1" fmla="*/ 2 h 4"/>
                <a:gd name="T2" fmla="*/ 3 w 3"/>
                <a:gd name="T3" fmla="*/ 4 h 4"/>
                <a:gd name="T4" fmla="*/ 3 w 3"/>
                <a:gd name="T5" fmla="*/ 4 h 4"/>
                <a:gd name="T6" fmla="*/ 3 w 3"/>
                <a:gd name="T7" fmla="*/ 4 h 4"/>
                <a:gd name="T8" fmla="*/ 3 w 3"/>
                <a:gd name="T9" fmla="*/ 4 h 4"/>
                <a:gd name="T10" fmla="*/ 1 w 3"/>
                <a:gd name="T11" fmla="*/ 0 h 4"/>
                <a:gd name="T12" fmla="*/ 0 w 3"/>
                <a:gd name="T13" fmla="*/ 1 h 4"/>
                <a:gd name="T14" fmla="*/ 1 w 3"/>
                <a:gd name="T1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4">
                  <a:moveTo>
                    <a:pt x="1" y="2"/>
                  </a:moveTo>
                  <a:cubicBezTo>
                    <a:pt x="1" y="3"/>
                    <a:pt x="3" y="3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2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6" name="Freeform 407"/>
            <p:cNvSpPr>
              <a:spLocks/>
            </p:cNvSpPr>
            <p:nvPr/>
          </p:nvSpPr>
          <p:spPr bwMode="auto">
            <a:xfrm>
              <a:off x="2596" y="2211"/>
              <a:ext cx="5" cy="3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7" name="Freeform 408"/>
            <p:cNvSpPr>
              <a:spLocks/>
            </p:cNvSpPr>
            <p:nvPr/>
          </p:nvSpPr>
          <p:spPr bwMode="auto">
            <a:xfrm>
              <a:off x="2594" y="2206"/>
              <a:ext cx="7" cy="5"/>
            </a:xfrm>
            <a:custGeom>
              <a:avLst/>
              <a:gdLst>
                <a:gd name="T0" fmla="*/ 1 w 3"/>
                <a:gd name="T1" fmla="*/ 2 h 2"/>
                <a:gd name="T2" fmla="*/ 1 w 3"/>
                <a:gd name="T3" fmla="*/ 2 h 2"/>
                <a:gd name="T4" fmla="*/ 3 w 3"/>
                <a:gd name="T5" fmla="*/ 2 h 2"/>
                <a:gd name="T6" fmla="*/ 3 w 3"/>
                <a:gd name="T7" fmla="*/ 2 h 2"/>
                <a:gd name="T8" fmla="*/ 3 w 3"/>
                <a:gd name="T9" fmla="*/ 2 h 2"/>
                <a:gd name="T10" fmla="*/ 0 w 3"/>
                <a:gd name="T11" fmla="*/ 0 h 2"/>
                <a:gd name="T12" fmla="*/ 0 w 3"/>
                <a:gd name="T13" fmla="*/ 1 h 2"/>
                <a:gd name="T14" fmla="*/ 1 w 3"/>
                <a:gd name="T1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1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8" name="Freeform 409"/>
            <p:cNvSpPr>
              <a:spLocks/>
            </p:cNvSpPr>
            <p:nvPr/>
          </p:nvSpPr>
          <p:spPr bwMode="auto">
            <a:xfrm>
              <a:off x="2599" y="2199"/>
              <a:ext cx="4" cy="10"/>
            </a:xfrm>
            <a:custGeom>
              <a:avLst/>
              <a:gdLst>
                <a:gd name="T0" fmla="*/ 1 w 2"/>
                <a:gd name="T1" fmla="*/ 4 h 4"/>
                <a:gd name="T2" fmla="*/ 2 w 2"/>
                <a:gd name="T3" fmla="*/ 4 h 4"/>
                <a:gd name="T4" fmla="*/ 2 w 2"/>
                <a:gd name="T5" fmla="*/ 4 h 4"/>
                <a:gd name="T6" fmla="*/ 1 w 2"/>
                <a:gd name="T7" fmla="*/ 0 h 4"/>
                <a:gd name="T8" fmla="*/ 1 w 2"/>
                <a:gd name="T9" fmla="*/ 0 h 4"/>
                <a:gd name="T10" fmla="*/ 0 w 2"/>
                <a:gd name="T11" fmla="*/ 1 h 4"/>
                <a:gd name="T12" fmla="*/ 0 w 2"/>
                <a:gd name="T13" fmla="*/ 2 h 4"/>
                <a:gd name="T14" fmla="*/ 1 w 2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4">
                  <a:moveTo>
                    <a:pt x="1" y="4"/>
                  </a:move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9" name="Freeform 410"/>
            <p:cNvSpPr>
              <a:spLocks/>
            </p:cNvSpPr>
            <p:nvPr/>
          </p:nvSpPr>
          <p:spPr bwMode="auto">
            <a:xfrm>
              <a:off x="2603" y="2199"/>
              <a:ext cx="5" cy="10"/>
            </a:xfrm>
            <a:custGeom>
              <a:avLst/>
              <a:gdLst>
                <a:gd name="T0" fmla="*/ 0 w 2"/>
                <a:gd name="T1" fmla="*/ 4 h 4"/>
                <a:gd name="T2" fmla="*/ 0 w 2"/>
                <a:gd name="T3" fmla="*/ 4 h 4"/>
                <a:gd name="T4" fmla="*/ 1 w 2"/>
                <a:gd name="T5" fmla="*/ 2 h 4"/>
                <a:gd name="T6" fmla="*/ 1 w 2"/>
                <a:gd name="T7" fmla="*/ 1 h 4"/>
                <a:gd name="T8" fmla="*/ 1 w 2"/>
                <a:gd name="T9" fmla="*/ 0 h 4"/>
                <a:gd name="T10" fmla="*/ 0 w 2"/>
                <a:gd name="T11" fmla="*/ 0 h 4"/>
                <a:gd name="T12" fmla="*/ 0 w 2"/>
                <a:gd name="T13" fmla="*/ 4 h 4"/>
                <a:gd name="T14" fmla="*/ 0 w 2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2"/>
                    <a:pt x="2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0" name="Freeform 411"/>
            <p:cNvSpPr>
              <a:spLocks/>
            </p:cNvSpPr>
            <p:nvPr/>
          </p:nvSpPr>
          <p:spPr bwMode="auto">
            <a:xfrm>
              <a:off x="2603" y="2211"/>
              <a:ext cx="8" cy="3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2 w 3"/>
                <a:gd name="T5" fmla="*/ 1 h 1"/>
                <a:gd name="T6" fmla="*/ 3 w 3"/>
                <a:gd name="T7" fmla="*/ 0 h 1"/>
                <a:gd name="T8" fmla="*/ 1 w 3"/>
                <a:gd name="T9" fmla="*/ 0 h 1"/>
                <a:gd name="T10" fmla="*/ 0 w 3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2" y="1"/>
                  </a:cubicBezTo>
                  <a:cubicBezTo>
                    <a:pt x="2" y="1"/>
                    <a:pt x="2" y="1"/>
                    <a:pt x="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1" name="Freeform 412"/>
            <p:cNvSpPr>
              <a:spLocks/>
            </p:cNvSpPr>
            <p:nvPr/>
          </p:nvSpPr>
          <p:spPr bwMode="auto">
            <a:xfrm>
              <a:off x="2603" y="2206"/>
              <a:ext cx="10" cy="5"/>
            </a:xfrm>
            <a:custGeom>
              <a:avLst/>
              <a:gdLst>
                <a:gd name="T0" fmla="*/ 3 w 4"/>
                <a:gd name="T1" fmla="*/ 0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2 w 4"/>
                <a:gd name="T9" fmla="*/ 2 h 2"/>
                <a:gd name="T10" fmla="*/ 3 w 4"/>
                <a:gd name="T11" fmla="*/ 2 h 2"/>
                <a:gd name="T12" fmla="*/ 3 w 4"/>
                <a:gd name="T13" fmla="*/ 1 h 2"/>
                <a:gd name="T14" fmla="*/ 3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3" y="0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4" y="1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2" name="Freeform 413"/>
            <p:cNvSpPr>
              <a:spLocks/>
            </p:cNvSpPr>
            <p:nvPr/>
          </p:nvSpPr>
          <p:spPr bwMode="auto">
            <a:xfrm>
              <a:off x="2603" y="2201"/>
              <a:ext cx="8" cy="10"/>
            </a:xfrm>
            <a:custGeom>
              <a:avLst/>
              <a:gdLst>
                <a:gd name="T0" fmla="*/ 0 w 3"/>
                <a:gd name="T1" fmla="*/ 4 h 4"/>
                <a:gd name="T2" fmla="*/ 0 w 3"/>
                <a:gd name="T3" fmla="*/ 4 h 4"/>
                <a:gd name="T4" fmla="*/ 3 w 3"/>
                <a:gd name="T5" fmla="*/ 2 h 4"/>
                <a:gd name="T6" fmla="*/ 3 w 3"/>
                <a:gd name="T7" fmla="*/ 1 h 4"/>
                <a:gd name="T8" fmla="*/ 2 w 3"/>
                <a:gd name="T9" fmla="*/ 0 h 4"/>
                <a:gd name="T10" fmla="*/ 0 w 3"/>
                <a:gd name="T11" fmla="*/ 4 h 4"/>
                <a:gd name="T12" fmla="*/ 0 w 3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2" y="3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2" y="0"/>
                    <a:pt x="1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3" name="Rectangle 414"/>
            <p:cNvSpPr>
              <a:spLocks noChangeArrowheads="1"/>
            </p:cNvSpPr>
            <p:nvPr/>
          </p:nvSpPr>
          <p:spPr bwMode="auto">
            <a:xfrm>
              <a:off x="2591" y="2159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4" name="Rectangle 415"/>
            <p:cNvSpPr>
              <a:spLocks noChangeArrowheads="1"/>
            </p:cNvSpPr>
            <p:nvPr/>
          </p:nvSpPr>
          <p:spPr bwMode="auto">
            <a:xfrm>
              <a:off x="3152" y="2119"/>
              <a:ext cx="14" cy="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5" name="Rectangle 416"/>
            <p:cNvSpPr>
              <a:spLocks noChangeArrowheads="1"/>
            </p:cNvSpPr>
            <p:nvPr/>
          </p:nvSpPr>
          <p:spPr bwMode="auto">
            <a:xfrm>
              <a:off x="3152" y="2126"/>
              <a:ext cx="14" cy="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6" name="Rectangle 417"/>
            <p:cNvSpPr>
              <a:spLocks noChangeArrowheads="1"/>
            </p:cNvSpPr>
            <p:nvPr/>
          </p:nvSpPr>
          <p:spPr bwMode="auto">
            <a:xfrm>
              <a:off x="3152" y="2134"/>
              <a:ext cx="14" cy="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7" name="Rectangle 418"/>
            <p:cNvSpPr>
              <a:spLocks noChangeArrowheads="1"/>
            </p:cNvSpPr>
            <p:nvPr/>
          </p:nvSpPr>
          <p:spPr bwMode="auto">
            <a:xfrm>
              <a:off x="3152" y="2099"/>
              <a:ext cx="14" cy="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507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7"/>
          <p:cNvSpPr>
            <a:spLocks noChangeArrowheads="1"/>
          </p:cNvSpPr>
          <p:nvPr/>
        </p:nvSpPr>
        <p:spPr bwMode="auto">
          <a:xfrm>
            <a:off x="1070591" y="1818165"/>
            <a:ext cx="211596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BU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Text Box 181"/>
          <p:cNvSpPr txBox="1">
            <a:spLocks noChangeArrowheads="1"/>
          </p:cNvSpPr>
          <p:nvPr/>
        </p:nvSpPr>
        <p:spPr bwMode="auto">
          <a:xfrm>
            <a:off x="564896" y="264183"/>
            <a:ext cx="950839" cy="473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184" tIns="34591" rIns="69184" bIns="34591">
            <a:spAutoFit/>
          </a:bodyPr>
          <a:lstStyle/>
          <a:p>
            <a:r>
              <a:rPr lang="en-US" altLang="zh-CN" sz="2625" b="1" dirty="0">
                <a:solidFill>
                  <a:srgbClr val="C00000"/>
                </a:solidFill>
                <a:ea typeface="微软雅黑" pitchFamily="34" charset="-122"/>
              </a:rPr>
              <a:t>WDM</a:t>
            </a:r>
            <a:endParaRPr lang="zh-CN" altLang="en-US" sz="2625" b="1" dirty="0">
              <a:solidFill>
                <a:srgbClr val="C00000"/>
              </a:solidFill>
              <a:ea typeface="微软雅黑" pitchFamily="34" charset="-122"/>
            </a:endParaRPr>
          </a:p>
        </p:txBody>
      </p:sp>
      <p:sp>
        <p:nvSpPr>
          <p:cNvPr id="65" name="Rectangle 57"/>
          <p:cNvSpPr>
            <a:spLocks noChangeArrowheads="1"/>
          </p:cNvSpPr>
          <p:nvPr/>
        </p:nvSpPr>
        <p:spPr bwMode="auto">
          <a:xfrm>
            <a:off x="2759348" y="1818165"/>
            <a:ext cx="307777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海缆</a:t>
            </a:r>
          </a:p>
        </p:txBody>
      </p:sp>
      <p:sp>
        <p:nvSpPr>
          <p:cNvPr id="87" name="Rectangle 57"/>
          <p:cNvSpPr>
            <a:spLocks noChangeArrowheads="1"/>
          </p:cNvSpPr>
          <p:nvPr/>
        </p:nvSpPr>
        <p:spPr bwMode="auto">
          <a:xfrm>
            <a:off x="4181299" y="1818165"/>
            <a:ext cx="638573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OTN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集群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Rectangle 57"/>
          <p:cNvSpPr>
            <a:spLocks noChangeArrowheads="1"/>
          </p:cNvSpPr>
          <p:nvPr/>
        </p:nvSpPr>
        <p:spPr bwMode="auto">
          <a:xfrm>
            <a:off x="6091537" y="1818165"/>
            <a:ext cx="299762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Rectangle 57"/>
          <p:cNvSpPr>
            <a:spLocks noChangeArrowheads="1"/>
          </p:cNvSpPr>
          <p:nvPr/>
        </p:nvSpPr>
        <p:spPr bwMode="auto">
          <a:xfrm>
            <a:off x="7829725" y="1818165"/>
            <a:ext cx="325410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1" name="Rectangle 57"/>
          <p:cNvSpPr>
            <a:spLocks noChangeArrowheads="1"/>
          </p:cNvSpPr>
          <p:nvPr/>
        </p:nvSpPr>
        <p:spPr bwMode="auto">
          <a:xfrm>
            <a:off x="1018067" y="3292739"/>
            <a:ext cx="261290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PFE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Rectangle 57"/>
          <p:cNvSpPr>
            <a:spLocks noChangeArrowheads="1"/>
          </p:cNvSpPr>
          <p:nvPr/>
        </p:nvSpPr>
        <p:spPr bwMode="auto">
          <a:xfrm>
            <a:off x="2792302" y="3292739"/>
            <a:ext cx="283732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RPT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" name="Rectangle 57"/>
          <p:cNvSpPr>
            <a:spLocks noChangeArrowheads="1"/>
          </p:cNvSpPr>
          <p:nvPr/>
        </p:nvSpPr>
        <p:spPr bwMode="auto">
          <a:xfrm>
            <a:off x="4403718" y="3292739"/>
            <a:ext cx="33066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SLTE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4" name="Rectangle 57"/>
          <p:cNvSpPr>
            <a:spLocks noChangeArrowheads="1"/>
          </p:cNvSpPr>
          <p:nvPr/>
        </p:nvSpPr>
        <p:spPr bwMode="auto">
          <a:xfrm>
            <a:off x="6033863" y="3292739"/>
            <a:ext cx="33502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OGB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5" name="Rectangle 57"/>
          <p:cNvSpPr>
            <a:spLocks noChangeArrowheads="1"/>
          </p:cNvSpPr>
          <p:nvPr/>
        </p:nvSpPr>
        <p:spPr bwMode="auto">
          <a:xfrm>
            <a:off x="7805007" y="3292739"/>
            <a:ext cx="275717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CTE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757238" y="892175"/>
            <a:ext cx="911225" cy="787400"/>
            <a:chOff x="477" y="562"/>
            <a:chExt cx="574" cy="496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477" y="562"/>
              <a:ext cx="574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479" y="560"/>
              <a:ext cx="574" cy="498"/>
            </a:xfrm>
            <a:custGeom>
              <a:avLst/>
              <a:gdLst>
                <a:gd name="T0" fmla="*/ 0 w 574"/>
                <a:gd name="T1" fmla="*/ 498 h 498"/>
                <a:gd name="T2" fmla="*/ 287 w 574"/>
                <a:gd name="T3" fmla="*/ 0 h 498"/>
                <a:gd name="T4" fmla="*/ 574 w 574"/>
                <a:gd name="T5" fmla="*/ 498 h 498"/>
                <a:gd name="T6" fmla="*/ 0 w 574"/>
                <a:gd name="T7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4" h="498">
                  <a:moveTo>
                    <a:pt x="0" y="498"/>
                  </a:moveTo>
                  <a:lnTo>
                    <a:pt x="287" y="0"/>
                  </a:lnTo>
                  <a:lnTo>
                    <a:pt x="574" y="498"/>
                  </a:lnTo>
                  <a:lnTo>
                    <a:pt x="0" y="498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711" y="874"/>
              <a:ext cx="74" cy="64"/>
            </a:xfrm>
            <a:custGeom>
              <a:avLst/>
              <a:gdLst>
                <a:gd name="T0" fmla="*/ 67 w 74"/>
                <a:gd name="T1" fmla="*/ 45 h 64"/>
                <a:gd name="T2" fmla="*/ 74 w 74"/>
                <a:gd name="T3" fmla="*/ 0 h 64"/>
                <a:gd name="T4" fmla="*/ 29 w 74"/>
                <a:gd name="T5" fmla="*/ 0 h 64"/>
                <a:gd name="T6" fmla="*/ 41 w 74"/>
                <a:gd name="T7" fmla="*/ 14 h 64"/>
                <a:gd name="T8" fmla="*/ 0 w 74"/>
                <a:gd name="T9" fmla="*/ 50 h 64"/>
                <a:gd name="T10" fmla="*/ 12 w 74"/>
                <a:gd name="T11" fmla="*/ 64 h 64"/>
                <a:gd name="T12" fmla="*/ 53 w 74"/>
                <a:gd name="T13" fmla="*/ 31 h 64"/>
                <a:gd name="T14" fmla="*/ 67 w 74"/>
                <a:gd name="T15" fmla="*/ 4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4">
                  <a:moveTo>
                    <a:pt x="67" y="45"/>
                  </a:moveTo>
                  <a:lnTo>
                    <a:pt x="74" y="0"/>
                  </a:lnTo>
                  <a:lnTo>
                    <a:pt x="29" y="0"/>
                  </a:lnTo>
                  <a:lnTo>
                    <a:pt x="41" y="14"/>
                  </a:lnTo>
                  <a:lnTo>
                    <a:pt x="0" y="50"/>
                  </a:lnTo>
                  <a:lnTo>
                    <a:pt x="12" y="64"/>
                  </a:lnTo>
                  <a:lnTo>
                    <a:pt x="53" y="31"/>
                  </a:lnTo>
                  <a:lnTo>
                    <a:pt x="67" y="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604" y="802"/>
              <a:ext cx="287" cy="208"/>
            </a:xfrm>
            <a:custGeom>
              <a:avLst/>
              <a:gdLst>
                <a:gd name="T0" fmla="*/ 120 w 120"/>
                <a:gd name="T1" fmla="*/ 86 h 87"/>
                <a:gd name="T2" fmla="*/ 117 w 120"/>
                <a:gd name="T3" fmla="*/ 67 h 87"/>
                <a:gd name="T4" fmla="*/ 112 w 120"/>
                <a:gd name="T5" fmla="*/ 74 h 87"/>
                <a:gd name="T6" fmla="*/ 97 w 120"/>
                <a:gd name="T7" fmla="*/ 61 h 87"/>
                <a:gd name="T8" fmla="*/ 101 w 120"/>
                <a:gd name="T9" fmla="*/ 43 h 87"/>
                <a:gd name="T10" fmla="*/ 97 w 120"/>
                <a:gd name="T11" fmla="*/ 25 h 87"/>
                <a:gd name="T12" fmla="*/ 112 w 120"/>
                <a:gd name="T13" fmla="*/ 13 h 87"/>
                <a:gd name="T14" fmla="*/ 117 w 120"/>
                <a:gd name="T15" fmla="*/ 20 h 87"/>
                <a:gd name="T16" fmla="*/ 120 w 120"/>
                <a:gd name="T17" fmla="*/ 0 h 87"/>
                <a:gd name="T18" fmla="*/ 101 w 120"/>
                <a:gd name="T19" fmla="*/ 0 h 87"/>
                <a:gd name="T20" fmla="*/ 107 w 120"/>
                <a:gd name="T21" fmla="*/ 7 h 87"/>
                <a:gd name="T22" fmla="*/ 92 w 120"/>
                <a:gd name="T23" fmla="*/ 18 h 87"/>
                <a:gd name="T24" fmla="*/ 63 w 120"/>
                <a:gd name="T25" fmla="*/ 5 h 87"/>
                <a:gd name="T26" fmla="*/ 25 w 120"/>
                <a:gd name="T27" fmla="*/ 39 h 87"/>
                <a:gd name="T28" fmla="*/ 0 w 120"/>
                <a:gd name="T29" fmla="*/ 39 h 87"/>
                <a:gd name="T30" fmla="*/ 0 w 120"/>
                <a:gd name="T31" fmla="*/ 47 h 87"/>
                <a:gd name="T32" fmla="*/ 25 w 120"/>
                <a:gd name="T33" fmla="*/ 47 h 87"/>
                <a:gd name="T34" fmla="*/ 63 w 120"/>
                <a:gd name="T35" fmla="*/ 82 h 87"/>
                <a:gd name="T36" fmla="*/ 92 w 120"/>
                <a:gd name="T37" fmla="*/ 68 h 87"/>
                <a:gd name="T38" fmla="*/ 107 w 120"/>
                <a:gd name="T39" fmla="*/ 80 h 87"/>
                <a:gd name="T40" fmla="*/ 101 w 120"/>
                <a:gd name="T41" fmla="*/ 87 h 87"/>
                <a:gd name="T42" fmla="*/ 120 w 120"/>
                <a:gd name="T43" fmla="*/ 86 h 87"/>
                <a:gd name="T44" fmla="*/ 63 w 120"/>
                <a:gd name="T45" fmla="*/ 74 h 87"/>
                <a:gd name="T46" fmla="*/ 33 w 120"/>
                <a:gd name="T47" fmla="*/ 43 h 87"/>
                <a:gd name="T48" fmla="*/ 63 w 120"/>
                <a:gd name="T49" fmla="*/ 13 h 87"/>
                <a:gd name="T50" fmla="*/ 93 w 120"/>
                <a:gd name="T51" fmla="*/ 43 h 87"/>
                <a:gd name="T52" fmla="*/ 63 w 120"/>
                <a:gd name="T53" fmla="*/ 7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0" h="87">
                  <a:moveTo>
                    <a:pt x="120" y="86"/>
                  </a:moveTo>
                  <a:cubicBezTo>
                    <a:pt x="117" y="67"/>
                    <a:pt x="117" y="67"/>
                    <a:pt x="117" y="67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97" y="61"/>
                    <a:pt x="97" y="61"/>
                    <a:pt x="97" y="61"/>
                  </a:cubicBezTo>
                  <a:cubicBezTo>
                    <a:pt x="100" y="56"/>
                    <a:pt x="101" y="50"/>
                    <a:pt x="101" y="43"/>
                  </a:cubicBezTo>
                  <a:cubicBezTo>
                    <a:pt x="101" y="37"/>
                    <a:pt x="100" y="31"/>
                    <a:pt x="97" y="25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85" y="10"/>
                    <a:pt x="75" y="5"/>
                    <a:pt x="63" y="5"/>
                  </a:cubicBezTo>
                  <a:cubicBezTo>
                    <a:pt x="43" y="5"/>
                    <a:pt x="27" y="20"/>
                    <a:pt x="25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7" y="67"/>
                    <a:pt x="43" y="82"/>
                    <a:pt x="63" y="82"/>
                  </a:cubicBezTo>
                  <a:cubicBezTo>
                    <a:pt x="75" y="82"/>
                    <a:pt x="85" y="77"/>
                    <a:pt x="92" y="68"/>
                  </a:cubicBezTo>
                  <a:cubicBezTo>
                    <a:pt x="107" y="80"/>
                    <a:pt x="107" y="80"/>
                    <a:pt x="107" y="80"/>
                  </a:cubicBezTo>
                  <a:cubicBezTo>
                    <a:pt x="101" y="87"/>
                    <a:pt x="101" y="87"/>
                    <a:pt x="101" y="87"/>
                  </a:cubicBezTo>
                  <a:lnTo>
                    <a:pt x="120" y="86"/>
                  </a:lnTo>
                  <a:close/>
                  <a:moveTo>
                    <a:pt x="63" y="74"/>
                  </a:moveTo>
                  <a:cubicBezTo>
                    <a:pt x="46" y="74"/>
                    <a:pt x="33" y="60"/>
                    <a:pt x="33" y="43"/>
                  </a:cubicBezTo>
                  <a:cubicBezTo>
                    <a:pt x="33" y="27"/>
                    <a:pt x="46" y="13"/>
                    <a:pt x="63" y="13"/>
                  </a:cubicBezTo>
                  <a:cubicBezTo>
                    <a:pt x="80" y="13"/>
                    <a:pt x="93" y="27"/>
                    <a:pt x="93" y="43"/>
                  </a:cubicBezTo>
                  <a:cubicBezTo>
                    <a:pt x="93" y="60"/>
                    <a:pt x="80" y="74"/>
                    <a:pt x="63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711" y="874"/>
              <a:ext cx="74" cy="64"/>
            </a:xfrm>
            <a:custGeom>
              <a:avLst/>
              <a:gdLst>
                <a:gd name="T0" fmla="*/ 29 w 74"/>
                <a:gd name="T1" fmla="*/ 0 h 64"/>
                <a:gd name="T2" fmla="*/ 41 w 74"/>
                <a:gd name="T3" fmla="*/ 14 h 64"/>
                <a:gd name="T4" fmla="*/ 0 w 74"/>
                <a:gd name="T5" fmla="*/ 50 h 64"/>
                <a:gd name="T6" fmla="*/ 12 w 74"/>
                <a:gd name="T7" fmla="*/ 64 h 64"/>
                <a:gd name="T8" fmla="*/ 53 w 74"/>
                <a:gd name="T9" fmla="*/ 31 h 64"/>
                <a:gd name="T10" fmla="*/ 67 w 74"/>
                <a:gd name="T11" fmla="*/ 45 h 64"/>
                <a:gd name="T12" fmla="*/ 74 w 74"/>
                <a:gd name="T13" fmla="*/ 0 h 64"/>
                <a:gd name="T14" fmla="*/ 29 w 74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4">
                  <a:moveTo>
                    <a:pt x="29" y="0"/>
                  </a:moveTo>
                  <a:lnTo>
                    <a:pt x="41" y="14"/>
                  </a:lnTo>
                  <a:lnTo>
                    <a:pt x="0" y="50"/>
                  </a:lnTo>
                  <a:lnTo>
                    <a:pt x="12" y="64"/>
                  </a:lnTo>
                  <a:lnTo>
                    <a:pt x="53" y="31"/>
                  </a:lnTo>
                  <a:lnTo>
                    <a:pt x="67" y="45"/>
                  </a:lnTo>
                  <a:lnTo>
                    <a:pt x="74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6" name="Group 11"/>
          <p:cNvGrpSpPr>
            <a:grpSpLocks noChangeAspect="1"/>
          </p:cNvGrpSpPr>
          <p:nvPr/>
        </p:nvGrpSpPr>
        <p:grpSpPr bwMode="auto">
          <a:xfrm>
            <a:off x="2471743" y="996956"/>
            <a:ext cx="890589" cy="663579"/>
            <a:chOff x="1557" y="628"/>
            <a:chExt cx="561" cy="418"/>
          </a:xfrm>
        </p:grpSpPr>
        <p:sp>
          <p:nvSpPr>
            <p:cNvPr id="47" name="AutoShape 10"/>
            <p:cNvSpPr>
              <a:spLocks noChangeAspect="1" noChangeArrowheads="1" noTextEdit="1"/>
            </p:cNvSpPr>
            <p:nvPr/>
          </p:nvSpPr>
          <p:spPr bwMode="auto">
            <a:xfrm>
              <a:off x="1559" y="628"/>
              <a:ext cx="559" cy="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2"/>
            <p:cNvSpPr>
              <a:spLocks noEditPoints="1"/>
            </p:cNvSpPr>
            <p:nvPr/>
          </p:nvSpPr>
          <p:spPr bwMode="auto">
            <a:xfrm>
              <a:off x="1635" y="630"/>
              <a:ext cx="411" cy="414"/>
            </a:xfrm>
            <a:custGeom>
              <a:avLst/>
              <a:gdLst>
                <a:gd name="T0" fmla="*/ 86 w 172"/>
                <a:gd name="T1" fmla="*/ 0 h 172"/>
                <a:gd name="T2" fmla="*/ 0 w 172"/>
                <a:gd name="T3" fmla="*/ 86 h 172"/>
                <a:gd name="T4" fmla="*/ 86 w 172"/>
                <a:gd name="T5" fmla="*/ 172 h 172"/>
                <a:gd name="T6" fmla="*/ 172 w 172"/>
                <a:gd name="T7" fmla="*/ 86 h 172"/>
                <a:gd name="T8" fmla="*/ 86 w 172"/>
                <a:gd name="T9" fmla="*/ 0 h 172"/>
                <a:gd name="T10" fmla="*/ 86 w 172"/>
                <a:gd name="T11" fmla="*/ 156 h 172"/>
                <a:gd name="T12" fmla="*/ 15 w 172"/>
                <a:gd name="T13" fmla="*/ 86 h 172"/>
                <a:gd name="T14" fmla="*/ 86 w 172"/>
                <a:gd name="T15" fmla="*/ 16 h 172"/>
                <a:gd name="T16" fmla="*/ 156 w 172"/>
                <a:gd name="T17" fmla="*/ 86 h 172"/>
                <a:gd name="T18" fmla="*/ 86 w 172"/>
                <a:gd name="T19" fmla="*/ 156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2" h="172">
                  <a:moveTo>
                    <a:pt x="86" y="0"/>
                  </a:moveTo>
                  <a:cubicBezTo>
                    <a:pt x="38" y="0"/>
                    <a:pt x="0" y="39"/>
                    <a:pt x="0" y="86"/>
                  </a:cubicBezTo>
                  <a:cubicBezTo>
                    <a:pt x="0" y="133"/>
                    <a:pt x="38" y="172"/>
                    <a:pt x="86" y="172"/>
                  </a:cubicBezTo>
                  <a:cubicBezTo>
                    <a:pt x="133" y="172"/>
                    <a:pt x="172" y="133"/>
                    <a:pt x="172" y="86"/>
                  </a:cubicBezTo>
                  <a:cubicBezTo>
                    <a:pt x="172" y="39"/>
                    <a:pt x="133" y="0"/>
                    <a:pt x="86" y="0"/>
                  </a:cubicBezTo>
                  <a:close/>
                  <a:moveTo>
                    <a:pt x="86" y="156"/>
                  </a:moveTo>
                  <a:cubicBezTo>
                    <a:pt x="47" y="156"/>
                    <a:pt x="15" y="125"/>
                    <a:pt x="15" y="86"/>
                  </a:cubicBezTo>
                  <a:cubicBezTo>
                    <a:pt x="15" y="47"/>
                    <a:pt x="47" y="16"/>
                    <a:pt x="86" y="16"/>
                  </a:cubicBezTo>
                  <a:cubicBezTo>
                    <a:pt x="124" y="16"/>
                    <a:pt x="156" y="47"/>
                    <a:pt x="156" y="86"/>
                  </a:cubicBezTo>
                  <a:cubicBezTo>
                    <a:pt x="156" y="125"/>
                    <a:pt x="124" y="156"/>
                    <a:pt x="86" y="156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3"/>
            <p:cNvSpPr>
              <a:spLocks noEditPoints="1"/>
            </p:cNvSpPr>
            <p:nvPr/>
          </p:nvSpPr>
          <p:spPr bwMode="auto">
            <a:xfrm>
              <a:off x="1700" y="717"/>
              <a:ext cx="272" cy="257"/>
            </a:xfrm>
            <a:custGeom>
              <a:avLst/>
              <a:gdLst>
                <a:gd name="T0" fmla="*/ 201 w 272"/>
                <a:gd name="T1" fmla="*/ 2 h 257"/>
                <a:gd name="T2" fmla="*/ 105 w 272"/>
                <a:gd name="T3" fmla="*/ 0 h 257"/>
                <a:gd name="T4" fmla="*/ 124 w 272"/>
                <a:gd name="T5" fmla="*/ 31 h 257"/>
                <a:gd name="T6" fmla="*/ 0 w 272"/>
                <a:gd name="T7" fmla="*/ 106 h 257"/>
                <a:gd name="T8" fmla="*/ 29 w 272"/>
                <a:gd name="T9" fmla="*/ 149 h 257"/>
                <a:gd name="T10" fmla="*/ 146 w 272"/>
                <a:gd name="T11" fmla="*/ 60 h 257"/>
                <a:gd name="T12" fmla="*/ 167 w 272"/>
                <a:gd name="T13" fmla="*/ 94 h 257"/>
                <a:gd name="T14" fmla="*/ 201 w 272"/>
                <a:gd name="T15" fmla="*/ 2 h 257"/>
                <a:gd name="T16" fmla="*/ 239 w 272"/>
                <a:gd name="T17" fmla="*/ 199 h 257"/>
                <a:gd name="T18" fmla="*/ 272 w 272"/>
                <a:gd name="T19" fmla="*/ 110 h 257"/>
                <a:gd name="T20" fmla="*/ 177 w 272"/>
                <a:gd name="T21" fmla="*/ 106 h 257"/>
                <a:gd name="T22" fmla="*/ 196 w 272"/>
                <a:gd name="T23" fmla="*/ 137 h 257"/>
                <a:gd name="T24" fmla="*/ 72 w 272"/>
                <a:gd name="T25" fmla="*/ 214 h 257"/>
                <a:gd name="T26" fmla="*/ 100 w 272"/>
                <a:gd name="T27" fmla="*/ 257 h 257"/>
                <a:gd name="T28" fmla="*/ 217 w 272"/>
                <a:gd name="T29" fmla="*/ 168 h 257"/>
                <a:gd name="T30" fmla="*/ 239 w 272"/>
                <a:gd name="T31" fmla="*/ 19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2" h="257">
                  <a:moveTo>
                    <a:pt x="201" y="2"/>
                  </a:moveTo>
                  <a:lnTo>
                    <a:pt x="105" y="0"/>
                  </a:lnTo>
                  <a:lnTo>
                    <a:pt x="124" y="31"/>
                  </a:lnTo>
                  <a:lnTo>
                    <a:pt x="0" y="106"/>
                  </a:lnTo>
                  <a:lnTo>
                    <a:pt x="29" y="149"/>
                  </a:lnTo>
                  <a:lnTo>
                    <a:pt x="146" y="60"/>
                  </a:lnTo>
                  <a:lnTo>
                    <a:pt x="167" y="94"/>
                  </a:lnTo>
                  <a:lnTo>
                    <a:pt x="201" y="2"/>
                  </a:lnTo>
                  <a:close/>
                  <a:moveTo>
                    <a:pt x="239" y="199"/>
                  </a:moveTo>
                  <a:lnTo>
                    <a:pt x="272" y="110"/>
                  </a:lnTo>
                  <a:lnTo>
                    <a:pt x="177" y="106"/>
                  </a:lnTo>
                  <a:lnTo>
                    <a:pt x="196" y="137"/>
                  </a:lnTo>
                  <a:lnTo>
                    <a:pt x="72" y="214"/>
                  </a:lnTo>
                  <a:lnTo>
                    <a:pt x="100" y="257"/>
                  </a:lnTo>
                  <a:lnTo>
                    <a:pt x="217" y="168"/>
                  </a:lnTo>
                  <a:lnTo>
                    <a:pt x="239" y="199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4"/>
            <p:cNvSpPr>
              <a:spLocks/>
            </p:cNvSpPr>
            <p:nvPr/>
          </p:nvSpPr>
          <p:spPr bwMode="auto">
            <a:xfrm>
              <a:off x="1557" y="714"/>
              <a:ext cx="90" cy="70"/>
            </a:xfrm>
            <a:custGeom>
              <a:avLst/>
              <a:gdLst>
                <a:gd name="T0" fmla="*/ 10 w 38"/>
                <a:gd name="T1" fmla="*/ 0 h 29"/>
                <a:gd name="T2" fmla="*/ 0 w 38"/>
                <a:gd name="T3" fmla="*/ 12 h 29"/>
                <a:gd name="T4" fmla="*/ 33 w 38"/>
                <a:gd name="T5" fmla="*/ 29 h 29"/>
                <a:gd name="T6" fmla="*/ 38 w 38"/>
                <a:gd name="T7" fmla="*/ 14 h 29"/>
                <a:gd name="T8" fmla="*/ 10 w 38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9">
                  <a:moveTo>
                    <a:pt x="1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" y="13"/>
                    <a:pt x="13" y="22"/>
                    <a:pt x="33" y="29"/>
                  </a:cubicBezTo>
                  <a:cubicBezTo>
                    <a:pt x="34" y="22"/>
                    <a:pt x="37" y="17"/>
                    <a:pt x="38" y="14"/>
                  </a:cubicBezTo>
                  <a:cubicBezTo>
                    <a:pt x="21" y="8"/>
                    <a:pt x="11" y="0"/>
                    <a:pt x="10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5"/>
            <p:cNvSpPr>
              <a:spLocks/>
            </p:cNvSpPr>
            <p:nvPr/>
          </p:nvSpPr>
          <p:spPr bwMode="auto">
            <a:xfrm>
              <a:off x="2011" y="710"/>
              <a:ext cx="105" cy="55"/>
            </a:xfrm>
            <a:custGeom>
              <a:avLst/>
              <a:gdLst>
                <a:gd name="T0" fmla="*/ 39 w 44"/>
                <a:gd name="T1" fmla="*/ 23 h 23"/>
                <a:gd name="T2" fmla="*/ 44 w 44"/>
                <a:gd name="T3" fmla="*/ 7 h 23"/>
                <a:gd name="T4" fmla="*/ 0 w 44"/>
                <a:gd name="T5" fmla="*/ 0 h 23"/>
                <a:gd name="T6" fmla="*/ 10 w 44"/>
                <a:gd name="T7" fmla="*/ 17 h 23"/>
                <a:gd name="T8" fmla="*/ 39 w 44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23">
                  <a:moveTo>
                    <a:pt x="39" y="23"/>
                  </a:moveTo>
                  <a:cubicBezTo>
                    <a:pt x="44" y="7"/>
                    <a:pt x="44" y="7"/>
                    <a:pt x="44" y="7"/>
                  </a:cubicBezTo>
                  <a:cubicBezTo>
                    <a:pt x="27" y="2"/>
                    <a:pt x="13" y="0"/>
                    <a:pt x="0" y="0"/>
                  </a:cubicBezTo>
                  <a:cubicBezTo>
                    <a:pt x="3" y="4"/>
                    <a:pt x="6" y="9"/>
                    <a:pt x="10" y="17"/>
                  </a:cubicBezTo>
                  <a:cubicBezTo>
                    <a:pt x="18" y="18"/>
                    <a:pt x="28" y="20"/>
                    <a:pt x="39" y="23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6"/>
            <p:cNvSpPr>
              <a:spLocks/>
            </p:cNvSpPr>
            <p:nvPr/>
          </p:nvSpPr>
          <p:spPr bwMode="auto">
            <a:xfrm>
              <a:off x="2049" y="811"/>
              <a:ext cx="67" cy="52"/>
            </a:xfrm>
            <a:custGeom>
              <a:avLst/>
              <a:gdLst>
                <a:gd name="T0" fmla="*/ 1 w 28"/>
                <a:gd name="T1" fmla="*/ 16 h 22"/>
                <a:gd name="T2" fmla="*/ 23 w 28"/>
                <a:gd name="T3" fmla="*/ 22 h 22"/>
                <a:gd name="T4" fmla="*/ 28 w 28"/>
                <a:gd name="T5" fmla="*/ 6 h 22"/>
                <a:gd name="T6" fmla="*/ 0 w 28"/>
                <a:gd name="T7" fmla="*/ 0 h 22"/>
                <a:gd name="T8" fmla="*/ 1 w 28"/>
                <a:gd name="T9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2">
                  <a:moveTo>
                    <a:pt x="1" y="16"/>
                  </a:moveTo>
                  <a:cubicBezTo>
                    <a:pt x="8" y="18"/>
                    <a:pt x="15" y="19"/>
                    <a:pt x="23" y="22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18" y="3"/>
                    <a:pt x="9" y="1"/>
                    <a:pt x="0" y="0"/>
                  </a:cubicBezTo>
                  <a:cubicBezTo>
                    <a:pt x="1" y="5"/>
                    <a:pt x="1" y="11"/>
                    <a:pt x="1" y="16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8" name="Freeform 17"/>
            <p:cNvSpPr>
              <a:spLocks/>
            </p:cNvSpPr>
            <p:nvPr/>
          </p:nvSpPr>
          <p:spPr bwMode="auto">
            <a:xfrm>
              <a:off x="1557" y="811"/>
              <a:ext cx="76" cy="69"/>
            </a:xfrm>
            <a:custGeom>
              <a:avLst/>
              <a:gdLst>
                <a:gd name="T0" fmla="*/ 10 w 32"/>
                <a:gd name="T1" fmla="*/ 0 h 29"/>
                <a:gd name="T2" fmla="*/ 0 w 32"/>
                <a:gd name="T3" fmla="*/ 13 h 29"/>
                <a:gd name="T4" fmla="*/ 32 w 32"/>
                <a:gd name="T5" fmla="*/ 29 h 29"/>
                <a:gd name="T6" fmla="*/ 31 w 32"/>
                <a:gd name="T7" fmla="*/ 11 h 29"/>
                <a:gd name="T8" fmla="*/ 10 w 32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9">
                  <a:moveTo>
                    <a:pt x="10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1" y="14"/>
                    <a:pt x="12" y="23"/>
                    <a:pt x="32" y="29"/>
                  </a:cubicBezTo>
                  <a:cubicBezTo>
                    <a:pt x="31" y="23"/>
                    <a:pt x="30" y="17"/>
                    <a:pt x="31" y="11"/>
                  </a:cubicBezTo>
                  <a:cubicBezTo>
                    <a:pt x="17" y="6"/>
                    <a:pt x="11" y="0"/>
                    <a:pt x="10" y="0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9" name="Freeform 18"/>
            <p:cNvSpPr>
              <a:spLocks/>
            </p:cNvSpPr>
            <p:nvPr/>
          </p:nvSpPr>
          <p:spPr bwMode="auto">
            <a:xfrm>
              <a:off x="1557" y="907"/>
              <a:ext cx="141" cy="86"/>
            </a:xfrm>
            <a:custGeom>
              <a:avLst/>
              <a:gdLst>
                <a:gd name="T0" fmla="*/ 42 w 59"/>
                <a:gd name="T1" fmla="*/ 15 h 36"/>
                <a:gd name="T2" fmla="*/ 10 w 59"/>
                <a:gd name="T3" fmla="*/ 0 h 36"/>
                <a:gd name="T4" fmla="*/ 0 w 59"/>
                <a:gd name="T5" fmla="*/ 13 h 36"/>
                <a:gd name="T6" fmla="*/ 59 w 59"/>
                <a:gd name="T7" fmla="*/ 36 h 36"/>
                <a:gd name="T8" fmla="*/ 42 w 59"/>
                <a:gd name="T9" fmla="*/ 1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36">
                  <a:moveTo>
                    <a:pt x="42" y="15"/>
                  </a:moveTo>
                  <a:cubicBezTo>
                    <a:pt x="22" y="9"/>
                    <a:pt x="11" y="0"/>
                    <a:pt x="1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4"/>
                    <a:pt x="22" y="31"/>
                    <a:pt x="59" y="36"/>
                  </a:cubicBezTo>
                  <a:cubicBezTo>
                    <a:pt x="51" y="29"/>
                    <a:pt x="46" y="22"/>
                    <a:pt x="42" y="15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0" name="Freeform 19"/>
            <p:cNvSpPr>
              <a:spLocks/>
            </p:cNvSpPr>
            <p:nvPr/>
          </p:nvSpPr>
          <p:spPr bwMode="auto">
            <a:xfrm>
              <a:off x="2023" y="907"/>
              <a:ext cx="93" cy="53"/>
            </a:xfrm>
            <a:custGeom>
              <a:avLst/>
              <a:gdLst>
                <a:gd name="T0" fmla="*/ 34 w 39"/>
                <a:gd name="T1" fmla="*/ 22 h 22"/>
                <a:gd name="T2" fmla="*/ 39 w 39"/>
                <a:gd name="T3" fmla="*/ 6 h 22"/>
                <a:gd name="T4" fmla="*/ 7 w 39"/>
                <a:gd name="T5" fmla="*/ 0 h 22"/>
                <a:gd name="T6" fmla="*/ 0 w 39"/>
                <a:gd name="T7" fmla="*/ 15 h 22"/>
                <a:gd name="T8" fmla="*/ 34 w 39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22">
                  <a:moveTo>
                    <a:pt x="34" y="22"/>
                  </a:moveTo>
                  <a:cubicBezTo>
                    <a:pt x="39" y="6"/>
                    <a:pt x="39" y="6"/>
                    <a:pt x="39" y="6"/>
                  </a:cubicBezTo>
                  <a:cubicBezTo>
                    <a:pt x="27" y="3"/>
                    <a:pt x="17" y="1"/>
                    <a:pt x="7" y="0"/>
                  </a:cubicBezTo>
                  <a:cubicBezTo>
                    <a:pt x="6" y="5"/>
                    <a:pt x="3" y="10"/>
                    <a:pt x="0" y="15"/>
                  </a:cubicBezTo>
                  <a:cubicBezTo>
                    <a:pt x="10" y="16"/>
                    <a:pt x="21" y="18"/>
                    <a:pt x="34" y="22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1" name="Freeform 20"/>
            <p:cNvSpPr>
              <a:spLocks/>
            </p:cNvSpPr>
            <p:nvPr/>
          </p:nvSpPr>
          <p:spPr bwMode="auto">
            <a:xfrm>
              <a:off x="1683" y="758"/>
              <a:ext cx="113" cy="43"/>
            </a:xfrm>
            <a:custGeom>
              <a:avLst/>
              <a:gdLst>
                <a:gd name="T0" fmla="*/ 41 w 47"/>
                <a:gd name="T1" fmla="*/ 1 h 18"/>
                <a:gd name="T2" fmla="*/ 7 w 47"/>
                <a:gd name="T3" fmla="*/ 0 h 18"/>
                <a:gd name="T4" fmla="*/ 0 w 47"/>
                <a:gd name="T5" fmla="*/ 16 h 18"/>
                <a:gd name="T6" fmla="*/ 18 w 47"/>
                <a:gd name="T7" fmla="*/ 18 h 18"/>
                <a:gd name="T8" fmla="*/ 47 w 47"/>
                <a:gd name="T9" fmla="*/ 0 h 18"/>
                <a:gd name="T10" fmla="*/ 41 w 47"/>
                <a:gd name="T11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8">
                  <a:moveTo>
                    <a:pt x="41" y="1"/>
                  </a:moveTo>
                  <a:cubicBezTo>
                    <a:pt x="28" y="2"/>
                    <a:pt x="17" y="2"/>
                    <a:pt x="7" y="0"/>
                  </a:cubicBezTo>
                  <a:cubicBezTo>
                    <a:pt x="5" y="4"/>
                    <a:pt x="2" y="10"/>
                    <a:pt x="0" y="16"/>
                  </a:cubicBezTo>
                  <a:cubicBezTo>
                    <a:pt x="6" y="17"/>
                    <a:pt x="11" y="18"/>
                    <a:pt x="18" y="18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5" y="0"/>
                    <a:pt x="43" y="0"/>
                    <a:pt x="41" y="1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2" name="Freeform 21"/>
            <p:cNvSpPr>
              <a:spLocks/>
            </p:cNvSpPr>
            <p:nvPr/>
          </p:nvSpPr>
          <p:spPr bwMode="auto">
            <a:xfrm>
              <a:off x="1886" y="714"/>
              <a:ext cx="91" cy="58"/>
            </a:xfrm>
            <a:custGeom>
              <a:avLst/>
              <a:gdLst>
                <a:gd name="T0" fmla="*/ 38 w 38"/>
                <a:gd name="T1" fmla="*/ 15 h 24"/>
                <a:gd name="T2" fmla="*/ 25 w 38"/>
                <a:gd name="T3" fmla="*/ 0 h 24"/>
                <a:gd name="T4" fmla="*/ 7 w 38"/>
                <a:gd name="T5" fmla="*/ 5 h 24"/>
                <a:gd name="T6" fmla="*/ 0 w 38"/>
                <a:gd name="T7" fmla="*/ 24 h 24"/>
                <a:gd name="T8" fmla="*/ 38 w 38"/>
                <a:gd name="T9" fmla="*/ 1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4">
                  <a:moveTo>
                    <a:pt x="38" y="15"/>
                  </a:moveTo>
                  <a:cubicBezTo>
                    <a:pt x="33" y="7"/>
                    <a:pt x="28" y="2"/>
                    <a:pt x="25" y="0"/>
                  </a:cubicBezTo>
                  <a:cubicBezTo>
                    <a:pt x="19" y="1"/>
                    <a:pt x="12" y="3"/>
                    <a:pt x="7" y="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2" y="20"/>
                    <a:pt x="24" y="16"/>
                    <a:pt x="38" y="15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3" name="Freeform 22"/>
            <p:cNvSpPr>
              <a:spLocks/>
            </p:cNvSpPr>
            <p:nvPr/>
          </p:nvSpPr>
          <p:spPr bwMode="auto">
            <a:xfrm>
              <a:off x="1678" y="832"/>
              <a:ext cx="213" cy="68"/>
            </a:xfrm>
            <a:custGeom>
              <a:avLst/>
              <a:gdLst>
                <a:gd name="T0" fmla="*/ 45 w 89"/>
                <a:gd name="T1" fmla="*/ 27 h 28"/>
                <a:gd name="T2" fmla="*/ 68 w 89"/>
                <a:gd name="T3" fmla="*/ 21 h 28"/>
                <a:gd name="T4" fmla="*/ 89 w 89"/>
                <a:gd name="T5" fmla="*/ 9 h 28"/>
                <a:gd name="T6" fmla="*/ 83 w 89"/>
                <a:gd name="T7" fmla="*/ 0 h 28"/>
                <a:gd name="T8" fmla="*/ 80 w 89"/>
                <a:gd name="T9" fmla="*/ 1 h 28"/>
                <a:gd name="T10" fmla="*/ 43 w 89"/>
                <a:gd name="T11" fmla="*/ 10 h 28"/>
                <a:gd name="T12" fmla="*/ 27 w 89"/>
                <a:gd name="T13" fmla="*/ 11 h 28"/>
                <a:gd name="T14" fmla="*/ 21 w 89"/>
                <a:gd name="T15" fmla="*/ 16 h 28"/>
                <a:gd name="T16" fmla="*/ 17 w 89"/>
                <a:gd name="T17" fmla="*/ 11 h 28"/>
                <a:gd name="T18" fmla="*/ 0 w 89"/>
                <a:gd name="T19" fmla="*/ 8 h 28"/>
                <a:gd name="T20" fmla="*/ 4 w 89"/>
                <a:gd name="T21" fmla="*/ 26 h 28"/>
                <a:gd name="T22" fmla="*/ 45 w 89"/>
                <a:gd name="T23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" h="28">
                  <a:moveTo>
                    <a:pt x="45" y="27"/>
                  </a:moveTo>
                  <a:cubicBezTo>
                    <a:pt x="53" y="26"/>
                    <a:pt x="60" y="24"/>
                    <a:pt x="68" y="21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2" y="0"/>
                    <a:pt x="81" y="0"/>
                    <a:pt x="80" y="1"/>
                  </a:cubicBezTo>
                  <a:cubicBezTo>
                    <a:pt x="68" y="5"/>
                    <a:pt x="57" y="9"/>
                    <a:pt x="43" y="10"/>
                  </a:cubicBezTo>
                  <a:cubicBezTo>
                    <a:pt x="38" y="11"/>
                    <a:pt x="32" y="11"/>
                    <a:pt x="27" y="11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1" y="10"/>
                    <a:pt x="5" y="9"/>
                    <a:pt x="0" y="8"/>
                  </a:cubicBezTo>
                  <a:cubicBezTo>
                    <a:pt x="0" y="14"/>
                    <a:pt x="2" y="20"/>
                    <a:pt x="4" y="26"/>
                  </a:cubicBezTo>
                  <a:cubicBezTo>
                    <a:pt x="16" y="28"/>
                    <a:pt x="30" y="28"/>
                    <a:pt x="45" y="27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4" name="Freeform 23"/>
            <p:cNvSpPr>
              <a:spLocks/>
            </p:cNvSpPr>
            <p:nvPr/>
          </p:nvSpPr>
          <p:spPr bwMode="auto">
            <a:xfrm>
              <a:off x="1910" y="806"/>
              <a:ext cx="93" cy="43"/>
            </a:xfrm>
            <a:custGeom>
              <a:avLst/>
              <a:gdLst>
                <a:gd name="T0" fmla="*/ 24 w 39"/>
                <a:gd name="T1" fmla="*/ 18 h 18"/>
                <a:gd name="T2" fmla="*/ 39 w 39"/>
                <a:gd name="T3" fmla="*/ 17 h 18"/>
                <a:gd name="T4" fmla="*/ 37 w 39"/>
                <a:gd name="T5" fmla="*/ 0 h 18"/>
                <a:gd name="T6" fmla="*/ 0 w 39"/>
                <a:gd name="T7" fmla="*/ 6 h 18"/>
                <a:gd name="T8" fmla="*/ 29 w 39"/>
                <a:gd name="T9" fmla="*/ 7 h 18"/>
                <a:gd name="T10" fmla="*/ 24 w 39"/>
                <a:gd name="T1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18">
                  <a:moveTo>
                    <a:pt x="24" y="18"/>
                  </a:moveTo>
                  <a:cubicBezTo>
                    <a:pt x="29" y="17"/>
                    <a:pt x="33" y="17"/>
                    <a:pt x="39" y="17"/>
                  </a:cubicBezTo>
                  <a:cubicBezTo>
                    <a:pt x="39" y="11"/>
                    <a:pt x="38" y="5"/>
                    <a:pt x="37" y="0"/>
                  </a:cubicBezTo>
                  <a:cubicBezTo>
                    <a:pt x="22" y="1"/>
                    <a:pt x="11" y="3"/>
                    <a:pt x="0" y="6"/>
                  </a:cubicBezTo>
                  <a:cubicBezTo>
                    <a:pt x="29" y="7"/>
                    <a:pt x="29" y="7"/>
                    <a:pt x="29" y="7"/>
                  </a:cubicBezTo>
                  <a:lnTo>
                    <a:pt x="24" y="18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5" name="Freeform 24"/>
            <p:cNvSpPr>
              <a:spLocks/>
            </p:cNvSpPr>
            <p:nvPr/>
          </p:nvSpPr>
          <p:spPr bwMode="auto">
            <a:xfrm>
              <a:off x="1733" y="904"/>
              <a:ext cx="254" cy="87"/>
            </a:xfrm>
            <a:custGeom>
              <a:avLst/>
              <a:gdLst>
                <a:gd name="T0" fmla="*/ 86 w 106"/>
                <a:gd name="T1" fmla="*/ 8 h 36"/>
                <a:gd name="T2" fmla="*/ 83 w 106"/>
                <a:gd name="T3" fmla="*/ 3 h 36"/>
                <a:gd name="T4" fmla="*/ 57 w 106"/>
                <a:gd name="T5" fmla="*/ 11 h 36"/>
                <a:gd name="T6" fmla="*/ 51 w 106"/>
                <a:gd name="T7" fmla="*/ 13 h 36"/>
                <a:gd name="T8" fmla="*/ 28 w 106"/>
                <a:gd name="T9" fmla="*/ 31 h 36"/>
                <a:gd name="T10" fmla="*/ 20 w 106"/>
                <a:gd name="T11" fmla="*/ 20 h 36"/>
                <a:gd name="T12" fmla="*/ 20 w 106"/>
                <a:gd name="T13" fmla="*/ 21 h 36"/>
                <a:gd name="T14" fmla="*/ 0 w 106"/>
                <a:gd name="T15" fmla="*/ 21 h 36"/>
                <a:gd name="T16" fmla="*/ 26 w 106"/>
                <a:gd name="T17" fmla="*/ 36 h 36"/>
                <a:gd name="T18" fmla="*/ 63 w 106"/>
                <a:gd name="T19" fmla="*/ 26 h 36"/>
                <a:gd name="T20" fmla="*/ 93 w 106"/>
                <a:gd name="T21" fmla="*/ 18 h 36"/>
                <a:gd name="T22" fmla="*/ 106 w 106"/>
                <a:gd name="T23" fmla="*/ 0 h 36"/>
                <a:gd name="T24" fmla="*/ 89 w 106"/>
                <a:gd name="T25" fmla="*/ 2 h 36"/>
                <a:gd name="T26" fmla="*/ 86 w 106"/>
                <a:gd name="T27" fmla="*/ 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36">
                  <a:moveTo>
                    <a:pt x="86" y="8"/>
                  </a:moveTo>
                  <a:cubicBezTo>
                    <a:pt x="83" y="3"/>
                    <a:pt x="83" y="3"/>
                    <a:pt x="83" y="3"/>
                  </a:cubicBezTo>
                  <a:cubicBezTo>
                    <a:pt x="74" y="5"/>
                    <a:pt x="65" y="8"/>
                    <a:pt x="57" y="11"/>
                  </a:cubicBezTo>
                  <a:cubicBezTo>
                    <a:pt x="55" y="12"/>
                    <a:pt x="53" y="13"/>
                    <a:pt x="51" y="13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1"/>
                  </a:cubicBezTo>
                  <a:cubicBezTo>
                    <a:pt x="13" y="21"/>
                    <a:pt x="6" y="22"/>
                    <a:pt x="0" y="21"/>
                  </a:cubicBezTo>
                  <a:cubicBezTo>
                    <a:pt x="5" y="26"/>
                    <a:pt x="15" y="34"/>
                    <a:pt x="26" y="36"/>
                  </a:cubicBezTo>
                  <a:cubicBezTo>
                    <a:pt x="40" y="34"/>
                    <a:pt x="51" y="30"/>
                    <a:pt x="63" y="26"/>
                  </a:cubicBezTo>
                  <a:cubicBezTo>
                    <a:pt x="73" y="23"/>
                    <a:pt x="82" y="20"/>
                    <a:pt x="93" y="18"/>
                  </a:cubicBezTo>
                  <a:cubicBezTo>
                    <a:pt x="100" y="12"/>
                    <a:pt x="104" y="4"/>
                    <a:pt x="106" y="0"/>
                  </a:cubicBezTo>
                  <a:cubicBezTo>
                    <a:pt x="100" y="0"/>
                    <a:pt x="94" y="1"/>
                    <a:pt x="89" y="2"/>
                  </a:cubicBezTo>
                  <a:lnTo>
                    <a:pt x="86" y="8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07" name="Group 27"/>
          <p:cNvGrpSpPr>
            <a:grpSpLocks noChangeAspect="1"/>
          </p:cNvGrpSpPr>
          <p:nvPr/>
        </p:nvGrpSpPr>
        <p:grpSpPr bwMode="auto">
          <a:xfrm>
            <a:off x="3741745" y="811220"/>
            <a:ext cx="1698625" cy="1035050"/>
            <a:chOff x="2378" y="486"/>
            <a:chExt cx="1070" cy="652"/>
          </a:xfrm>
        </p:grpSpPr>
        <p:sp>
          <p:nvSpPr>
            <p:cNvPr id="508" name="AutoShape 26"/>
            <p:cNvSpPr>
              <a:spLocks noChangeAspect="1" noChangeArrowheads="1" noTextEdit="1"/>
            </p:cNvSpPr>
            <p:nvPr/>
          </p:nvSpPr>
          <p:spPr bwMode="auto">
            <a:xfrm>
              <a:off x="2378" y="486"/>
              <a:ext cx="1070" cy="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9" name="Freeform 28"/>
            <p:cNvSpPr>
              <a:spLocks/>
            </p:cNvSpPr>
            <p:nvPr/>
          </p:nvSpPr>
          <p:spPr bwMode="auto">
            <a:xfrm>
              <a:off x="2763" y="486"/>
              <a:ext cx="300" cy="356"/>
            </a:xfrm>
            <a:custGeom>
              <a:avLst/>
              <a:gdLst>
                <a:gd name="T0" fmla="*/ 17 w 126"/>
                <a:gd name="T1" fmla="*/ 149 h 149"/>
                <a:gd name="T2" fmla="*/ 109 w 126"/>
                <a:gd name="T3" fmla="*/ 149 h 149"/>
                <a:gd name="T4" fmla="*/ 126 w 126"/>
                <a:gd name="T5" fmla="*/ 132 h 149"/>
                <a:gd name="T6" fmla="*/ 126 w 126"/>
                <a:gd name="T7" fmla="*/ 17 h 149"/>
                <a:gd name="T8" fmla="*/ 109 w 126"/>
                <a:gd name="T9" fmla="*/ 0 h 149"/>
                <a:gd name="T10" fmla="*/ 17 w 126"/>
                <a:gd name="T11" fmla="*/ 0 h 149"/>
                <a:gd name="T12" fmla="*/ 0 w 126"/>
                <a:gd name="T13" fmla="*/ 17 h 149"/>
                <a:gd name="T14" fmla="*/ 0 w 126"/>
                <a:gd name="T15" fmla="*/ 132 h 149"/>
                <a:gd name="T16" fmla="*/ 17 w 126"/>
                <a:gd name="T17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149">
                  <a:moveTo>
                    <a:pt x="17" y="149"/>
                  </a:moveTo>
                  <a:cubicBezTo>
                    <a:pt x="109" y="149"/>
                    <a:pt x="109" y="149"/>
                    <a:pt x="109" y="149"/>
                  </a:cubicBezTo>
                  <a:cubicBezTo>
                    <a:pt x="119" y="149"/>
                    <a:pt x="126" y="142"/>
                    <a:pt x="126" y="132"/>
                  </a:cubicBezTo>
                  <a:cubicBezTo>
                    <a:pt x="126" y="17"/>
                    <a:pt x="126" y="17"/>
                    <a:pt x="126" y="17"/>
                  </a:cubicBezTo>
                  <a:cubicBezTo>
                    <a:pt x="126" y="8"/>
                    <a:pt x="119" y="0"/>
                    <a:pt x="10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42"/>
                    <a:pt x="7" y="149"/>
                    <a:pt x="17" y="149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0" name="Freeform 29"/>
            <p:cNvSpPr>
              <a:spLocks/>
            </p:cNvSpPr>
            <p:nvPr/>
          </p:nvSpPr>
          <p:spPr bwMode="auto">
            <a:xfrm>
              <a:off x="2804" y="656"/>
              <a:ext cx="23" cy="160"/>
            </a:xfrm>
            <a:custGeom>
              <a:avLst/>
              <a:gdLst>
                <a:gd name="T0" fmla="*/ 23 w 23"/>
                <a:gd name="T1" fmla="*/ 160 h 160"/>
                <a:gd name="T2" fmla="*/ 0 w 23"/>
                <a:gd name="T3" fmla="*/ 141 h 160"/>
                <a:gd name="T4" fmla="*/ 0 w 23"/>
                <a:gd name="T5" fmla="*/ 14 h 160"/>
                <a:gd name="T6" fmla="*/ 23 w 23"/>
                <a:gd name="T7" fmla="*/ 0 h 160"/>
                <a:gd name="T8" fmla="*/ 23 w 23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0">
                  <a:moveTo>
                    <a:pt x="23" y="160"/>
                  </a:moveTo>
                  <a:lnTo>
                    <a:pt x="0" y="141"/>
                  </a:lnTo>
                  <a:lnTo>
                    <a:pt x="0" y="14"/>
                  </a:lnTo>
                  <a:lnTo>
                    <a:pt x="23" y="0"/>
                  </a:lnTo>
                  <a:lnTo>
                    <a:pt x="23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1" name="Freeform 30"/>
            <p:cNvSpPr>
              <a:spLocks/>
            </p:cNvSpPr>
            <p:nvPr/>
          </p:nvSpPr>
          <p:spPr bwMode="auto">
            <a:xfrm>
              <a:off x="2999" y="656"/>
              <a:ext cx="23" cy="160"/>
            </a:xfrm>
            <a:custGeom>
              <a:avLst/>
              <a:gdLst>
                <a:gd name="T0" fmla="*/ 0 w 23"/>
                <a:gd name="T1" fmla="*/ 160 h 160"/>
                <a:gd name="T2" fmla="*/ 23 w 23"/>
                <a:gd name="T3" fmla="*/ 141 h 160"/>
                <a:gd name="T4" fmla="*/ 23 w 23"/>
                <a:gd name="T5" fmla="*/ 14 h 160"/>
                <a:gd name="T6" fmla="*/ 0 w 23"/>
                <a:gd name="T7" fmla="*/ 0 h 160"/>
                <a:gd name="T8" fmla="*/ 0 w 23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0">
                  <a:moveTo>
                    <a:pt x="0" y="160"/>
                  </a:moveTo>
                  <a:lnTo>
                    <a:pt x="23" y="141"/>
                  </a:lnTo>
                  <a:lnTo>
                    <a:pt x="23" y="14"/>
                  </a:lnTo>
                  <a:lnTo>
                    <a:pt x="0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31"/>
            <p:cNvSpPr>
              <a:spLocks noEditPoints="1"/>
            </p:cNvSpPr>
            <p:nvPr/>
          </p:nvSpPr>
          <p:spPr bwMode="auto">
            <a:xfrm>
              <a:off x="2873" y="691"/>
              <a:ext cx="78" cy="84"/>
            </a:xfrm>
            <a:custGeom>
              <a:avLst/>
              <a:gdLst>
                <a:gd name="T0" fmla="*/ 17 w 33"/>
                <a:gd name="T1" fmla="*/ 0 h 35"/>
                <a:gd name="T2" fmla="*/ 0 w 33"/>
                <a:gd name="T3" fmla="*/ 17 h 35"/>
                <a:gd name="T4" fmla="*/ 17 w 33"/>
                <a:gd name="T5" fmla="*/ 35 h 35"/>
                <a:gd name="T6" fmla="*/ 33 w 33"/>
                <a:gd name="T7" fmla="*/ 17 h 35"/>
                <a:gd name="T8" fmla="*/ 17 w 33"/>
                <a:gd name="T9" fmla="*/ 0 h 35"/>
                <a:gd name="T10" fmla="*/ 17 w 33"/>
                <a:gd name="T11" fmla="*/ 30 h 35"/>
                <a:gd name="T12" fmla="*/ 5 w 33"/>
                <a:gd name="T13" fmla="*/ 17 h 35"/>
                <a:gd name="T14" fmla="*/ 17 w 33"/>
                <a:gd name="T15" fmla="*/ 5 h 35"/>
                <a:gd name="T16" fmla="*/ 28 w 33"/>
                <a:gd name="T17" fmla="*/ 17 h 35"/>
                <a:gd name="T18" fmla="*/ 17 w 33"/>
                <a:gd name="T1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5">
                  <a:moveTo>
                    <a:pt x="17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5"/>
                    <a:pt x="17" y="35"/>
                  </a:cubicBezTo>
                  <a:cubicBezTo>
                    <a:pt x="26" y="35"/>
                    <a:pt x="33" y="27"/>
                    <a:pt x="33" y="17"/>
                  </a:cubicBezTo>
                  <a:cubicBezTo>
                    <a:pt x="33" y="8"/>
                    <a:pt x="26" y="0"/>
                    <a:pt x="17" y="0"/>
                  </a:cubicBezTo>
                  <a:close/>
                  <a:moveTo>
                    <a:pt x="17" y="30"/>
                  </a:moveTo>
                  <a:cubicBezTo>
                    <a:pt x="10" y="30"/>
                    <a:pt x="5" y="24"/>
                    <a:pt x="5" y="17"/>
                  </a:cubicBezTo>
                  <a:cubicBezTo>
                    <a:pt x="5" y="10"/>
                    <a:pt x="10" y="5"/>
                    <a:pt x="17" y="5"/>
                  </a:cubicBezTo>
                  <a:cubicBezTo>
                    <a:pt x="23" y="5"/>
                    <a:pt x="28" y="10"/>
                    <a:pt x="28" y="17"/>
                  </a:cubicBezTo>
                  <a:cubicBezTo>
                    <a:pt x="28" y="24"/>
                    <a:pt x="23" y="30"/>
                    <a:pt x="17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32"/>
            <p:cNvSpPr>
              <a:spLocks/>
            </p:cNvSpPr>
            <p:nvPr/>
          </p:nvSpPr>
          <p:spPr bwMode="auto">
            <a:xfrm>
              <a:off x="2851" y="682"/>
              <a:ext cx="45" cy="36"/>
            </a:xfrm>
            <a:custGeom>
              <a:avLst/>
              <a:gdLst>
                <a:gd name="T0" fmla="*/ 36 w 45"/>
                <a:gd name="T1" fmla="*/ 36 h 36"/>
                <a:gd name="T2" fmla="*/ 15 w 45"/>
                <a:gd name="T3" fmla="*/ 17 h 36"/>
                <a:gd name="T4" fmla="*/ 0 w 45"/>
                <a:gd name="T5" fmla="*/ 17 h 36"/>
                <a:gd name="T6" fmla="*/ 0 w 45"/>
                <a:gd name="T7" fmla="*/ 0 h 36"/>
                <a:gd name="T8" fmla="*/ 22 w 45"/>
                <a:gd name="T9" fmla="*/ 0 h 36"/>
                <a:gd name="T10" fmla="*/ 45 w 45"/>
                <a:gd name="T11" fmla="*/ 24 h 36"/>
                <a:gd name="T12" fmla="*/ 36 w 45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36">
                  <a:moveTo>
                    <a:pt x="36" y="36"/>
                  </a:moveTo>
                  <a:lnTo>
                    <a:pt x="1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22" y="0"/>
                  </a:lnTo>
                  <a:lnTo>
                    <a:pt x="45" y="24"/>
                  </a:lnTo>
                  <a:lnTo>
                    <a:pt x="36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33"/>
            <p:cNvSpPr>
              <a:spLocks/>
            </p:cNvSpPr>
            <p:nvPr/>
          </p:nvSpPr>
          <p:spPr bwMode="auto">
            <a:xfrm>
              <a:off x="2835" y="670"/>
              <a:ext cx="19" cy="41"/>
            </a:xfrm>
            <a:custGeom>
              <a:avLst/>
              <a:gdLst>
                <a:gd name="T0" fmla="*/ 19 w 19"/>
                <a:gd name="T1" fmla="*/ 0 h 41"/>
                <a:gd name="T2" fmla="*/ 19 w 19"/>
                <a:gd name="T3" fmla="*/ 41 h 41"/>
                <a:gd name="T4" fmla="*/ 0 w 19"/>
                <a:gd name="T5" fmla="*/ 21 h 41"/>
                <a:gd name="T6" fmla="*/ 19 w 19"/>
                <a:gd name="T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41">
                  <a:moveTo>
                    <a:pt x="19" y="0"/>
                  </a:moveTo>
                  <a:lnTo>
                    <a:pt x="19" y="41"/>
                  </a:lnTo>
                  <a:lnTo>
                    <a:pt x="0" y="21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34"/>
            <p:cNvSpPr>
              <a:spLocks/>
            </p:cNvSpPr>
            <p:nvPr/>
          </p:nvSpPr>
          <p:spPr bwMode="auto">
            <a:xfrm>
              <a:off x="2930" y="682"/>
              <a:ext cx="47" cy="36"/>
            </a:xfrm>
            <a:custGeom>
              <a:avLst/>
              <a:gdLst>
                <a:gd name="T0" fmla="*/ 12 w 47"/>
                <a:gd name="T1" fmla="*/ 36 h 36"/>
                <a:gd name="T2" fmla="*/ 0 w 47"/>
                <a:gd name="T3" fmla="*/ 24 h 36"/>
                <a:gd name="T4" fmla="*/ 23 w 47"/>
                <a:gd name="T5" fmla="*/ 0 h 36"/>
                <a:gd name="T6" fmla="*/ 47 w 47"/>
                <a:gd name="T7" fmla="*/ 0 h 36"/>
                <a:gd name="T8" fmla="*/ 47 w 47"/>
                <a:gd name="T9" fmla="*/ 17 h 36"/>
                <a:gd name="T10" fmla="*/ 31 w 47"/>
                <a:gd name="T11" fmla="*/ 17 h 36"/>
                <a:gd name="T12" fmla="*/ 12 w 47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36">
                  <a:moveTo>
                    <a:pt x="12" y="36"/>
                  </a:moveTo>
                  <a:lnTo>
                    <a:pt x="0" y="24"/>
                  </a:lnTo>
                  <a:lnTo>
                    <a:pt x="23" y="0"/>
                  </a:lnTo>
                  <a:lnTo>
                    <a:pt x="47" y="0"/>
                  </a:lnTo>
                  <a:lnTo>
                    <a:pt x="47" y="17"/>
                  </a:lnTo>
                  <a:lnTo>
                    <a:pt x="31" y="17"/>
                  </a:lnTo>
                  <a:lnTo>
                    <a:pt x="1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35"/>
            <p:cNvSpPr>
              <a:spLocks/>
            </p:cNvSpPr>
            <p:nvPr/>
          </p:nvSpPr>
          <p:spPr bwMode="auto">
            <a:xfrm>
              <a:off x="2975" y="670"/>
              <a:ext cx="19" cy="41"/>
            </a:xfrm>
            <a:custGeom>
              <a:avLst/>
              <a:gdLst>
                <a:gd name="T0" fmla="*/ 0 w 19"/>
                <a:gd name="T1" fmla="*/ 41 h 41"/>
                <a:gd name="T2" fmla="*/ 0 w 19"/>
                <a:gd name="T3" fmla="*/ 0 h 41"/>
                <a:gd name="T4" fmla="*/ 19 w 19"/>
                <a:gd name="T5" fmla="*/ 21 h 41"/>
                <a:gd name="T6" fmla="*/ 0 w 19"/>
                <a:gd name="T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41">
                  <a:moveTo>
                    <a:pt x="0" y="41"/>
                  </a:moveTo>
                  <a:lnTo>
                    <a:pt x="0" y="0"/>
                  </a:lnTo>
                  <a:lnTo>
                    <a:pt x="19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36"/>
            <p:cNvSpPr>
              <a:spLocks/>
            </p:cNvSpPr>
            <p:nvPr/>
          </p:nvSpPr>
          <p:spPr bwMode="auto">
            <a:xfrm>
              <a:off x="2851" y="749"/>
              <a:ext cx="45" cy="36"/>
            </a:xfrm>
            <a:custGeom>
              <a:avLst/>
              <a:gdLst>
                <a:gd name="T0" fmla="*/ 22 w 45"/>
                <a:gd name="T1" fmla="*/ 36 h 36"/>
                <a:gd name="T2" fmla="*/ 0 w 45"/>
                <a:gd name="T3" fmla="*/ 36 h 36"/>
                <a:gd name="T4" fmla="*/ 0 w 45"/>
                <a:gd name="T5" fmla="*/ 19 h 36"/>
                <a:gd name="T6" fmla="*/ 15 w 45"/>
                <a:gd name="T7" fmla="*/ 19 h 36"/>
                <a:gd name="T8" fmla="*/ 36 w 45"/>
                <a:gd name="T9" fmla="*/ 0 h 36"/>
                <a:gd name="T10" fmla="*/ 45 w 45"/>
                <a:gd name="T11" fmla="*/ 12 h 36"/>
                <a:gd name="T12" fmla="*/ 22 w 45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36">
                  <a:moveTo>
                    <a:pt x="22" y="36"/>
                  </a:moveTo>
                  <a:lnTo>
                    <a:pt x="0" y="36"/>
                  </a:lnTo>
                  <a:lnTo>
                    <a:pt x="0" y="19"/>
                  </a:lnTo>
                  <a:lnTo>
                    <a:pt x="15" y="19"/>
                  </a:lnTo>
                  <a:lnTo>
                    <a:pt x="36" y="0"/>
                  </a:lnTo>
                  <a:lnTo>
                    <a:pt x="45" y="12"/>
                  </a:lnTo>
                  <a:lnTo>
                    <a:pt x="2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37"/>
            <p:cNvSpPr>
              <a:spLocks/>
            </p:cNvSpPr>
            <p:nvPr/>
          </p:nvSpPr>
          <p:spPr bwMode="auto">
            <a:xfrm>
              <a:off x="2835" y="756"/>
              <a:ext cx="19" cy="41"/>
            </a:xfrm>
            <a:custGeom>
              <a:avLst/>
              <a:gdLst>
                <a:gd name="T0" fmla="*/ 19 w 19"/>
                <a:gd name="T1" fmla="*/ 0 h 41"/>
                <a:gd name="T2" fmla="*/ 19 w 19"/>
                <a:gd name="T3" fmla="*/ 41 h 41"/>
                <a:gd name="T4" fmla="*/ 0 w 19"/>
                <a:gd name="T5" fmla="*/ 21 h 41"/>
                <a:gd name="T6" fmla="*/ 19 w 19"/>
                <a:gd name="T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41">
                  <a:moveTo>
                    <a:pt x="19" y="0"/>
                  </a:moveTo>
                  <a:lnTo>
                    <a:pt x="19" y="41"/>
                  </a:lnTo>
                  <a:lnTo>
                    <a:pt x="0" y="21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38"/>
            <p:cNvSpPr>
              <a:spLocks/>
            </p:cNvSpPr>
            <p:nvPr/>
          </p:nvSpPr>
          <p:spPr bwMode="auto">
            <a:xfrm>
              <a:off x="2930" y="749"/>
              <a:ext cx="47" cy="36"/>
            </a:xfrm>
            <a:custGeom>
              <a:avLst/>
              <a:gdLst>
                <a:gd name="T0" fmla="*/ 47 w 47"/>
                <a:gd name="T1" fmla="*/ 36 h 36"/>
                <a:gd name="T2" fmla="*/ 23 w 47"/>
                <a:gd name="T3" fmla="*/ 36 h 36"/>
                <a:gd name="T4" fmla="*/ 0 w 47"/>
                <a:gd name="T5" fmla="*/ 12 h 36"/>
                <a:gd name="T6" fmla="*/ 12 w 47"/>
                <a:gd name="T7" fmla="*/ 0 h 36"/>
                <a:gd name="T8" fmla="*/ 31 w 47"/>
                <a:gd name="T9" fmla="*/ 19 h 36"/>
                <a:gd name="T10" fmla="*/ 47 w 47"/>
                <a:gd name="T11" fmla="*/ 19 h 36"/>
                <a:gd name="T12" fmla="*/ 47 w 47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36">
                  <a:moveTo>
                    <a:pt x="47" y="36"/>
                  </a:moveTo>
                  <a:lnTo>
                    <a:pt x="23" y="36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31" y="19"/>
                  </a:lnTo>
                  <a:lnTo>
                    <a:pt x="47" y="19"/>
                  </a:lnTo>
                  <a:lnTo>
                    <a:pt x="47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39"/>
            <p:cNvSpPr>
              <a:spLocks/>
            </p:cNvSpPr>
            <p:nvPr/>
          </p:nvSpPr>
          <p:spPr bwMode="auto">
            <a:xfrm>
              <a:off x="2975" y="756"/>
              <a:ext cx="19" cy="41"/>
            </a:xfrm>
            <a:custGeom>
              <a:avLst/>
              <a:gdLst>
                <a:gd name="T0" fmla="*/ 0 w 19"/>
                <a:gd name="T1" fmla="*/ 41 h 41"/>
                <a:gd name="T2" fmla="*/ 0 w 19"/>
                <a:gd name="T3" fmla="*/ 0 h 41"/>
                <a:gd name="T4" fmla="*/ 19 w 19"/>
                <a:gd name="T5" fmla="*/ 21 h 41"/>
                <a:gd name="T6" fmla="*/ 0 w 19"/>
                <a:gd name="T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41">
                  <a:moveTo>
                    <a:pt x="0" y="41"/>
                  </a:moveTo>
                  <a:lnTo>
                    <a:pt x="0" y="0"/>
                  </a:lnTo>
                  <a:lnTo>
                    <a:pt x="19" y="2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Rectangle 40"/>
            <p:cNvSpPr>
              <a:spLocks noChangeArrowheads="1"/>
            </p:cNvSpPr>
            <p:nvPr/>
          </p:nvSpPr>
          <p:spPr bwMode="auto">
            <a:xfrm>
              <a:off x="2816" y="519"/>
              <a:ext cx="33" cy="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Rectangle 41"/>
            <p:cNvSpPr>
              <a:spLocks noChangeArrowheads="1"/>
            </p:cNvSpPr>
            <p:nvPr/>
          </p:nvSpPr>
          <p:spPr bwMode="auto">
            <a:xfrm>
              <a:off x="2977" y="519"/>
              <a:ext cx="34" cy="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Rectangle 42"/>
            <p:cNvSpPr>
              <a:spLocks noChangeArrowheads="1"/>
            </p:cNvSpPr>
            <p:nvPr/>
          </p:nvSpPr>
          <p:spPr bwMode="auto">
            <a:xfrm>
              <a:off x="2816" y="598"/>
              <a:ext cx="33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Rectangle 43"/>
            <p:cNvSpPr>
              <a:spLocks noChangeArrowheads="1"/>
            </p:cNvSpPr>
            <p:nvPr/>
          </p:nvSpPr>
          <p:spPr bwMode="auto">
            <a:xfrm>
              <a:off x="2977" y="598"/>
              <a:ext cx="34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44"/>
            <p:cNvSpPr>
              <a:spLocks/>
            </p:cNvSpPr>
            <p:nvPr/>
          </p:nvSpPr>
          <p:spPr bwMode="auto">
            <a:xfrm>
              <a:off x="2818" y="522"/>
              <a:ext cx="190" cy="103"/>
            </a:xfrm>
            <a:custGeom>
              <a:avLst/>
              <a:gdLst>
                <a:gd name="T0" fmla="*/ 185 w 190"/>
                <a:gd name="T1" fmla="*/ 103 h 103"/>
                <a:gd name="T2" fmla="*/ 0 w 190"/>
                <a:gd name="T3" fmla="*/ 12 h 103"/>
                <a:gd name="T4" fmla="*/ 5 w 190"/>
                <a:gd name="T5" fmla="*/ 0 h 103"/>
                <a:gd name="T6" fmla="*/ 190 w 190"/>
                <a:gd name="T7" fmla="*/ 93 h 103"/>
                <a:gd name="T8" fmla="*/ 185 w 190"/>
                <a:gd name="T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103">
                  <a:moveTo>
                    <a:pt x="185" y="103"/>
                  </a:moveTo>
                  <a:lnTo>
                    <a:pt x="0" y="12"/>
                  </a:lnTo>
                  <a:lnTo>
                    <a:pt x="5" y="0"/>
                  </a:lnTo>
                  <a:lnTo>
                    <a:pt x="190" y="93"/>
                  </a:lnTo>
                  <a:lnTo>
                    <a:pt x="185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45"/>
            <p:cNvSpPr>
              <a:spLocks/>
            </p:cNvSpPr>
            <p:nvPr/>
          </p:nvSpPr>
          <p:spPr bwMode="auto">
            <a:xfrm>
              <a:off x="2830" y="524"/>
              <a:ext cx="173" cy="103"/>
            </a:xfrm>
            <a:custGeom>
              <a:avLst/>
              <a:gdLst>
                <a:gd name="T0" fmla="*/ 5 w 173"/>
                <a:gd name="T1" fmla="*/ 103 h 103"/>
                <a:gd name="T2" fmla="*/ 0 w 173"/>
                <a:gd name="T3" fmla="*/ 93 h 103"/>
                <a:gd name="T4" fmla="*/ 169 w 173"/>
                <a:gd name="T5" fmla="*/ 0 h 103"/>
                <a:gd name="T6" fmla="*/ 173 w 173"/>
                <a:gd name="T7" fmla="*/ 10 h 103"/>
                <a:gd name="T8" fmla="*/ 5 w 173"/>
                <a:gd name="T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03">
                  <a:moveTo>
                    <a:pt x="5" y="103"/>
                  </a:moveTo>
                  <a:lnTo>
                    <a:pt x="0" y="93"/>
                  </a:lnTo>
                  <a:lnTo>
                    <a:pt x="169" y="0"/>
                  </a:lnTo>
                  <a:lnTo>
                    <a:pt x="173" y="10"/>
                  </a:lnTo>
                  <a:lnTo>
                    <a:pt x="5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Rectangle 46"/>
            <p:cNvSpPr>
              <a:spLocks noChangeArrowheads="1"/>
            </p:cNvSpPr>
            <p:nvPr/>
          </p:nvSpPr>
          <p:spPr bwMode="auto">
            <a:xfrm>
              <a:off x="2820" y="529"/>
              <a:ext cx="183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Rectangle 47"/>
            <p:cNvSpPr>
              <a:spLocks noChangeArrowheads="1"/>
            </p:cNvSpPr>
            <p:nvPr/>
          </p:nvSpPr>
          <p:spPr bwMode="auto">
            <a:xfrm>
              <a:off x="2827" y="610"/>
              <a:ext cx="181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48"/>
            <p:cNvSpPr>
              <a:spLocks/>
            </p:cNvSpPr>
            <p:nvPr/>
          </p:nvSpPr>
          <p:spPr bwMode="auto">
            <a:xfrm>
              <a:off x="2376" y="787"/>
              <a:ext cx="299" cy="354"/>
            </a:xfrm>
            <a:custGeom>
              <a:avLst/>
              <a:gdLst>
                <a:gd name="T0" fmla="*/ 16 w 126"/>
                <a:gd name="T1" fmla="*/ 148 h 148"/>
                <a:gd name="T2" fmla="*/ 109 w 126"/>
                <a:gd name="T3" fmla="*/ 148 h 148"/>
                <a:gd name="T4" fmla="*/ 126 w 126"/>
                <a:gd name="T5" fmla="*/ 131 h 148"/>
                <a:gd name="T6" fmla="*/ 126 w 126"/>
                <a:gd name="T7" fmla="*/ 16 h 148"/>
                <a:gd name="T8" fmla="*/ 109 w 126"/>
                <a:gd name="T9" fmla="*/ 0 h 148"/>
                <a:gd name="T10" fmla="*/ 16 w 126"/>
                <a:gd name="T11" fmla="*/ 0 h 148"/>
                <a:gd name="T12" fmla="*/ 0 w 126"/>
                <a:gd name="T13" fmla="*/ 16 h 148"/>
                <a:gd name="T14" fmla="*/ 0 w 126"/>
                <a:gd name="T15" fmla="*/ 131 h 148"/>
                <a:gd name="T16" fmla="*/ 16 w 126"/>
                <a:gd name="T17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148">
                  <a:moveTo>
                    <a:pt x="16" y="148"/>
                  </a:moveTo>
                  <a:cubicBezTo>
                    <a:pt x="109" y="148"/>
                    <a:pt x="109" y="148"/>
                    <a:pt x="109" y="148"/>
                  </a:cubicBezTo>
                  <a:cubicBezTo>
                    <a:pt x="118" y="148"/>
                    <a:pt x="126" y="141"/>
                    <a:pt x="126" y="131"/>
                  </a:cubicBezTo>
                  <a:cubicBezTo>
                    <a:pt x="126" y="16"/>
                    <a:pt x="126" y="16"/>
                    <a:pt x="126" y="16"/>
                  </a:cubicBezTo>
                  <a:cubicBezTo>
                    <a:pt x="126" y="7"/>
                    <a:pt x="118" y="0"/>
                    <a:pt x="10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41"/>
                    <a:pt x="7" y="148"/>
                    <a:pt x="16" y="148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Freeform 49"/>
            <p:cNvSpPr>
              <a:spLocks/>
            </p:cNvSpPr>
            <p:nvPr/>
          </p:nvSpPr>
          <p:spPr bwMode="auto">
            <a:xfrm>
              <a:off x="2416" y="954"/>
              <a:ext cx="22" cy="160"/>
            </a:xfrm>
            <a:custGeom>
              <a:avLst/>
              <a:gdLst>
                <a:gd name="T0" fmla="*/ 22 w 22"/>
                <a:gd name="T1" fmla="*/ 160 h 160"/>
                <a:gd name="T2" fmla="*/ 0 w 22"/>
                <a:gd name="T3" fmla="*/ 141 h 160"/>
                <a:gd name="T4" fmla="*/ 0 w 22"/>
                <a:gd name="T5" fmla="*/ 15 h 160"/>
                <a:gd name="T6" fmla="*/ 22 w 22"/>
                <a:gd name="T7" fmla="*/ 0 h 160"/>
                <a:gd name="T8" fmla="*/ 22 w 22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60">
                  <a:moveTo>
                    <a:pt x="22" y="160"/>
                  </a:moveTo>
                  <a:lnTo>
                    <a:pt x="0" y="141"/>
                  </a:lnTo>
                  <a:lnTo>
                    <a:pt x="0" y="15"/>
                  </a:lnTo>
                  <a:lnTo>
                    <a:pt x="22" y="0"/>
                  </a:lnTo>
                  <a:lnTo>
                    <a:pt x="22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50"/>
            <p:cNvSpPr>
              <a:spLocks/>
            </p:cNvSpPr>
            <p:nvPr/>
          </p:nvSpPr>
          <p:spPr bwMode="auto">
            <a:xfrm>
              <a:off x="2611" y="954"/>
              <a:ext cx="24" cy="160"/>
            </a:xfrm>
            <a:custGeom>
              <a:avLst/>
              <a:gdLst>
                <a:gd name="T0" fmla="*/ 0 w 24"/>
                <a:gd name="T1" fmla="*/ 160 h 160"/>
                <a:gd name="T2" fmla="*/ 24 w 24"/>
                <a:gd name="T3" fmla="*/ 141 h 160"/>
                <a:gd name="T4" fmla="*/ 24 w 24"/>
                <a:gd name="T5" fmla="*/ 15 h 160"/>
                <a:gd name="T6" fmla="*/ 0 w 24"/>
                <a:gd name="T7" fmla="*/ 0 h 160"/>
                <a:gd name="T8" fmla="*/ 0 w 24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60">
                  <a:moveTo>
                    <a:pt x="0" y="160"/>
                  </a:moveTo>
                  <a:lnTo>
                    <a:pt x="24" y="141"/>
                  </a:lnTo>
                  <a:lnTo>
                    <a:pt x="24" y="15"/>
                  </a:lnTo>
                  <a:lnTo>
                    <a:pt x="0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51"/>
            <p:cNvSpPr>
              <a:spLocks noEditPoints="1"/>
            </p:cNvSpPr>
            <p:nvPr/>
          </p:nvSpPr>
          <p:spPr bwMode="auto">
            <a:xfrm>
              <a:off x="2483" y="990"/>
              <a:ext cx="81" cy="84"/>
            </a:xfrm>
            <a:custGeom>
              <a:avLst/>
              <a:gdLst>
                <a:gd name="T0" fmla="*/ 17 w 34"/>
                <a:gd name="T1" fmla="*/ 0 h 35"/>
                <a:gd name="T2" fmla="*/ 0 w 34"/>
                <a:gd name="T3" fmla="*/ 17 h 35"/>
                <a:gd name="T4" fmla="*/ 17 w 34"/>
                <a:gd name="T5" fmla="*/ 35 h 35"/>
                <a:gd name="T6" fmla="*/ 34 w 34"/>
                <a:gd name="T7" fmla="*/ 17 h 35"/>
                <a:gd name="T8" fmla="*/ 17 w 34"/>
                <a:gd name="T9" fmla="*/ 0 h 35"/>
                <a:gd name="T10" fmla="*/ 17 w 34"/>
                <a:gd name="T11" fmla="*/ 30 h 35"/>
                <a:gd name="T12" fmla="*/ 5 w 34"/>
                <a:gd name="T13" fmla="*/ 17 h 35"/>
                <a:gd name="T14" fmla="*/ 17 w 34"/>
                <a:gd name="T15" fmla="*/ 5 h 35"/>
                <a:gd name="T16" fmla="*/ 29 w 34"/>
                <a:gd name="T17" fmla="*/ 17 h 35"/>
                <a:gd name="T18" fmla="*/ 17 w 34"/>
                <a:gd name="T1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17" y="0"/>
                  </a:moveTo>
                  <a:cubicBezTo>
                    <a:pt x="8" y="0"/>
                    <a:pt x="0" y="8"/>
                    <a:pt x="0" y="17"/>
                  </a:cubicBezTo>
                  <a:cubicBezTo>
                    <a:pt x="0" y="27"/>
                    <a:pt x="8" y="35"/>
                    <a:pt x="17" y="35"/>
                  </a:cubicBezTo>
                  <a:cubicBezTo>
                    <a:pt x="27" y="35"/>
                    <a:pt x="34" y="27"/>
                    <a:pt x="34" y="17"/>
                  </a:cubicBezTo>
                  <a:cubicBezTo>
                    <a:pt x="34" y="8"/>
                    <a:pt x="27" y="0"/>
                    <a:pt x="17" y="0"/>
                  </a:cubicBezTo>
                  <a:close/>
                  <a:moveTo>
                    <a:pt x="17" y="30"/>
                  </a:moveTo>
                  <a:cubicBezTo>
                    <a:pt x="11" y="30"/>
                    <a:pt x="5" y="24"/>
                    <a:pt x="5" y="17"/>
                  </a:cubicBezTo>
                  <a:cubicBezTo>
                    <a:pt x="5" y="11"/>
                    <a:pt x="11" y="5"/>
                    <a:pt x="17" y="5"/>
                  </a:cubicBezTo>
                  <a:cubicBezTo>
                    <a:pt x="24" y="5"/>
                    <a:pt x="29" y="11"/>
                    <a:pt x="29" y="17"/>
                  </a:cubicBezTo>
                  <a:cubicBezTo>
                    <a:pt x="29" y="24"/>
                    <a:pt x="24" y="30"/>
                    <a:pt x="17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52"/>
            <p:cNvSpPr>
              <a:spLocks/>
            </p:cNvSpPr>
            <p:nvPr/>
          </p:nvSpPr>
          <p:spPr bwMode="auto">
            <a:xfrm>
              <a:off x="2461" y="980"/>
              <a:ext cx="48" cy="36"/>
            </a:xfrm>
            <a:custGeom>
              <a:avLst/>
              <a:gdLst>
                <a:gd name="T0" fmla="*/ 36 w 48"/>
                <a:gd name="T1" fmla="*/ 36 h 36"/>
                <a:gd name="T2" fmla="*/ 17 w 48"/>
                <a:gd name="T3" fmla="*/ 17 h 36"/>
                <a:gd name="T4" fmla="*/ 0 w 48"/>
                <a:gd name="T5" fmla="*/ 17 h 36"/>
                <a:gd name="T6" fmla="*/ 0 w 48"/>
                <a:gd name="T7" fmla="*/ 0 h 36"/>
                <a:gd name="T8" fmla="*/ 24 w 48"/>
                <a:gd name="T9" fmla="*/ 0 h 36"/>
                <a:gd name="T10" fmla="*/ 48 w 48"/>
                <a:gd name="T11" fmla="*/ 27 h 36"/>
                <a:gd name="T12" fmla="*/ 36 w 48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36">
                  <a:moveTo>
                    <a:pt x="36" y="36"/>
                  </a:moveTo>
                  <a:lnTo>
                    <a:pt x="17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24" y="0"/>
                  </a:lnTo>
                  <a:lnTo>
                    <a:pt x="48" y="27"/>
                  </a:lnTo>
                  <a:lnTo>
                    <a:pt x="36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53"/>
            <p:cNvSpPr>
              <a:spLocks/>
            </p:cNvSpPr>
            <p:nvPr/>
          </p:nvSpPr>
          <p:spPr bwMode="auto">
            <a:xfrm>
              <a:off x="2445" y="969"/>
              <a:ext cx="19" cy="40"/>
            </a:xfrm>
            <a:custGeom>
              <a:avLst/>
              <a:gdLst>
                <a:gd name="T0" fmla="*/ 19 w 19"/>
                <a:gd name="T1" fmla="*/ 0 h 40"/>
                <a:gd name="T2" fmla="*/ 19 w 19"/>
                <a:gd name="T3" fmla="*/ 40 h 40"/>
                <a:gd name="T4" fmla="*/ 0 w 19"/>
                <a:gd name="T5" fmla="*/ 21 h 40"/>
                <a:gd name="T6" fmla="*/ 19 w 19"/>
                <a:gd name="T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40">
                  <a:moveTo>
                    <a:pt x="19" y="0"/>
                  </a:moveTo>
                  <a:lnTo>
                    <a:pt x="19" y="40"/>
                  </a:lnTo>
                  <a:lnTo>
                    <a:pt x="0" y="21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54"/>
            <p:cNvSpPr>
              <a:spLocks/>
            </p:cNvSpPr>
            <p:nvPr/>
          </p:nvSpPr>
          <p:spPr bwMode="auto">
            <a:xfrm>
              <a:off x="2542" y="980"/>
              <a:ext cx="45" cy="36"/>
            </a:xfrm>
            <a:custGeom>
              <a:avLst/>
              <a:gdLst>
                <a:gd name="T0" fmla="*/ 10 w 45"/>
                <a:gd name="T1" fmla="*/ 36 h 36"/>
                <a:gd name="T2" fmla="*/ 0 w 45"/>
                <a:gd name="T3" fmla="*/ 27 h 36"/>
                <a:gd name="T4" fmla="*/ 24 w 45"/>
                <a:gd name="T5" fmla="*/ 0 h 36"/>
                <a:gd name="T6" fmla="*/ 45 w 45"/>
                <a:gd name="T7" fmla="*/ 0 h 36"/>
                <a:gd name="T8" fmla="*/ 45 w 45"/>
                <a:gd name="T9" fmla="*/ 17 h 36"/>
                <a:gd name="T10" fmla="*/ 31 w 45"/>
                <a:gd name="T11" fmla="*/ 17 h 36"/>
                <a:gd name="T12" fmla="*/ 10 w 45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36">
                  <a:moveTo>
                    <a:pt x="10" y="36"/>
                  </a:moveTo>
                  <a:lnTo>
                    <a:pt x="0" y="27"/>
                  </a:lnTo>
                  <a:lnTo>
                    <a:pt x="24" y="0"/>
                  </a:lnTo>
                  <a:lnTo>
                    <a:pt x="45" y="0"/>
                  </a:lnTo>
                  <a:lnTo>
                    <a:pt x="45" y="17"/>
                  </a:lnTo>
                  <a:lnTo>
                    <a:pt x="31" y="17"/>
                  </a:lnTo>
                  <a:lnTo>
                    <a:pt x="1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Freeform 55"/>
            <p:cNvSpPr>
              <a:spLocks/>
            </p:cNvSpPr>
            <p:nvPr/>
          </p:nvSpPr>
          <p:spPr bwMode="auto">
            <a:xfrm>
              <a:off x="2585" y="969"/>
              <a:ext cx="19" cy="40"/>
            </a:xfrm>
            <a:custGeom>
              <a:avLst/>
              <a:gdLst>
                <a:gd name="T0" fmla="*/ 0 w 19"/>
                <a:gd name="T1" fmla="*/ 40 h 40"/>
                <a:gd name="T2" fmla="*/ 0 w 19"/>
                <a:gd name="T3" fmla="*/ 0 h 40"/>
                <a:gd name="T4" fmla="*/ 19 w 19"/>
                <a:gd name="T5" fmla="*/ 21 h 40"/>
                <a:gd name="T6" fmla="*/ 0 w 19"/>
                <a:gd name="T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40">
                  <a:moveTo>
                    <a:pt x="0" y="40"/>
                  </a:moveTo>
                  <a:lnTo>
                    <a:pt x="0" y="0"/>
                  </a:lnTo>
                  <a:lnTo>
                    <a:pt x="19" y="21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56"/>
            <p:cNvSpPr>
              <a:spLocks/>
            </p:cNvSpPr>
            <p:nvPr/>
          </p:nvSpPr>
          <p:spPr bwMode="auto">
            <a:xfrm>
              <a:off x="2461" y="1047"/>
              <a:ext cx="48" cy="36"/>
            </a:xfrm>
            <a:custGeom>
              <a:avLst/>
              <a:gdLst>
                <a:gd name="T0" fmla="*/ 24 w 48"/>
                <a:gd name="T1" fmla="*/ 36 h 36"/>
                <a:gd name="T2" fmla="*/ 0 w 48"/>
                <a:gd name="T3" fmla="*/ 36 h 36"/>
                <a:gd name="T4" fmla="*/ 0 w 48"/>
                <a:gd name="T5" fmla="*/ 19 h 36"/>
                <a:gd name="T6" fmla="*/ 17 w 48"/>
                <a:gd name="T7" fmla="*/ 19 h 36"/>
                <a:gd name="T8" fmla="*/ 36 w 48"/>
                <a:gd name="T9" fmla="*/ 0 h 36"/>
                <a:gd name="T10" fmla="*/ 48 w 48"/>
                <a:gd name="T11" fmla="*/ 12 h 36"/>
                <a:gd name="T12" fmla="*/ 24 w 48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36">
                  <a:moveTo>
                    <a:pt x="24" y="36"/>
                  </a:moveTo>
                  <a:lnTo>
                    <a:pt x="0" y="36"/>
                  </a:lnTo>
                  <a:lnTo>
                    <a:pt x="0" y="19"/>
                  </a:lnTo>
                  <a:lnTo>
                    <a:pt x="17" y="19"/>
                  </a:lnTo>
                  <a:lnTo>
                    <a:pt x="36" y="0"/>
                  </a:lnTo>
                  <a:lnTo>
                    <a:pt x="48" y="12"/>
                  </a:lnTo>
                  <a:lnTo>
                    <a:pt x="2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Freeform 57"/>
            <p:cNvSpPr>
              <a:spLocks/>
            </p:cNvSpPr>
            <p:nvPr/>
          </p:nvSpPr>
          <p:spPr bwMode="auto">
            <a:xfrm>
              <a:off x="2445" y="1057"/>
              <a:ext cx="19" cy="38"/>
            </a:xfrm>
            <a:custGeom>
              <a:avLst/>
              <a:gdLst>
                <a:gd name="T0" fmla="*/ 19 w 19"/>
                <a:gd name="T1" fmla="*/ 0 h 38"/>
                <a:gd name="T2" fmla="*/ 19 w 19"/>
                <a:gd name="T3" fmla="*/ 38 h 38"/>
                <a:gd name="T4" fmla="*/ 0 w 19"/>
                <a:gd name="T5" fmla="*/ 19 h 38"/>
                <a:gd name="T6" fmla="*/ 19 w 1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19" y="0"/>
                  </a:moveTo>
                  <a:lnTo>
                    <a:pt x="19" y="38"/>
                  </a:lnTo>
                  <a:lnTo>
                    <a:pt x="0" y="1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58"/>
            <p:cNvSpPr>
              <a:spLocks/>
            </p:cNvSpPr>
            <p:nvPr/>
          </p:nvSpPr>
          <p:spPr bwMode="auto">
            <a:xfrm>
              <a:off x="2542" y="1047"/>
              <a:ext cx="45" cy="36"/>
            </a:xfrm>
            <a:custGeom>
              <a:avLst/>
              <a:gdLst>
                <a:gd name="T0" fmla="*/ 45 w 45"/>
                <a:gd name="T1" fmla="*/ 36 h 36"/>
                <a:gd name="T2" fmla="*/ 24 w 45"/>
                <a:gd name="T3" fmla="*/ 36 h 36"/>
                <a:gd name="T4" fmla="*/ 0 w 45"/>
                <a:gd name="T5" fmla="*/ 12 h 36"/>
                <a:gd name="T6" fmla="*/ 10 w 45"/>
                <a:gd name="T7" fmla="*/ 0 h 36"/>
                <a:gd name="T8" fmla="*/ 31 w 45"/>
                <a:gd name="T9" fmla="*/ 19 h 36"/>
                <a:gd name="T10" fmla="*/ 45 w 45"/>
                <a:gd name="T11" fmla="*/ 19 h 36"/>
                <a:gd name="T12" fmla="*/ 45 w 45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36">
                  <a:moveTo>
                    <a:pt x="45" y="36"/>
                  </a:moveTo>
                  <a:lnTo>
                    <a:pt x="24" y="36"/>
                  </a:lnTo>
                  <a:lnTo>
                    <a:pt x="0" y="12"/>
                  </a:lnTo>
                  <a:lnTo>
                    <a:pt x="10" y="0"/>
                  </a:lnTo>
                  <a:lnTo>
                    <a:pt x="31" y="19"/>
                  </a:lnTo>
                  <a:lnTo>
                    <a:pt x="45" y="19"/>
                  </a:lnTo>
                  <a:lnTo>
                    <a:pt x="4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Freeform 59"/>
            <p:cNvSpPr>
              <a:spLocks/>
            </p:cNvSpPr>
            <p:nvPr/>
          </p:nvSpPr>
          <p:spPr bwMode="auto">
            <a:xfrm>
              <a:off x="2585" y="1057"/>
              <a:ext cx="19" cy="38"/>
            </a:xfrm>
            <a:custGeom>
              <a:avLst/>
              <a:gdLst>
                <a:gd name="T0" fmla="*/ 0 w 19"/>
                <a:gd name="T1" fmla="*/ 38 h 38"/>
                <a:gd name="T2" fmla="*/ 0 w 19"/>
                <a:gd name="T3" fmla="*/ 0 h 38"/>
                <a:gd name="T4" fmla="*/ 19 w 19"/>
                <a:gd name="T5" fmla="*/ 19 h 38"/>
                <a:gd name="T6" fmla="*/ 0 w 19"/>
                <a:gd name="T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0" y="38"/>
                  </a:moveTo>
                  <a:lnTo>
                    <a:pt x="0" y="0"/>
                  </a:lnTo>
                  <a:lnTo>
                    <a:pt x="19" y="19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Rectangle 60"/>
            <p:cNvSpPr>
              <a:spLocks noChangeArrowheads="1"/>
            </p:cNvSpPr>
            <p:nvPr/>
          </p:nvSpPr>
          <p:spPr bwMode="auto">
            <a:xfrm>
              <a:off x="2428" y="820"/>
              <a:ext cx="33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Rectangle 61"/>
            <p:cNvSpPr>
              <a:spLocks noChangeArrowheads="1"/>
            </p:cNvSpPr>
            <p:nvPr/>
          </p:nvSpPr>
          <p:spPr bwMode="auto">
            <a:xfrm>
              <a:off x="2590" y="820"/>
              <a:ext cx="31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Rectangle 62"/>
            <p:cNvSpPr>
              <a:spLocks noChangeArrowheads="1"/>
            </p:cNvSpPr>
            <p:nvPr/>
          </p:nvSpPr>
          <p:spPr bwMode="auto">
            <a:xfrm>
              <a:off x="2428" y="897"/>
              <a:ext cx="33" cy="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Rectangle 63"/>
            <p:cNvSpPr>
              <a:spLocks noChangeArrowheads="1"/>
            </p:cNvSpPr>
            <p:nvPr/>
          </p:nvSpPr>
          <p:spPr bwMode="auto">
            <a:xfrm>
              <a:off x="2590" y="897"/>
              <a:ext cx="31" cy="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Freeform 64"/>
            <p:cNvSpPr>
              <a:spLocks/>
            </p:cNvSpPr>
            <p:nvPr/>
          </p:nvSpPr>
          <p:spPr bwMode="auto">
            <a:xfrm>
              <a:off x="2430" y="820"/>
              <a:ext cx="191" cy="106"/>
            </a:xfrm>
            <a:custGeom>
              <a:avLst/>
              <a:gdLst>
                <a:gd name="T0" fmla="*/ 186 w 191"/>
                <a:gd name="T1" fmla="*/ 106 h 106"/>
                <a:gd name="T2" fmla="*/ 0 w 191"/>
                <a:gd name="T3" fmla="*/ 12 h 106"/>
                <a:gd name="T4" fmla="*/ 5 w 191"/>
                <a:gd name="T5" fmla="*/ 0 h 106"/>
                <a:gd name="T6" fmla="*/ 191 w 191"/>
                <a:gd name="T7" fmla="*/ 94 h 106"/>
                <a:gd name="T8" fmla="*/ 186 w 191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106">
                  <a:moveTo>
                    <a:pt x="186" y="106"/>
                  </a:moveTo>
                  <a:lnTo>
                    <a:pt x="0" y="12"/>
                  </a:lnTo>
                  <a:lnTo>
                    <a:pt x="5" y="0"/>
                  </a:lnTo>
                  <a:lnTo>
                    <a:pt x="191" y="94"/>
                  </a:lnTo>
                  <a:lnTo>
                    <a:pt x="186" y="1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Freeform 65"/>
            <p:cNvSpPr>
              <a:spLocks/>
            </p:cNvSpPr>
            <p:nvPr/>
          </p:nvSpPr>
          <p:spPr bwMode="auto">
            <a:xfrm>
              <a:off x="2442" y="825"/>
              <a:ext cx="174" cy="101"/>
            </a:xfrm>
            <a:custGeom>
              <a:avLst/>
              <a:gdLst>
                <a:gd name="T0" fmla="*/ 5 w 174"/>
                <a:gd name="T1" fmla="*/ 101 h 101"/>
                <a:gd name="T2" fmla="*/ 0 w 174"/>
                <a:gd name="T3" fmla="*/ 91 h 101"/>
                <a:gd name="T4" fmla="*/ 169 w 174"/>
                <a:gd name="T5" fmla="*/ 0 h 101"/>
                <a:gd name="T6" fmla="*/ 174 w 174"/>
                <a:gd name="T7" fmla="*/ 10 h 101"/>
                <a:gd name="T8" fmla="*/ 5 w 174"/>
                <a:gd name="T9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101">
                  <a:moveTo>
                    <a:pt x="5" y="101"/>
                  </a:moveTo>
                  <a:lnTo>
                    <a:pt x="0" y="91"/>
                  </a:lnTo>
                  <a:lnTo>
                    <a:pt x="169" y="0"/>
                  </a:lnTo>
                  <a:lnTo>
                    <a:pt x="174" y="10"/>
                  </a:lnTo>
                  <a:lnTo>
                    <a:pt x="5" y="1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Rectangle 66"/>
            <p:cNvSpPr>
              <a:spLocks noChangeArrowheads="1"/>
            </p:cNvSpPr>
            <p:nvPr/>
          </p:nvSpPr>
          <p:spPr bwMode="auto">
            <a:xfrm>
              <a:off x="2430" y="828"/>
              <a:ext cx="186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Rectangle 67"/>
            <p:cNvSpPr>
              <a:spLocks noChangeArrowheads="1"/>
            </p:cNvSpPr>
            <p:nvPr/>
          </p:nvSpPr>
          <p:spPr bwMode="auto">
            <a:xfrm>
              <a:off x="2440" y="909"/>
              <a:ext cx="181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Freeform 68"/>
            <p:cNvSpPr>
              <a:spLocks/>
            </p:cNvSpPr>
            <p:nvPr/>
          </p:nvSpPr>
          <p:spPr bwMode="auto">
            <a:xfrm>
              <a:off x="3146" y="787"/>
              <a:ext cx="300" cy="354"/>
            </a:xfrm>
            <a:custGeom>
              <a:avLst/>
              <a:gdLst>
                <a:gd name="T0" fmla="*/ 16 w 126"/>
                <a:gd name="T1" fmla="*/ 148 h 148"/>
                <a:gd name="T2" fmla="*/ 109 w 126"/>
                <a:gd name="T3" fmla="*/ 148 h 148"/>
                <a:gd name="T4" fmla="*/ 126 w 126"/>
                <a:gd name="T5" fmla="*/ 131 h 148"/>
                <a:gd name="T6" fmla="*/ 126 w 126"/>
                <a:gd name="T7" fmla="*/ 16 h 148"/>
                <a:gd name="T8" fmla="*/ 109 w 126"/>
                <a:gd name="T9" fmla="*/ 0 h 148"/>
                <a:gd name="T10" fmla="*/ 16 w 126"/>
                <a:gd name="T11" fmla="*/ 0 h 148"/>
                <a:gd name="T12" fmla="*/ 0 w 126"/>
                <a:gd name="T13" fmla="*/ 16 h 148"/>
                <a:gd name="T14" fmla="*/ 0 w 126"/>
                <a:gd name="T15" fmla="*/ 131 h 148"/>
                <a:gd name="T16" fmla="*/ 16 w 126"/>
                <a:gd name="T17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148">
                  <a:moveTo>
                    <a:pt x="16" y="148"/>
                  </a:moveTo>
                  <a:cubicBezTo>
                    <a:pt x="109" y="148"/>
                    <a:pt x="109" y="148"/>
                    <a:pt x="109" y="148"/>
                  </a:cubicBezTo>
                  <a:cubicBezTo>
                    <a:pt x="119" y="148"/>
                    <a:pt x="126" y="141"/>
                    <a:pt x="126" y="131"/>
                  </a:cubicBezTo>
                  <a:cubicBezTo>
                    <a:pt x="126" y="16"/>
                    <a:pt x="126" y="16"/>
                    <a:pt x="126" y="16"/>
                  </a:cubicBezTo>
                  <a:cubicBezTo>
                    <a:pt x="126" y="7"/>
                    <a:pt x="119" y="0"/>
                    <a:pt x="10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41"/>
                    <a:pt x="7" y="148"/>
                    <a:pt x="16" y="148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Freeform 69"/>
            <p:cNvSpPr>
              <a:spLocks/>
            </p:cNvSpPr>
            <p:nvPr/>
          </p:nvSpPr>
          <p:spPr bwMode="auto">
            <a:xfrm>
              <a:off x="3186" y="954"/>
              <a:ext cx="24" cy="160"/>
            </a:xfrm>
            <a:custGeom>
              <a:avLst/>
              <a:gdLst>
                <a:gd name="T0" fmla="*/ 24 w 24"/>
                <a:gd name="T1" fmla="*/ 160 h 160"/>
                <a:gd name="T2" fmla="*/ 0 w 24"/>
                <a:gd name="T3" fmla="*/ 141 h 160"/>
                <a:gd name="T4" fmla="*/ 0 w 24"/>
                <a:gd name="T5" fmla="*/ 15 h 160"/>
                <a:gd name="T6" fmla="*/ 24 w 24"/>
                <a:gd name="T7" fmla="*/ 0 h 160"/>
                <a:gd name="T8" fmla="*/ 24 w 24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60">
                  <a:moveTo>
                    <a:pt x="24" y="160"/>
                  </a:moveTo>
                  <a:lnTo>
                    <a:pt x="0" y="141"/>
                  </a:lnTo>
                  <a:lnTo>
                    <a:pt x="0" y="15"/>
                  </a:lnTo>
                  <a:lnTo>
                    <a:pt x="24" y="0"/>
                  </a:lnTo>
                  <a:lnTo>
                    <a:pt x="24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Freeform 70"/>
            <p:cNvSpPr>
              <a:spLocks/>
            </p:cNvSpPr>
            <p:nvPr/>
          </p:nvSpPr>
          <p:spPr bwMode="auto">
            <a:xfrm>
              <a:off x="3381" y="954"/>
              <a:ext cx="24" cy="160"/>
            </a:xfrm>
            <a:custGeom>
              <a:avLst/>
              <a:gdLst>
                <a:gd name="T0" fmla="*/ 0 w 24"/>
                <a:gd name="T1" fmla="*/ 160 h 160"/>
                <a:gd name="T2" fmla="*/ 24 w 24"/>
                <a:gd name="T3" fmla="*/ 141 h 160"/>
                <a:gd name="T4" fmla="*/ 24 w 24"/>
                <a:gd name="T5" fmla="*/ 15 h 160"/>
                <a:gd name="T6" fmla="*/ 0 w 24"/>
                <a:gd name="T7" fmla="*/ 0 h 160"/>
                <a:gd name="T8" fmla="*/ 0 w 24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60">
                  <a:moveTo>
                    <a:pt x="0" y="160"/>
                  </a:moveTo>
                  <a:lnTo>
                    <a:pt x="24" y="141"/>
                  </a:lnTo>
                  <a:lnTo>
                    <a:pt x="24" y="15"/>
                  </a:lnTo>
                  <a:lnTo>
                    <a:pt x="0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Freeform 71"/>
            <p:cNvSpPr>
              <a:spLocks noEditPoints="1"/>
            </p:cNvSpPr>
            <p:nvPr/>
          </p:nvSpPr>
          <p:spPr bwMode="auto">
            <a:xfrm>
              <a:off x="3255" y="990"/>
              <a:ext cx="79" cy="84"/>
            </a:xfrm>
            <a:custGeom>
              <a:avLst/>
              <a:gdLst>
                <a:gd name="T0" fmla="*/ 16 w 33"/>
                <a:gd name="T1" fmla="*/ 0 h 35"/>
                <a:gd name="T2" fmla="*/ 0 w 33"/>
                <a:gd name="T3" fmla="*/ 17 h 35"/>
                <a:gd name="T4" fmla="*/ 16 w 33"/>
                <a:gd name="T5" fmla="*/ 35 h 35"/>
                <a:gd name="T6" fmla="*/ 33 w 33"/>
                <a:gd name="T7" fmla="*/ 17 h 35"/>
                <a:gd name="T8" fmla="*/ 16 w 33"/>
                <a:gd name="T9" fmla="*/ 0 h 35"/>
                <a:gd name="T10" fmla="*/ 16 w 33"/>
                <a:gd name="T11" fmla="*/ 30 h 35"/>
                <a:gd name="T12" fmla="*/ 5 w 33"/>
                <a:gd name="T13" fmla="*/ 17 h 35"/>
                <a:gd name="T14" fmla="*/ 16 w 33"/>
                <a:gd name="T15" fmla="*/ 5 h 35"/>
                <a:gd name="T16" fmla="*/ 28 w 33"/>
                <a:gd name="T17" fmla="*/ 17 h 35"/>
                <a:gd name="T18" fmla="*/ 16 w 33"/>
                <a:gd name="T1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5">
                  <a:moveTo>
                    <a:pt x="16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5"/>
                    <a:pt x="16" y="35"/>
                  </a:cubicBezTo>
                  <a:cubicBezTo>
                    <a:pt x="26" y="35"/>
                    <a:pt x="33" y="27"/>
                    <a:pt x="33" y="17"/>
                  </a:cubicBezTo>
                  <a:cubicBezTo>
                    <a:pt x="33" y="8"/>
                    <a:pt x="26" y="0"/>
                    <a:pt x="16" y="0"/>
                  </a:cubicBezTo>
                  <a:close/>
                  <a:moveTo>
                    <a:pt x="16" y="30"/>
                  </a:moveTo>
                  <a:cubicBezTo>
                    <a:pt x="10" y="30"/>
                    <a:pt x="5" y="24"/>
                    <a:pt x="5" y="17"/>
                  </a:cubicBezTo>
                  <a:cubicBezTo>
                    <a:pt x="5" y="11"/>
                    <a:pt x="10" y="5"/>
                    <a:pt x="16" y="5"/>
                  </a:cubicBezTo>
                  <a:cubicBezTo>
                    <a:pt x="23" y="5"/>
                    <a:pt x="28" y="11"/>
                    <a:pt x="28" y="17"/>
                  </a:cubicBezTo>
                  <a:cubicBezTo>
                    <a:pt x="28" y="24"/>
                    <a:pt x="23" y="30"/>
                    <a:pt x="1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Freeform 72"/>
            <p:cNvSpPr>
              <a:spLocks/>
            </p:cNvSpPr>
            <p:nvPr/>
          </p:nvSpPr>
          <p:spPr bwMode="auto">
            <a:xfrm>
              <a:off x="3232" y="980"/>
              <a:ext cx="47" cy="36"/>
            </a:xfrm>
            <a:custGeom>
              <a:avLst/>
              <a:gdLst>
                <a:gd name="T0" fmla="*/ 35 w 47"/>
                <a:gd name="T1" fmla="*/ 36 h 36"/>
                <a:gd name="T2" fmla="*/ 16 w 47"/>
                <a:gd name="T3" fmla="*/ 17 h 36"/>
                <a:gd name="T4" fmla="*/ 0 w 47"/>
                <a:gd name="T5" fmla="*/ 17 h 36"/>
                <a:gd name="T6" fmla="*/ 0 w 47"/>
                <a:gd name="T7" fmla="*/ 0 h 36"/>
                <a:gd name="T8" fmla="*/ 23 w 47"/>
                <a:gd name="T9" fmla="*/ 0 h 36"/>
                <a:gd name="T10" fmla="*/ 47 w 47"/>
                <a:gd name="T11" fmla="*/ 27 h 36"/>
                <a:gd name="T12" fmla="*/ 35 w 47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36">
                  <a:moveTo>
                    <a:pt x="35" y="36"/>
                  </a:moveTo>
                  <a:lnTo>
                    <a:pt x="16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23" y="0"/>
                  </a:lnTo>
                  <a:lnTo>
                    <a:pt x="47" y="27"/>
                  </a:lnTo>
                  <a:lnTo>
                    <a:pt x="3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auto">
            <a:xfrm>
              <a:off x="3217" y="969"/>
              <a:ext cx="19" cy="40"/>
            </a:xfrm>
            <a:custGeom>
              <a:avLst/>
              <a:gdLst>
                <a:gd name="T0" fmla="*/ 19 w 19"/>
                <a:gd name="T1" fmla="*/ 0 h 40"/>
                <a:gd name="T2" fmla="*/ 19 w 19"/>
                <a:gd name="T3" fmla="*/ 40 h 40"/>
                <a:gd name="T4" fmla="*/ 0 w 19"/>
                <a:gd name="T5" fmla="*/ 21 h 40"/>
                <a:gd name="T6" fmla="*/ 19 w 19"/>
                <a:gd name="T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40">
                  <a:moveTo>
                    <a:pt x="19" y="0"/>
                  </a:moveTo>
                  <a:lnTo>
                    <a:pt x="19" y="40"/>
                  </a:lnTo>
                  <a:lnTo>
                    <a:pt x="0" y="21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Freeform 74"/>
            <p:cNvSpPr>
              <a:spLocks/>
            </p:cNvSpPr>
            <p:nvPr/>
          </p:nvSpPr>
          <p:spPr bwMode="auto">
            <a:xfrm>
              <a:off x="3312" y="980"/>
              <a:ext cx="48" cy="36"/>
            </a:xfrm>
            <a:custGeom>
              <a:avLst/>
              <a:gdLst>
                <a:gd name="T0" fmla="*/ 12 w 48"/>
                <a:gd name="T1" fmla="*/ 36 h 36"/>
                <a:gd name="T2" fmla="*/ 0 w 48"/>
                <a:gd name="T3" fmla="*/ 27 h 36"/>
                <a:gd name="T4" fmla="*/ 24 w 48"/>
                <a:gd name="T5" fmla="*/ 0 h 36"/>
                <a:gd name="T6" fmla="*/ 48 w 48"/>
                <a:gd name="T7" fmla="*/ 0 h 36"/>
                <a:gd name="T8" fmla="*/ 48 w 48"/>
                <a:gd name="T9" fmla="*/ 17 h 36"/>
                <a:gd name="T10" fmla="*/ 31 w 48"/>
                <a:gd name="T11" fmla="*/ 17 h 36"/>
                <a:gd name="T12" fmla="*/ 12 w 48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36">
                  <a:moveTo>
                    <a:pt x="12" y="36"/>
                  </a:moveTo>
                  <a:lnTo>
                    <a:pt x="0" y="27"/>
                  </a:lnTo>
                  <a:lnTo>
                    <a:pt x="24" y="0"/>
                  </a:lnTo>
                  <a:lnTo>
                    <a:pt x="48" y="0"/>
                  </a:lnTo>
                  <a:lnTo>
                    <a:pt x="48" y="17"/>
                  </a:lnTo>
                  <a:lnTo>
                    <a:pt x="31" y="17"/>
                  </a:lnTo>
                  <a:lnTo>
                    <a:pt x="1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Freeform 75"/>
            <p:cNvSpPr>
              <a:spLocks/>
            </p:cNvSpPr>
            <p:nvPr/>
          </p:nvSpPr>
          <p:spPr bwMode="auto">
            <a:xfrm>
              <a:off x="3355" y="969"/>
              <a:ext cx="19" cy="40"/>
            </a:xfrm>
            <a:custGeom>
              <a:avLst/>
              <a:gdLst>
                <a:gd name="T0" fmla="*/ 0 w 19"/>
                <a:gd name="T1" fmla="*/ 40 h 40"/>
                <a:gd name="T2" fmla="*/ 0 w 19"/>
                <a:gd name="T3" fmla="*/ 0 h 40"/>
                <a:gd name="T4" fmla="*/ 19 w 19"/>
                <a:gd name="T5" fmla="*/ 21 h 40"/>
                <a:gd name="T6" fmla="*/ 0 w 19"/>
                <a:gd name="T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40">
                  <a:moveTo>
                    <a:pt x="0" y="40"/>
                  </a:moveTo>
                  <a:lnTo>
                    <a:pt x="0" y="0"/>
                  </a:lnTo>
                  <a:lnTo>
                    <a:pt x="19" y="21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Freeform 76"/>
            <p:cNvSpPr>
              <a:spLocks/>
            </p:cNvSpPr>
            <p:nvPr/>
          </p:nvSpPr>
          <p:spPr bwMode="auto">
            <a:xfrm>
              <a:off x="3232" y="1047"/>
              <a:ext cx="47" cy="36"/>
            </a:xfrm>
            <a:custGeom>
              <a:avLst/>
              <a:gdLst>
                <a:gd name="T0" fmla="*/ 23 w 47"/>
                <a:gd name="T1" fmla="*/ 36 h 36"/>
                <a:gd name="T2" fmla="*/ 0 w 47"/>
                <a:gd name="T3" fmla="*/ 36 h 36"/>
                <a:gd name="T4" fmla="*/ 0 w 47"/>
                <a:gd name="T5" fmla="*/ 19 h 36"/>
                <a:gd name="T6" fmla="*/ 16 w 47"/>
                <a:gd name="T7" fmla="*/ 19 h 36"/>
                <a:gd name="T8" fmla="*/ 35 w 47"/>
                <a:gd name="T9" fmla="*/ 0 h 36"/>
                <a:gd name="T10" fmla="*/ 47 w 47"/>
                <a:gd name="T11" fmla="*/ 12 h 36"/>
                <a:gd name="T12" fmla="*/ 23 w 47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36">
                  <a:moveTo>
                    <a:pt x="23" y="36"/>
                  </a:moveTo>
                  <a:lnTo>
                    <a:pt x="0" y="36"/>
                  </a:lnTo>
                  <a:lnTo>
                    <a:pt x="0" y="19"/>
                  </a:lnTo>
                  <a:lnTo>
                    <a:pt x="16" y="19"/>
                  </a:lnTo>
                  <a:lnTo>
                    <a:pt x="35" y="0"/>
                  </a:lnTo>
                  <a:lnTo>
                    <a:pt x="47" y="12"/>
                  </a:lnTo>
                  <a:lnTo>
                    <a:pt x="23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Freeform 77"/>
            <p:cNvSpPr>
              <a:spLocks/>
            </p:cNvSpPr>
            <p:nvPr/>
          </p:nvSpPr>
          <p:spPr bwMode="auto">
            <a:xfrm>
              <a:off x="3217" y="1057"/>
              <a:ext cx="19" cy="38"/>
            </a:xfrm>
            <a:custGeom>
              <a:avLst/>
              <a:gdLst>
                <a:gd name="T0" fmla="*/ 19 w 19"/>
                <a:gd name="T1" fmla="*/ 0 h 38"/>
                <a:gd name="T2" fmla="*/ 19 w 19"/>
                <a:gd name="T3" fmla="*/ 38 h 38"/>
                <a:gd name="T4" fmla="*/ 0 w 19"/>
                <a:gd name="T5" fmla="*/ 19 h 38"/>
                <a:gd name="T6" fmla="*/ 19 w 1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19" y="0"/>
                  </a:moveTo>
                  <a:lnTo>
                    <a:pt x="19" y="38"/>
                  </a:lnTo>
                  <a:lnTo>
                    <a:pt x="0" y="1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Freeform 78"/>
            <p:cNvSpPr>
              <a:spLocks/>
            </p:cNvSpPr>
            <p:nvPr/>
          </p:nvSpPr>
          <p:spPr bwMode="auto">
            <a:xfrm>
              <a:off x="3312" y="1047"/>
              <a:ext cx="48" cy="36"/>
            </a:xfrm>
            <a:custGeom>
              <a:avLst/>
              <a:gdLst>
                <a:gd name="T0" fmla="*/ 48 w 48"/>
                <a:gd name="T1" fmla="*/ 36 h 36"/>
                <a:gd name="T2" fmla="*/ 24 w 48"/>
                <a:gd name="T3" fmla="*/ 36 h 36"/>
                <a:gd name="T4" fmla="*/ 0 w 48"/>
                <a:gd name="T5" fmla="*/ 12 h 36"/>
                <a:gd name="T6" fmla="*/ 12 w 48"/>
                <a:gd name="T7" fmla="*/ 0 h 36"/>
                <a:gd name="T8" fmla="*/ 31 w 48"/>
                <a:gd name="T9" fmla="*/ 19 h 36"/>
                <a:gd name="T10" fmla="*/ 48 w 48"/>
                <a:gd name="T11" fmla="*/ 19 h 36"/>
                <a:gd name="T12" fmla="*/ 48 w 48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36">
                  <a:moveTo>
                    <a:pt x="48" y="36"/>
                  </a:moveTo>
                  <a:lnTo>
                    <a:pt x="24" y="36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31" y="19"/>
                  </a:lnTo>
                  <a:lnTo>
                    <a:pt x="48" y="19"/>
                  </a:lnTo>
                  <a:lnTo>
                    <a:pt x="48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Freeform 79"/>
            <p:cNvSpPr>
              <a:spLocks/>
            </p:cNvSpPr>
            <p:nvPr/>
          </p:nvSpPr>
          <p:spPr bwMode="auto">
            <a:xfrm>
              <a:off x="3355" y="1057"/>
              <a:ext cx="19" cy="38"/>
            </a:xfrm>
            <a:custGeom>
              <a:avLst/>
              <a:gdLst>
                <a:gd name="T0" fmla="*/ 0 w 19"/>
                <a:gd name="T1" fmla="*/ 38 h 38"/>
                <a:gd name="T2" fmla="*/ 0 w 19"/>
                <a:gd name="T3" fmla="*/ 0 h 38"/>
                <a:gd name="T4" fmla="*/ 19 w 19"/>
                <a:gd name="T5" fmla="*/ 19 h 38"/>
                <a:gd name="T6" fmla="*/ 0 w 19"/>
                <a:gd name="T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0" y="38"/>
                  </a:moveTo>
                  <a:lnTo>
                    <a:pt x="0" y="0"/>
                  </a:lnTo>
                  <a:lnTo>
                    <a:pt x="19" y="19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Rectangle 80"/>
            <p:cNvSpPr>
              <a:spLocks noChangeArrowheads="1"/>
            </p:cNvSpPr>
            <p:nvPr/>
          </p:nvSpPr>
          <p:spPr bwMode="auto">
            <a:xfrm>
              <a:off x="3198" y="820"/>
              <a:ext cx="34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Rectangle 81"/>
            <p:cNvSpPr>
              <a:spLocks noChangeArrowheads="1"/>
            </p:cNvSpPr>
            <p:nvPr/>
          </p:nvSpPr>
          <p:spPr bwMode="auto">
            <a:xfrm>
              <a:off x="3360" y="820"/>
              <a:ext cx="31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Rectangle 82"/>
            <p:cNvSpPr>
              <a:spLocks noChangeArrowheads="1"/>
            </p:cNvSpPr>
            <p:nvPr/>
          </p:nvSpPr>
          <p:spPr bwMode="auto">
            <a:xfrm>
              <a:off x="3198" y="897"/>
              <a:ext cx="34" cy="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Rectangle 83"/>
            <p:cNvSpPr>
              <a:spLocks noChangeArrowheads="1"/>
            </p:cNvSpPr>
            <p:nvPr/>
          </p:nvSpPr>
          <p:spPr bwMode="auto">
            <a:xfrm>
              <a:off x="3360" y="897"/>
              <a:ext cx="31" cy="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Freeform 84"/>
            <p:cNvSpPr>
              <a:spLocks/>
            </p:cNvSpPr>
            <p:nvPr/>
          </p:nvSpPr>
          <p:spPr bwMode="auto">
            <a:xfrm>
              <a:off x="3201" y="820"/>
              <a:ext cx="190" cy="106"/>
            </a:xfrm>
            <a:custGeom>
              <a:avLst/>
              <a:gdLst>
                <a:gd name="T0" fmla="*/ 185 w 190"/>
                <a:gd name="T1" fmla="*/ 106 h 106"/>
                <a:gd name="T2" fmla="*/ 0 w 190"/>
                <a:gd name="T3" fmla="*/ 12 h 106"/>
                <a:gd name="T4" fmla="*/ 4 w 190"/>
                <a:gd name="T5" fmla="*/ 0 h 106"/>
                <a:gd name="T6" fmla="*/ 190 w 190"/>
                <a:gd name="T7" fmla="*/ 94 h 106"/>
                <a:gd name="T8" fmla="*/ 185 w 190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106">
                  <a:moveTo>
                    <a:pt x="185" y="106"/>
                  </a:moveTo>
                  <a:lnTo>
                    <a:pt x="0" y="12"/>
                  </a:lnTo>
                  <a:lnTo>
                    <a:pt x="4" y="0"/>
                  </a:lnTo>
                  <a:lnTo>
                    <a:pt x="190" y="94"/>
                  </a:lnTo>
                  <a:lnTo>
                    <a:pt x="185" y="1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Freeform 85"/>
            <p:cNvSpPr>
              <a:spLocks/>
            </p:cNvSpPr>
            <p:nvPr/>
          </p:nvSpPr>
          <p:spPr bwMode="auto">
            <a:xfrm>
              <a:off x="3213" y="825"/>
              <a:ext cx="173" cy="101"/>
            </a:xfrm>
            <a:custGeom>
              <a:avLst/>
              <a:gdLst>
                <a:gd name="T0" fmla="*/ 4 w 173"/>
                <a:gd name="T1" fmla="*/ 101 h 101"/>
                <a:gd name="T2" fmla="*/ 0 w 173"/>
                <a:gd name="T3" fmla="*/ 91 h 101"/>
                <a:gd name="T4" fmla="*/ 168 w 173"/>
                <a:gd name="T5" fmla="*/ 0 h 101"/>
                <a:gd name="T6" fmla="*/ 173 w 173"/>
                <a:gd name="T7" fmla="*/ 10 h 101"/>
                <a:gd name="T8" fmla="*/ 4 w 173"/>
                <a:gd name="T9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01">
                  <a:moveTo>
                    <a:pt x="4" y="101"/>
                  </a:moveTo>
                  <a:lnTo>
                    <a:pt x="0" y="91"/>
                  </a:lnTo>
                  <a:lnTo>
                    <a:pt x="168" y="0"/>
                  </a:lnTo>
                  <a:lnTo>
                    <a:pt x="173" y="10"/>
                  </a:lnTo>
                  <a:lnTo>
                    <a:pt x="4" y="1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Rectangle 86"/>
            <p:cNvSpPr>
              <a:spLocks noChangeArrowheads="1"/>
            </p:cNvSpPr>
            <p:nvPr/>
          </p:nvSpPr>
          <p:spPr bwMode="auto">
            <a:xfrm>
              <a:off x="3203" y="828"/>
              <a:ext cx="183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Rectangle 87"/>
            <p:cNvSpPr>
              <a:spLocks noChangeArrowheads="1"/>
            </p:cNvSpPr>
            <p:nvPr/>
          </p:nvSpPr>
          <p:spPr bwMode="auto">
            <a:xfrm>
              <a:off x="3210" y="909"/>
              <a:ext cx="181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Freeform 88"/>
            <p:cNvSpPr>
              <a:spLocks/>
            </p:cNvSpPr>
            <p:nvPr/>
          </p:nvSpPr>
          <p:spPr bwMode="auto">
            <a:xfrm>
              <a:off x="2509" y="665"/>
              <a:ext cx="259" cy="141"/>
            </a:xfrm>
            <a:custGeom>
              <a:avLst/>
              <a:gdLst>
                <a:gd name="T0" fmla="*/ 259 w 259"/>
                <a:gd name="T1" fmla="*/ 0 h 141"/>
                <a:gd name="T2" fmla="*/ 0 w 259"/>
                <a:gd name="T3" fmla="*/ 141 h 141"/>
                <a:gd name="T4" fmla="*/ 259 w 259"/>
                <a:gd name="T5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9" h="141">
                  <a:moveTo>
                    <a:pt x="259" y="0"/>
                  </a:moveTo>
                  <a:lnTo>
                    <a:pt x="0" y="141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Line 89"/>
            <p:cNvSpPr>
              <a:spLocks noChangeShapeType="1"/>
            </p:cNvSpPr>
            <p:nvPr/>
          </p:nvSpPr>
          <p:spPr bwMode="auto">
            <a:xfrm flipH="1">
              <a:off x="2509" y="665"/>
              <a:ext cx="259" cy="14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" name="Freeform 90"/>
            <p:cNvSpPr>
              <a:spLocks/>
            </p:cNvSpPr>
            <p:nvPr/>
          </p:nvSpPr>
          <p:spPr bwMode="auto">
            <a:xfrm>
              <a:off x="2507" y="656"/>
              <a:ext cx="263" cy="157"/>
            </a:xfrm>
            <a:custGeom>
              <a:avLst/>
              <a:gdLst>
                <a:gd name="T0" fmla="*/ 7 w 263"/>
                <a:gd name="T1" fmla="*/ 157 h 157"/>
                <a:gd name="T2" fmla="*/ 0 w 263"/>
                <a:gd name="T3" fmla="*/ 141 h 157"/>
                <a:gd name="T4" fmla="*/ 256 w 263"/>
                <a:gd name="T5" fmla="*/ 0 h 157"/>
                <a:gd name="T6" fmla="*/ 263 w 263"/>
                <a:gd name="T7" fmla="*/ 16 h 157"/>
                <a:gd name="T8" fmla="*/ 7 w 263"/>
                <a:gd name="T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157">
                  <a:moveTo>
                    <a:pt x="7" y="157"/>
                  </a:moveTo>
                  <a:lnTo>
                    <a:pt x="0" y="141"/>
                  </a:lnTo>
                  <a:lnTo>
                    <a:pt x="256" y="0"/>
                  </a:lnTo>
                  <a:lnTo>
                    <a:pt x="263" y="16"/>
                  </a:lnTo>
                  <a:lnTo>
                    <a:pt x="7" y="157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" name="Oval 91"/>
            <p:cNvSpPr>
              <a:spLocks noChangeArrowheads="1"/>
            </p:cNvSpPr>
            <p:nvPr/>
          </p:nvSpPr>
          <p:spPr bwMode="auto">
            <a:xfrm>
              <a:off x="2635" y="687"/>
              <a:ext cx="64" cy="64"/>
            </a:xfrm>
            <a:prstGeom prst="ellipse">
              <a:avLst/>
            </a:pr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" name="Freeform 92"/>
            <p:cNvSpPr>
              <a:spLocks/>
            </p:cNvSpPr>
            <p:nvPr/>
          </p:nvSpPr>
          <p:spPr bwMode="auto">
            <a:xfrm>
              <a:off x="3051" y="665"/>
              <a:ext cx="257" cy="141"/>
            </a:xfrm>
            <a:custGeom>
              <a:avLst/>
              <a:gdLst>
                <a:gd name="T0" fmla="*/ 0 w 257"/>
                <a:gd name="T1" fmla="*/ 0 h 141"/>
                <a:gd name="T2" fmla="*/ 257 w 257"/>
                <a:gd name="T3" fmla="*/ 141 h 141"/>
                <a:gd name="T4" fmla="*/ 0 w 257"/>
                <a:gd name="T5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7" h="141">
                  <a:moveTo>
                    <a:pt x="0" y="0"/>
                  </a:moveTo>
                  <a:lnTo>
                    <a:pt x="257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" name="Line 93"/>
            <p:cNvSpPr>
              <a:spLocks noChangeShapeType="1"/>
            </p:cNvSpPr>
            <p:nvPr/>
          </p:nvSpPr>
          <p:spPr bwMode="auto">
            <a:xfrm>
              <a:off x="3051" y="665"/>
              <a:ext cx="257" cy="14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1" name="Freeform 94"/>
            <p:cNvSpPr>
              <a:spLocks/>
            </p:cNvSpPr>
            <p:nvPr/>
          </p:nvSpPr>
          <p:spPr bwMode="auto">
            <a:xfrm>
              <a:off x="3046" y="656"/>
              <a:ext cx="266" cy="157"/>
            </a:xfrm>
            <a:custGeom>
              <a:avLst/>
              <a:gdLst>
                <a:gd name="T0" fmla="*/ 257 w 266"/>
                <a:gd name="T1" fmla="*/ 157 h 157"/>
                <a:gd name="T2" fmla="*/ 0 w 266"/>
                <a:gd name="T3" fmla="*/ 16 h 157"/>
                <a:gd name="T4" fmla="*/ 7 w 266"/>
                <a:gd name="T5" fmla="*/ 0 h 157"/>
                <a:gd name="T6" fmla="*/ 266 w 266"/>
                <a:gd name="T7" fmla="*/ 141 h 157"/>
                <a:gd name="T8" fmla="*/ 257 w 266"/>
                <a:gd name="T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157">
                  <a:moveTo>
                    <a:pt x="257" y="157"/>
                  </a:moveTo>
                  <a:lnTo>
                    <a:pt x="0" y="16"/>
                  </a:lnTo>
                  <a:lnTo>
                    <a:pt x="7" y="0"/>
                  </a:lnTo>
                  <a:lnTo>
                    <a:pt x="266" y="141"/>
                  </a:lnTo>
                  <a:lnTo>
                    <a:pt x="257" y="157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2" name="Oval 95"/>
            <p:cNvSpPr>
              <a:spLocks noChangeArrowheads="1"/>
            </p:cNvSpPr>
            <p:nvPr/>
          </p:nvSpPr>
          <p:spPr bwMode="auto">
            <a:xfrm>
              <a:off x="3118" y="687"/>
              <a:ext cx="61" cy="64"/>
            </a:xfrm>
            <a:prstGeom prst="ellipse">
              <a:avLst/>
            </a:pr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3" name="Rectangle 96"/>
            <p:cNvSpPr>
              <a:spLocks noChangeArrowheads="1"/>
            </p:cNvSpPr>
            <p:nvPr/>
          </p:nvSpPr>
          <p:spPr bwMode="auto">
            <a:xfrm>
              <a:off x="2668" y="964"/>
              <a:ext cx="485" cy="19"/>
            </a:xfrm>
            <a:prstGeom prst="rect">
              <a:avLst/>
            </a:pr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4" name="Oval 97"/>
            <p:cNvSpPr>
              <a:spLocks noChangeArrowheads="1"/>
            </p:cNvSpPr>
            <p:nvPr/>
          </p:nvSpPr>
          <p:spPr bwMode="auto">
            <a:xfrm>
              <a:off x="2882" y="940"/>
              <a:ext cx="64" cy="64"/>
            </a:xfrm>
            <a:prstGeom prst="ellipse">
              <a:avLst/>
            </a:pr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16" name="Group 100"/>
          <p:cNvGrpSpPr>
            <a:grpSpLocks noChangeAspect="1"/>
          </p:cNvGrpSpPr>
          <p:nvPr/>
        </p:nvGrpSpPr>
        <p:grpSpPr bwMode="auto">
          <a:xfrm>
            <a:off x="5754695" y="920758"/>
            <a:ext cx="990600" cy="831850"/>
            <a:chOff x="2568" y="1898"/>
            <a:chExt cx="624" cy="524"/>
          </a:xfrm>
        </p:grpSpPr>
        <p:sp>
          <p:nvSpPr>
            <p:cNvPr id="317" name="AutoShape 99"/>
            <p:cNvSpPr>
              <a:spLocks noChangeAspect="1" noChangeArrowheads="1" noTextEdit="1"/>
            </p:cNvSpPr>
            <p:nvPr/>
          </p:nvSpPr>
          <p:spPr bwMode="auto">
            <a:xfrm>
              <a:off x="2568" y="1898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Freeform 101"/>
            <p:cNvSpPr>
              <a:spLocks/>
            </p:cNvSpPr>
            <p:nvPr/>
          </p:nvSpPr>
          <p:spPr bwMode="auto">
            <a:xfrm>
              <a:off x="2566" y="1900"/>
              <a:ext cx="629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9" name="Freeform 102"/>
            <p:cNvSpPr>
              <a:spLocks/>
            </p:cNvSpPr>
            <p:nvPr/>
          </p:nvSpPr>
          <p:spPr bwMode="auto">
            <a:xfrm>
              <a:off x="3022" y="2101"/>
              <a:ext cx="118" cy="127"/>
            </a:xfrm>
            <a:custGeom>
              <a:avLst/>
              <a:gdLst>
                <a:gd name="T0" fmla="*/ 118 w 118"/>
                <a:gd name="T1" fmla="*/ 63 h 127"/>
                <a:gd name="T2" fmla="*/ 46 w 118"/>
                <a:gd name="T3" fmla="*/ 0 h 127"/>
                <a:gd name="T4" fmla="*/ 46 w 118"/>
                <a:gd name="T5" fmla="*/ 48 h 127"/>
                <a:gd name="T6" fmla="*/ 0 w 118"/>
                <a:gd name="T7" fmla="*/ 48 h 127"/>
                <a:gd name="T8" fmla="*/ 0 w 118"/>
                <a:gd name="T9" fmla="*/ 79 h 127"/>
                <a:gd name="T10" fmla="*/ 46 w 118"/>
                <a:gd name="T11" fmla="*/ 79 h 127"/>
                <a:gd name="T12" fmla="*/ 46 w 118"/>
                <a:gd name="T13" fmla="*/ 127 h 127"/>
                <a:gd name="T14" fmla="*/ 118 w 118"/>
                <a:gd name="T15" fmla="*/ 6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" h="127">
                  <a:moveTo>
                    <a:pt x="118" y="63"/>
                  </a:moveTo>
                  <a:lnTo>
                    <a:pt x="46" y="0"/>
                  </a:lnTo>
                  <a:lnTo>
                    <a:pt x="46" y="48"/>
                  </a:lnTo>
                  <a:lnTo>
                    <a:pt x="0" y="48"/>
                  </a:lnTo>
                  <a:lnTo>
                    <a:pt x="0" y="79"/>
                  </a:lnTo>
                  <a:lnTo>
                    <a:pt x="46" y="79"/>
                  </a:lnTo>
                  <a:lnTo>
                    <a:pt x="46" y="127"/>
                  </a:lnTo>
                  <a:lnTo>
                    <a:pt x="118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4" name="Freeform 103"/>
            <p:cNvSpPr>
              <a:spLocks/>
            </p:cNvSpPr>
            <p:nvPr/>
          </p:nvSpPr>
          <p:spPr bwMode="auto">
            <a:xfrm>
              <a:off x="2621" y="2101"/>
              <a:ext cx="110" cy="127"/>
            </a:xfrm>
            <a:custGeom>
              <a:avLst/>
              <a:gdLst>
                <a:gd name="T0" fmla="*/ 0 w 110"/>
                <a:gd name="T1" fmla="*/ 63 h 127"/>
                <a:gd name="T2" fmla="*/ 69 w 110"/>
                <a:gd name="T3" fmla="*/ 127 h 127"/>
                <a:gd name="T4" fmla="*/ 69 w 110"/>
                <a:gd name="T5" fmla="*/ 79 h 127"/>
                <a:gd name="T6" fmla="*/ 110 w 110"/>
                <a:gd name="T7" fmla="*/ 79 h 127"/>
                <a:gd name="T8" fmla="*/ 110 w 110"/>
                <a:gd name="T9" fmla="*/ 48 h 127"/>
                <a:gd name="T10" fmla="*/ 69 w 110"/>
                <a:gd name="T11" fmla="*/ 48 h 127"/>
                <a:gd name="T12" fmla="*/ 69 w 110"/>
                <a:gd name="T13" fmla="*/ 0 h 127"/>
                <a:gd name="T14" fmla="*/ 0 w 110"/>
                <a:gd name="T15" fmla="*/ 6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" h="127">
                  <a:moveTo>
                    <a:pt x="0" y="63"/>
                  </a:moveTo>
                  <a:lnTo>
                    <a:pt x="69" y="127"/>
                  </a:lnTo>
                  <a:lnTo>
                    <a:pt x="69" y="79"/>
                  </a:lnTo>
                  <a:lnTo>
                    <a:pt x="110" y="79"/>
                  </a:lnTo>
                  <a:lnTo>
                    <a:pt x="110" y="48"/>
                  </a:lnTo>
                  <a:lnTo>
                    <a:pt x="69" y="48"/>
                  </a:lnTo>
                  <a:lnTo>
                    <a:pt x="69" y="0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5" name="Freeform 104"/>
            <p:cNvSpPr>
              <a:spLocks noEditPoints="1"/>
            </p:cNvSpPr>
            <p:nvPr/>
          </p:nvSpPr>
          <p:spPr bwMode="auto">
            <a:xfrm>
              <a:off x="2736" y="2015"/>
              <a:ext cx="315" cy="292"/>
            </a:xfrm>
            <a:custGeom>
              <a:avLst/>
              <a:gdLst>
                <a:gd name="T0" fmla="*/ 115 w 132"/>
                <a:gd name="T1" fmla="*/ 57 h 122"/>
                <a:gd name="T2" fmla="*/ 58 w 132"/>
                <a:gd name="T3" fmla="*/ 0 h 122"/>
                <a:gd name="T4" fmla="*/ 0 w 132"/>
                <a:gd name="T5" fmla="*/ 57 h 122"/>
                <a:gd name="T6" fmla="*/ 58 w 132"/>
                <a:gd name="T7" fmla="*/ 115 h 122"/>
                <a:gd name="T8" fmla="*/ 71 w 132"/>
                <a:gd name="T9" fmla="*/ 113 h 122"/>
                <a:gd name="T10" fmla="*/ 96 w 132"/>
                <a:gd name="T11" fmla="*/ 100 h 122"/>
                <a:gd name="T12" fmla="*/ 123 w 132"/>
                <a:gd name="T13" fmla="*/ 122 h 122"/>
                <a:gd name="T14" fmla="*/ 132 w 132"/>
                <a:gd name="T15" fmla="*/ 111 h 122"/>
                <a:gd name="T16" fmla="*/ 105 w 132"/>
                <a:gd name="T17" fmla="*/ 90 h 122"/>
                <a:gd name="T18" fmla="*/ 115 w 132"/>
                <a:gd name="T19" fmla="*/ 57 h 122"/>
                <a:gd name="T20" fmla="*/ 68 w 132"/>
                <a:gd name="T21" fmla="*/ 100 h 122"/>
                <a:gd name="T22" fmla="*/ 58 w 132"/>
                <a:gd name="T23" fmla="*/ 101 h 122"/>
                <a:gd name="T24" fmla="*/ 14 w 132"/>
                <a:gd name="T25" fmla="*/ 57 h 122"/>
                <a:gd name="T26" fmla="*/ 58 w 132"/>
                <a:gd name="T27" fmla="*/ 14 h 122"/>
                <a:gd name="T28" fmla="*/ 102 w 132"/>
                <a:gd name="T29" fmla="*/ 57 h 122"/>
                <a:gd name="T30" fmla="*/ 68 w 132"/>
                <a:gd name="T31" fmla="*/ 10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22">
                  <a:moveTo>
                    <a:pt x="115" y="57"/>
                  </a:moveTo>
                  <a:cubicBezTo>
                    <a:pt x="115" y="26"/>
                    <a:pt x="89" y="0"/>
                    <a:pt x="58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89"/>
                    <a:pt x="26" y="115"/>
                    <a:pt x="58" y="115"/>
                  </a:cubicBezTo>
                  <a:cubicBezTo>
                    <a:pt x="62" y="115"/>
                    <a:pt x="66" y="114"/>
                    <a:pt x="71" y="113"/>
                  </a:cubicBezTo>
                  <a:cubicBezTo>
                    <a:pt x="80" y="111"/>
                    <a:pt x="89" y="107"/>
                    <a:pt x="96" y="100"/>
                  </a:cubicBezTo>
                  <a:cubicBezTo>
                    <a:pt x="123" y="122"/>
                    <a:pt x="123" y="122"/>
                    <a:pt x="123" y="122"/>
                  </a:cubicBezTo>
                  <a:cubicBezTo>
                    <a:pt x="132" y="111"/>
                    <a:pt x="132" y="111"/>
                    <a:pt x="132" y="111"/>
                  </a:cubicBezTo>
                  <a:cubicBezTo>
                    <a:pt x="105" y="90"/>
                    <a:pt x="105" y="90"/>
                    <a:pt x="105" y="90"/>
                  </a:cubicBezTo>
                  <a:cubicBezTo>
                    <a:pt x="111" y="81"/>
                    <a:pt x="115" y="70"/>
                    <a:pt x="115" y="57"/>
                  </a:cubicBezTo>
                  <a:close/>
                  <a:moveTo>
                    <a:pt x="68" y="100"/>
                  </a:moveTo>
                  <a:cubicBezTo>
                    <a:pt x="64" y="101"/>
                    <a:pt x="61" y="101"/>
                    <a:pt x="58" y="101"/>
                  </a:cubicBezTo>
                  <a:cubicBezTo>
                    <a:pt x="34" y="101"/>
                    <a:pt x="14" y="82"/>
                    <a:pt x="14" y="57"/>
                  </a:cubicBezTo>
                  <a:cubicBezTo>
                    <a:pt x="14" y="33"/>
                    <a:pt x="34" y="14"/>
                    <a:pt x="58" y="14"/>
                  </a:cubicBezTo>
                  <a:cubicBezTo>
                    <a:pt x="82" y="14"/>
                    <a:pt x="102" y="33"/>
                    <a:pt x="102" y="57"/>
                  </a:cubicBezTo>
                  <a:cubicBezTo>
                    <a:pt x="102" y="78"/>
                    <a:pt x="88" y="95"/>
                    <a:pt x="68" y="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6" name="Freeform 105"/>
            <p:cNvSpPr>
              <a:spLocks/>
            </p:cNvSpPr>
            <p:nvPr/>
          </p:nvSpPr>
          <p:spPr bwMode="auto">
            <a:xfrm>
              <a:off x="2805" y="2068"/>
              <a:ext cx="138" cy="43"/>
            </a:xfrm>
            <a:custGeom>
              <a:avLst/>
              <a:gdLst>
                <a:gd name="T0" fmla="*/ 31 w 58"/>
                <a:gd name="T1" fmla="*/ 8 h 18"/>
                <a:gd name="T2" fmla="*/ 52 w 58"/>
                <a:gd name="T3" fmla="*/ 18 h 18"/>
                <a:gd name="T4" fmla="*/ 58 w 58"/>
                <a:gd name="T5" fmla="*/ 12 h 18"/>
                <a:gd name="T6" fmla="*/ 31 w 58"/>
                <a:gd name="T7" fmla="*/ 0 h 18"/>
                <a:gd name="T8" fmla="*/ 0 w 58"/>
                <a:gd name="T9" fmla="*/ 12 h 18"/>
                <a:gd name="T10" fmla="*/ 6 w 58"/>
                <a:gd name="T11" fmla="*/ 18 h 18"/>
                <a:gd name="T12" fmla="*/ 31 w 58"/>
                <a:gd name="T13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18">
                  <a:moveTo>
                    <a:pt x="31" y="8"/>
                  </a:moveTo>
                  <a:cubicBezTo>
                    <a:pt x="39" y="9"/>
                    <a:pt x="46" y="12"/>
                    <a:pt x="52" y="18"/>
                  </a:cubicBezTo>
                  <a:cubicBezTo>
                    <a:pt x="58" y="12"/>
                    <a:pt x="58" y="12"/>
                    <a:pt x="58" y="12"/>
                  </a:cubicBezTo>
                  <a:cubicBezTo>
                    <a:pt x="50" y="5"/>
                    <a:pt x="41" y="1"/>
                    <a:pt x="31" y="0"/>
                  </a:cubicBezTo>
                  <a:cubicBezTo>
                    <a:pt x="20" y="0"/>
                    <a:pt x="8" y="4"/>
                    <a:pt x="0" y="12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2" y="11"/>
                    <a:pt x="21" y="8"/>
                    <a:pt x="3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7" name="Rectangle 106"/>
            <p:cNvSpPr>
              <a:spLocks noChangeArrowheads="1"/>
            </p:cNvSpPr>
            <p:nvPr/>
          </p:nvSpPr>
          <p:spPr bwMode="auto">
            <a:xfrm>
              <a:off x="2786" y="2149"/>
              <a:ext cx="177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89" name="Group 109"/>
          <p:cNvGrpSpPr>
            <a:grpSpLocks noChangeAspect="1"/>
          </p:cNvGrpSpPr>
          <p:nvPr/>
        </p:nvGrpSpPr>
        <p:grpSpPr bwMode="auto">
          <a:xfrm>
            <a:off x="7489825" y="862013"/>
            <a:ext cx="1035050" cy="900112"/>
            <a:chOff x="4718" y="543"/>
            <a:chExt cx="652" cy="567"/>
          </a:xfrm>
        </p:grpSpPr>
        <p:sp>
          <p:nvSpPr>
            <p:cNvPr id="390" name="AutoShape 108"/>
            <p:cNvSpPr>
              <a:spLocks noChangeAspect="1" noChangeArrowheads="1" noTextEdit="1"/>
            </p:cNvSpPr>
            <p:nvPr/>
          </p:nvSpPr>
          <p:spPr bwMode="auto">
            <a:xfrm>
              <a:off x="4718" y="543"/>
              <a:ext cx="652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1" name="Freeform 110"/>
            <p:cNvSpPr>
              <a:spLocks/>
            </p:cNvSpPr>
            <p:nvPr/>
          </p:nvSpPr>
          <p:spPr bwMode="auto">
            <a:xfrm>
              <a:off x="4716" y="541"/>
              <a:ext cx="657" cy="569"/>
            </a:xfrm>
            <a:custGeom>
              <a:avLst/>
              <a:gdLst>
                <a:gd name="T0" fmla="*/ 492 w 657"/>
                <a:gd name="T1" fmla="*/ 0 h 569"/>
                <a:gd name="T2" fmla="*/ 164 w 657"/>
                <a:gd name="T3" fmla="*/ 0 h 569"/>
                <a:gd name="T4" fmla="*/ 0 w 657"/>
                <a:gd name="T5" fmla="*/ 284 h 569"/>
                <a:gd name="T6" fmla="*/ 164 w 657"/>
                <a:gd name="T7" fmla="*/ 569 h 569"/>
                <a:gd name="T8" fmla="*/ 492 w 657"/>
                <a:gd name="T9" fmla="*/ 569 h 569"/>
                <a:gd name="T10" fmla="*/ 657 w 657"/>
                <a:gd name="T11" fmla="*/ 284 h 569"/>
                <a:gd name="T12" fmla="*/ 492 w 657"/>
                <a:gd name="T13" fmla="*/ 0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7" h="569">
                  <a:moveTo>
                    <a:pt x="492" y="0"/>
                  </a:moveTo>
                  <a:lnTo>
                    <a:pt x="164" y="0"/>
                  </a:lnTo>
                  <a:lnTo>
                    <a:pt x="0" y="284"/>
                  </a:lnTo>
                  <a:lnTo>
                    <a:pt x="164" y="569"/>
                  </a:lnTo>
                  <a:lnTo>
                    <a:pt x="492" y="569"/>
                  </a:lnTo>
                  <a:lnTo>
                    <a:pt x="657" y="284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2" name="Freeform 111"/>
            <p:cNvSpPr>
              <a:spLocks/>
            </p:cNvSpPr>
            <p:nvPr/>
          </p:nvSpPr>
          <p:spPr bwMode="auto">
            <a:xfrm>
              <a:off x="4866" y="636"/>
              <a:ext cx="356" cy="98"/>
            </a:xfrm>
            <a:custGeom>
              <a:avLst/>
              <a:gdLst>
                <a:gd name="T0" fmla="*/ 0 w 356"/>
                <a:gd name="T1" fmla="*/ 51 h 98"/>
                <a:gd name="T2" fmla="*/ 55 w 356"/>
                <a:gd name="T3" fmla="*/ 98 h 98"/>
                <a:gd name="T4" fmla="*/ 55 w 356"/>
                <a:gd name="T5" fmla="*/ 65 h 98"/>
                <a:gd name="T6" fmla="*/ 301 w 356"/>
                <a:gd name="T7" fmla="*/ 65 h 98"/>
                <a:gd name="T8" fmla="*/ 301 w 356"/>
                <a:gd name="T9" fmla="*/ 98 h 98"/>
                <a:gd name="T10" fmla="*/ 356 w 356"/>
                <a:gd name="T11" fmla="*/ 51 h 98"/>
                <a:gd name="T12" fmla="*/ 301 w 356"/>
                <a:gd name="T13" fmla="*/ 0 h 98"/>
                <a:gd name="T14" fmla="*/ 301 w 356"/>
                <a:gd name="T15" fmla="*/ 34 h 98"/>
                <a:gd name="T16" fmla="*/ 55 w 356"/>
                <a:gd name="T17" fmla="*/ 34 h 98"/>
                <a:gd name="T18" fmla="*/ 55 w 356"/>
                <a:gd name="T19" fmla="*/ 0 h 98"/>
                <a:gd name="T20" fmla="*/ 0 w 356"/>
                <a:gd name="T21" fmla="*/ 5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6" h="98">
                  <a:moveTo>
                    <a:pt x="0" y="51"/>
                  </a:moveTo>
                  <a:lnTo>
                    <a:pt x="55" y="98"/>
                  </a:lnTo>
                  <a:lnTo>
                    <a:pt x="55" y="65"/>
                  </a:lnTo>
                  <a:lnTo>
                    <a:pt x="301" y="65"/>
                  </a:lnTo>
                  <a:lnTo>
                    <a:pt x="301" y="98"/>
                  </a:lnTo>
                  <a:lnTo>
                    <a:pt x="356" y="51"/>
                  </a:lnTo>
                  <a:lnTo>
                    <a:pt x="301" y="0"/>
                  </a:lnTo>
                  <a:lnTo>
                    <a:pt x="301" y="34"/>
                  </a:lnTo>
                  <a:lnTo>
                    <a:pt x="55" y="34"/>
                  </a:lnTo>
                  <a:lnTo>
                    <a:pt x="55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3" name="Freeform 112"/>
            <p:cNvSpPr>
              <a:spLocks/>
            </p:cNvSpPr>
            <p:nvPr/>
          </p:nvSpPr>
          <p:spPr bwMode="auto">
            <a:xfrm>
              <a:off x="4866" y="914"/>
              <a:ext cx="356" cy="98"/>
            </a:xfrm>
            <a:custGeom>
              <a:avLst/>
              <a:gdLst>
                <a:gd name="T0" fmla="*/ 55 w 356"/>
                <a:gd name="T1" fmla="*/ 98 h 98"/>
                <a:gd name="T2" fmla="*/ 55 w 356"/>
                <a:gd name="T3" fmla="*/ 64 h 98"/>
                <a:gd name="T4" fmla="*/ 301 w 356"/>
                <a:gd name="T5" fmla="*/ 64 h 98"/>
                <a:gd name="T6" fmla="*/ 301 w 356"/>
                <a:gd name="T7" fmla="*/ 98 h 98"/>
                <a:gd name="T8" fmla="*/ 356 w 356"/>
                <a:gd name="T9" fmla="*/ 50 h 98"/>
                <a:gd name="T10" fmla="*/ 301 w 356"/>
                <a:gd name="T11" fmla="*/ 0 h 98"/>
                <a:gd name="T12" fmla="*/ 301 w 356"/>
                <a:gd name="T13" fmla="*/ 33 h 98"/>
                <a:gd name="T14" fmla="*/ 55 w 356"/>
                <a:gd name="T15" fmla="*/ 33 h 98"/>
                <a:gd name="T16" fmla="*/ 55 w 356"/>
                <a:gd name="T17" fmla="*/ 0 h 98"/>
                <a:gd name="T18" fmla="*/ 0 w 356"/>
                <a:gd name="T19" fmla="*/ 50 h 98"/>
                <a:gd name="T20" fmla="*/ 55 w 356"/>
                <a:gd name="T21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6" h="98">
                  <a:moveTo>
                    <a:pt x="55" y="98"/>
                  </a:moveTo>
                  <a:lnTo>
                    <a:pt x="55" y="64"/>
                  </a:lnTo>
                  <a:lnTo>
                    <a:pt x="301" y="64"/>
                  </a:lnTo>
                  <a:lnTo>
                    <a:pt x="301" y="98"/>
                  </a:lnTo>
                  <a:lnTo>
                    <a:pt x="356" y="50"/>
                  </a:lnTo>
                  <a:lnTo>
                    <a:pt x="301" y="0"/>
                  </a:lnTo>
                  <a:lnTo>
                    <a:pt x="301" y="33"/>
                  </a:lnTo>
                  <a:lnTo>
                    <a:pt x="55" y="33"/>
                  </a:lnTo>
                  <a:lnTo>
                    <a:pt x="55" y="0"/>
                  </a:lnTo>
                  <a:lnTo>
                    <a:pt x="0" y="50"/>
                  </a:lnTo>
                  <a:lnTo>
                    <a:pt x="55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4" name="Freeform 113"/>
            <p:cNvSpPr>
              <a:spLocks/>
            </p:cNvSpPr>
            <p:nvPr/>
          </p:nvSpPr>
          <p:spPr bwMode="auto">
            <a:xfrm>
              <a:off x="4880" y="773"/>
              <a:ext cx="301" cy="103"/>
            </a:xfrm>
            <a:custGeom>
              <a:avLst/>
              <a:gdLst>
                <a:gd name="T0" fmla="*/ 63 w 126"/>
                <a:gd name="T1" fmla="*/ 0 h 43"/>
                <a:gd name="T2" fmla="*/ 0 w 126"/>
                <a:gd name="T3" fmla="*/ 43 h 43"/>
                <a:gd name="T4" fmla="*/ 13 w 126"/>
                <a:gd name="T5" fmla="*/ 43 h 43"/>
                <a:gd name="T6" fmla="*/ 63 w 126"/>
                <a:gd name="T7" fmla="*/ 14 h 43"/>
                <a:gd name="T8" fmla="*/ 113 w 126"/>
                <a:gd name="T9" fmla="*/ 43 h 43"/>
                <a:gd name="T10" fmla="*/ 126 w 126"/>
                <a:gd name="T11" fmla="*/ 43 h 43"/>
                <a:gd name="T12" fmla="*/ 63 w 126"/>
                <a:gd name="T1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43">
                  <a:moveTo>
                    <a:pt x="63" y="0"/>
                  </a:moveTo>
                  <a:cubicBezTo>
                    <a:pt x="28" y="0"/>
                    <a:pt x="0" y="19"/>
                    <a:pt x="0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27"/>
                    <a:pt x="36" y="14"/>
                    <a:pt x="63" y="14"/>
                  </a:cubicBezTo>
                  <a:cubicBezTo>
                    <a:pt x="90" y="14"/>
                    <a:pt x="113" y="27"/>
                    <a:pt x="113" y="43"/>
                  </a:cubicBezTo>
                  <a:cubicBezTo>
                    <a:pt x="126" y="43"/>
                    <a:pt x="126" y="43"/>
                    <a:pt x="126" y="43"/>
                  </a:cubicBezTo>
                  <a:cubicBezTo>
                    <a:pt x="126" y="19"/>
                    <a:pt x="98" y="0"/>
                    <a:pt x="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12" name="Group 116"/>
          <p:cNvGrpSpPr>
            <a:grpSpLocks noChangeAspect="1"/>
          </p:cNvGrpSpPr>
          <p:nvPr/>
        </p:nvGrpSpPr>
        <p:grpSpPr bwMode="auto">
          <a:xfrm>
            <a:off x="695325" y="2371725"/>
            <a:ext cx="1000125" cy="831850"/>
            <a:chOff x="438" y="1494"/>
            <a:chExt cx="630" cy="524"/>
          </a:xfrm>
        </p:grpSpPr>
        <p:sp>
          <p:nvSpPr>
            <p:cNvPr id="513" name="AutoShape 115"/>
            <p:cNvSpPr>
              <a:spLocks noChangeAspect="1" noChangeArrowheads="1" noTextEdit="1"/>
            </p:cNvSpPr>
            <p:nvPr/>
          </p:nvSpPr>
          <p:spPr bwMode="auto">
            <a:xfrm>
              <a:off x="438" y="1494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4" name="Freeform 117"/>
            <p:cNvSpPr>
              <a:spLocks/>
            </p:cNvSpPr>
            <p:nvPr/>
          </p:nvSpPr>
          <p:spPr bwMode="auto">
            <a:xfrm>
              <a:off x="438" y="1496"/>
              <a:ext cx="628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3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3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5" name="Freeform 118"/>
            <p:cNvSpPr>
              <a:spLocks noEditPoints="1"/>
            </p:cNvSpPr>
            <p:nvPr/>
          </p:nvSpPr>
          <p:spPr bwMode="auto">
            <a:xfrm>
              <a:off x="519" y="1571"/>
              <a:ext cx="112" cy="344"/>
            </a:xfrm>
            <a:custGeom>
              <a:avLst/>
              <a:gdLst>
                <a:gd name="T0" fmla="*/ 112 w 112"/>
                <a:gd name="T1" fmla="*/ 344 h 344"/>
                <a:gd name="T2" fmla="*/ 112 w 112"/>
                <a:gd name="T3" fmla="*/ 0 h 344"/>
                <a:gd name="T4" fmla="*/ 0 w 112"/>
                <a:gd name="T5" fmla="*/ 0 h 344"/>
                <a:gd name="T6" fmla="*/ 0 w 112"/>
                <a:gd name="T7" fmla="*/ 344 h 344"/>
                <a:gd name="T8" fmla="*/ 112 w 112"/>
                <a:gd name="T9" fmla="*/ 344 h 344"/>
                <a:gd name="T10" fmla="*/ 19 w 112"/>
                <a:gd name="T11" fmla="*/ 19 h 344"/>
                <a:gd name="T12" fmla="*/ 91 w 112"/>
                <a:gd name="T13" fmla="*/ 19 h 344"/>
                <a:gd name="T14" fmla="*/ 91 w 112"/>
                <a:gd name="T15" fmla="*/ 325 h 344"/>
                <a:gd name="T16" fmla="*/ 19 w 112"/>
                <a:gd name="T17" fmla="*/ 325 h 344"/>
                <a:gd name="T18" fmla="*/ 19 w 112"/>
                <a:gd name="T19" fmla="*/ 19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2" h="344">
                  <a:moveTo>
                    <a:pt x="112" y="344"/>
                  </a:moveTo>
                  <a:lnTo>
                    <a:pt x="112" y="0"/>
                  </a:lnTo>
                  <a:lnTo>
                    <a:pt x="0" y="0"/>
                  </a:lnTo>
                  <a:lnTo>
                    <a:pt x="0" y="344"/>
                  </a:lnTo>
                  <a:lnTo>
                    <a:pt x="112" y="344"/>
                  </a:lnTo>
                  <a:close/>
                  <a:moveTo>
                    <a:pt x="19" y="19"/>
                  </a:moveTo>
                  <a:lnTo>
                    <a:pt x="91" y="19"/>
                  </a:lnTo>
                  <a:lnTo>
                    <a:pt x="91" y="325"/>
                  </a:lnTo>
                  <a:lnTo>
                    <a:pt x="19" y="325"/>
                  </a:lnTo>
                  <a:lnTo>
                    <a:pt x="19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6" name="Freeform 119"/>
            <p:cNvSpPr>
              <a:spLocks noEditPoints="1"/>
            </p:cNvSpPr>
            <p:nvPr/>
          </p:nvSpPr>
          <p:spPr bwMode="auto">
            <a:xfrm>
              <a:off x="872" y="1571"/>
              <a:ext cx="110" cy="344"/>
            </a:xfrm>
            <a:custGeom>
              <a:avLst/>
              <a:gdLst>
                <a:gd name="T0" fmla="*/ 110 w 110"/>
                <a:gd name="T1" fmla="*/ 0 h 344"/>
                <a:gd name="T2" fmla="*/ 0 w 110"/>
                <a:gd name="T3" fmla="*/ 0 h 344"/>
                <a:gd name="T4" fmla="*/ 0 w 110"/>
                <a:gd name="T5" fmla="*/ 344 h 344"/>
                <a:gd name="T6" fmla="*/ 110 w 110"/>
                <a:gd name="T7" fmla="*/ 344 h 344"/>
                <a:gd name="T8" fmla="*/ 110 w 110"/>
                <a:gd name="T9" fmla="*/ 0 h 344"/>
                <a:gd name="T10" fmla="*/ 91 w 110"/>
                <a:gd name="T11" fmla="*/ 325 h 344"/>
                <a:gd name="T12" fmla="*/ 20 w 110"/>
                <a:gd name="T13" fmla="*/ 325 h 344"/>
                <a:gd name="T14" fmla="*/ 20 w 110"/>
                <a:gd name="T15" fmla="*/ 19 h 344"/>
                <a:gd name="T16" fmla="*/ 91 w 110"/>
                <a:gd name="T17" fmla="*/ 19 h 344"/>
                <a:gd name="T18" fmla="*/ 91 w 110"/>
                <a:gd name="T19" fmla="*/ 325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0" h="344">
                  <a:moveTo>
                    <a:pt x="110" y="0"/>
                  </a:moveTo>
                  <a:lnTo>
                    <a:pt x="0" y="0"/>
                  </a:lnTo>
                  <a:lnTo>
                    <a:pt x="0" y="344"/>
                  </a:lnTo>
                  <a:lnTo>
                    <a:pt x="110" y="344"/>
                  </a:lnTo>
                  <a:lnTo>
                    <a:pt x="110" y="0"/>
                  </a:lnTo>
                  <a:close/>
                  <a:moveTo>
                    <a:pt x="91" y="325"/>
                  </a:moveTo>
                  <a:lnTo>
                    <a:pt x="20" y="325"/>
                  </a:lnTo>
                  <a:lnTo>
                    <a:pt x="20" y="19"/>
                  </a:lnTo>
                  <a:lnTo>
                    <a:pt x="91" y="19"/>
                  </a:lnTo>
                  <a:lnTo>
                    <a:pt x="91" y="3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7" name="Freeform 120"/>
            <p:cNvSpPr>
              <a:spLocks noEditPoints="1"/>
            </p:cNvSpPr>
            <p:nvPr/>
          </p:nvSpPr>
          <p:spPr bwMode="auto">
            <a:xfrm>
              <a:off x="641" y="1535"/>
              <a:ext cx="219" cy="445"/>
            </a:xfrm>
            <a:custGeom>
              <a:avLst/>
              <a:gdLst>
                <a:gd name="T0" fmla="*/ 28 w 92"/>
                <a:gd name="T1" fmla="*/ 159 h 186"/>
                <a:gd name="T2" fmla="*/ 69 w 92"/>
                <a:gd name="T3" fmla="*/ 159 h 186"/>
                <a:gd name="T4" fmla="*/ 69 w 92"/>
                <a:gd name="T5" fmla="*/ 97 h 186"/>
                <a:gd name="T6" fmla="*/ 92 w 92"/>
                <a:gd name="T7" fmla="*/ 64 h 186"/>
                <a:gd name="T8" fmla="*/ 53 w 92"/>
                <a:gd name="T9" fmla="*/ 73 h 186"/>
                <a:gd name="T10" fmla="*/ 73 w 92"/>
                <a:gd name="T11" fmla="*/ 0 h 186"/>
                <a:gd name="T12" fmla="*/ 63 w 92"/>
                <a:gd name="T13" fmla="*/ 15 h 186"/>
                <a:gd name="T14" fmla="*/ 63 w 92"/>
                <a:gd name="T15" fmla="*/ 15 h 186"/>
                <a:gd name="T16" fmla="*/ 23 w 92"/>
                <a:gd name="T17" fmla="*/ 15 h 186"/>
                <a:gd name="T18" fmla="*/ 23 w 92"/>
                <a:gd name="T19" fmla="*/ 75 h 186"/>
                <a:gd name="T20" fmla="*/ 0 w 92"/>
                <a:gd name="T21" fmla="*/ 109 h 186"/>
                <a:gd name="T22" fmla="*/ 37 w 92"/>
                <a:gd name="T23" fmla="*/ 103 h 186"/>
                <a:gd name="T24" fmla="*/ 9 w 92"/>
                <a:gd name="T25" fmla="*/ 186 h 186"/>
                <a:gd name="T26" fmla="*/ 28 w 92"/>
                <a:gd name="T27" fmla="*/ 159 h 186"/>
                <a:gd name="T28" fmla="*/ 61 w 92"/>
                <a:gd name="T29" fmla="*/ 151 h 186"/>
                <a:gd name="T30" fmla="*/ 33 w 92"/>
                <a:gd name="T31" fmla="*/ 151 h 186"/>
                <a:gd name="T32" fmla="*/ 61 w 92"/>
                <a:gd name="T33" fmla="*/ 109 h 186"/>
                <a:gd name="T34" fmla="*/ 61 w 92"/>
                <a:gd name="T35" fmla="*/ 151 h 186"/>
                <a:gd name="T36" fmla="*/ 31 w 92"/>
                <a:gd name="T37" fmla="*/ 23 h 186"/>
                <a:gd name="T38" fmla="*/ 57 w 92"/>
                <a:gd name="T39" fmla="*/ 23 h 186"/>
                <a:gd name="T40" fmla="*/ 31 w 92"/>
                <a:gd name="T41" fmla="*/ 63 h 186"/>
                <a:gd name="T42" fmla="*/ 31 w 92"/>
                <a:gd name="T43" fmla="*/ 23 h 186"/>
                <a:gd name="T44" fmla="*/ 49 w 92"/>
                <a:gd name="T45" fmla="*/ 93 h 186"/>
                <a:gd name="T46" fmla="*/ 17 w 92"/>
                <a:gd name="T47" fmla="*/ 98 h 186"/>
                <a:gd name="T48" fmla="*/ 30 w 92"/>
                <a:gd name="T49" fmla="*/ 79 h 186"/>
                <a:gd name="T50" fmla="*/ 30 w 92"/>
                <a:gd name="T51" fmla="*/ 79 h 186"/>
                <a:gd name="T52" fmla="*/ 52 w 92"/>
                <a:gd name="T53" fmla="*/ 47 h 186"/>
                <a:gd name="T54" fmla="*/ 41 w 92"/>
                <a:gd name="T55" fmla="*/ 85 h 186"/>
                <a:gd name="T56" fmla="*/ 73 w 92"/>
                <a:gd name="T57" fmla="*/ 77 h 186"/>
                <a:gd name="T58" fmla="*/ 36 w 92"/>
                <a:gd name="T59" fmla="*/ 132 h 186"/>
                <a:gd name="T60" fmla="*/ 49 w 92"/>
                <a:gd name="T61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2" h="186">
                  <a:moveTo>
                    <a:pt x="28" y="159"/>
                  </a:moveTo>
                  <a:cubicBezTo>
                    <a:pt x="69" y="159"/>
                    <a:pt x="69" y="159"/>
                    <a:pt x="69" y="159"/>
                  </a:cubicBezTo>
                  <a:cubicBezTo>
                    <a:pt x="69" y="97"/>
                    <a:pt x="69" y="97"/>
                    <a:pt x="69" y="97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9" y="186"/>
                    <a:pt x="9" y="186"/>
                    <a:pt x="9" y="186"/>
                  </a:cubicBezTo>
                  <a:lnTo>
                    <a:pt x="28" y="159"/>
                  </a:lnTo>
                  <a:close/>
                  <a:moveTo>
                    <a:pt x="61" y="151"/>
                  </a:moveTo>
                  <a:cubicBezTo>
                    <a:pt x="33" y="151"/>
                    <a:pt x="33" y="151"/>
                    <a:pt x="33" y="151"/>
                  </a:cubicBezTo>
                  <a:cubicBezTo>
                    <a:pt x="61" y="109"/>
                    <a:pt x="61" y="109"/>
                    <a:pt x="61" y="109"/>
                  </a:cubicBezTo>
                  <a:lnTo>
                    <a:pt x="61" y="151"/>
                  </a:lnTo>
                  <a:close/>
                  <a:moveTo>
                    <a:pt x="31" y="23"/>
                  </a:moveTo>
                  <a:cubicBezTo>
                    <a:pt x="57" y="23"/>
                    <a:pt x="57" y="23"/>
                    <a:pt x="57" y="23"/>
                  </a:cubicBezTo>
                  <a:cubicBezTo>
                    <a:pt x="31" y="63"/>
                    <a:pt x="31" y="63"/>
                    <a:pt x="31" y="63"/>
                  </a:cubicBezTo>
                  <a:lnTo>
                    <a:pt x="31" y="23"/>
                  </a:lnTo>
                  <a:close/>
                  <a:moveTo>
                    <a:pt x="49" y="93"/>
                  </a:moveTo>
                  <a:cubicBezTo>
                    <a:pt x="17" y="98"/>
                    <a:pt x="17" y="98"/>
                    <a:pt x="17" y="98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36" y="132"/>
                    <a:pt x="36" y="132"/>
                    <a:pt x="36" y="132"/>
                  </a:cubicBezTo>
                  <a:lnTo>
                    <a:pt x="49" y="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19" name="Group 123"/>
          <p:cNvGrpSpPr>
            <a:grpSpLocks noChangeAspect="1"/>
          </p:cNvGrpSpPr>
          <p:nvPr/>
        </p:nvGrpSpPr>
        <p:grpSpPr bwMode="auto">
          <a:xfrm>
            <a:off x="2459038" y="2378075"/>
            <a:ext cx="1000125" cy="831850"/>
            <a:chOff x="1549" y="1498"/>
            <a:chExt cx="630" cy="524"/>
          </a:xfrm>
        </p:grpSpPr>
        <p:sp>
          <p:nvSpPr>
            <p:cNvPr id="520" name="AutoShape 122"/>
            <p:cNvSpPr>
              <a:spLocks noChangeAspect="1" noChangeArrowheads="1" noTextEdit="1"/>
            </p:cNvSpPr>
            <p:nvPr/>
          </p:nvSpPr>
          <p:spPr bwMode="auto">
            <a:xfrm>
              <a:off x="1549" y="14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1" name="Freeform 124"/>
            <p:cNvSpPr>
              <a:spLocks/>
            </p:cNvSpPr>
            <p:nvPr/>
          </p:nvSpPr>
          <p:spPr bwMode="auto">
            <a:xfrm>
              <a:off x="1549" y="1501"/>
              <a:ext cx="628" cy="519"/>
            </a:xfrm>
            <a:custGeom>
              <a:avLst/>
              <a:gdLst>
                <a:gd name="T0" fmla="*/ 263 w 263"/>
                <a:gd name="T1" fmla="*/ 195 h 217"/>
                <a:gd name="T2" fmla="*/ 239 w 263"/>
                <a:gd name="T3" fmla="*/ 217 h 217"/>
                <a:gd name="T4" fmla="*/ 24 w 263"/>
                <a:gd name="T5" fmla="*/ 217 h 217"/>
                <a:gd name="T6" fmla="*/ 0 w 263"/>
                <a:gd name="T7" fmla="*/ 195 h 217"/>
                <a:gd name="T8" fmla="*/ 0 w 263"/>
                <a:gd name="T9" fmla="*/ 23 h 217"/>
                <a:gd name="T10" fmla="*/ 24 w 263"/>
                <a:gd name="T11" fmla="*/ 0 h 217"/>
                <a:gd name="T12" fmla="*/ 239 w 263"/>
                <a:gd name="T13" fmla="*/ 0 h 217"/>
                <a:gd name="T14" fmla="*/ 263 w 263"/>
                <a:gd name="T15" fmla="*/ 23 h 217"/>
                <a:gd name="T16" fmla="*/ 263 w 263"/>
                <a:gd name="T17" fmla="*/ 195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7">
                  <a:moveTo>
                    <a:pt x="263" y="195"/>
                  </a:moveTo>
                  <a:cubicBezTo>
                    <a:pt x="263" y="207"/>
                    <a:pt x="253" y="217"/>
                    <a:pt x="239" y="217"/>
                  </a:cubicBezTo>
                  <a:cubicBezTo>
                    <a:pt x="24" y="217"/>
                    <a:pt x="24" y="217"/>
                    <a:pt x="24" y="217"/>
                  </a:cubicBezTo>
                  <a:cubicBezTo>
                    <a:pt x="10" y="217"/>
                    <a:pt x="0" y="207"/>
                    <a:pt x="0" y="19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3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2" name="Freeform 125"/>
            <p:cNvSpPr>
              <a:spLocks noEditPoints="1"/>
            </p:cNvSpPr>
            <p:nvPr/>
          </p:nvSpPr>
          <p:spPr bwMode="auto">
            <a:xfrm>
              <a:off x="1659" y="1635"/>
              <a:ext cx="408" cy="248"/>
            </a:xfrm>
            <a:custGeom>
              <a:avLst/>
              <a:gdLst>
                <a:gd name="T0" fmla="*/ 408 w 408"/>
                <a:gd name="T1" fmla="*/ 0 h 248"/>
                <a:gd name="T2" fmla="*/ 205 w 408"/>
                <a:gd name="T3" fmla="*/ 124 h 248"/>
                <a:gd name="T4" fmla="*/ 0 w 408"/>
                <a:gd name="T5" fmla="*/ 0 h 248"/>
                <a:gd name="T6" fmla="*/ 0 w 408"/>
                <a:gd name="T7" fmla="*/ 248 h 248"/>
                <a:gd name="T8" fmla="*/ 205 w 408"/>
                <a:gd name="T9" fmla="*/ 126 h 248"/>
                <a:gd name="T10" fmla="*/ 408 w 408"/>
                <a:gd name="T11" fmla="*/ 248 h 248"/>
                <a:gd name="T12" fmla="*/ 408 w 408"/>
                <a:gd name="T13" fmla="*/ 0 h 248"/>
                <a:gd name="T14" fmla="*/ 33 w 408"/>
                <a:gd name="T15" fmla="*/ 191 h 248"/>
                <a:gd name="T16" fmla="*/ 33 w 408"/>
                <a:gd name="T17" fmla="*/ 59 h 248"/>
                <a:gd name="T18" fmla="*/ 141 w 408"/>
                <a:gd name="T19" fmla="*/ 124 h 248"/>
                <a:gd name="T20" fmla="*/ 33 w 408"/>
                <a:gd name="T21" fmla="*/ 191 h 248"/>
                <a:gd name="T22" fmla="*/ 374 w 408"/>
                <a:gd name="T23" fmla="*/ 191 h 248"/>
                <a:gd name="T24" fmla="*/ 267 w 408"/>
                <a:gd name="T25" fmla="*/ 124 h 248"/>
                <a:gd name="T26" fmla="*/ 374 w 408"/>
                <a:gd name="T27" fmla="*/ 59 h 248"/>
                <a:gd name="T28" fmla="*/ 374 w 408"/>
                <a:gd name="T29" fmla="*/ 191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8" h="248">
                  <a:moveTo>
                    <a:pt x="408" y="0"/>
                  </a:moveTo>
                  <a:lnTo>
                    <a:pt x="205" y="124"/>
                  </a:lnTo>
                  <a:lnTo>
                    <a:pt x="0" y="0"/>
                  </a:lnTo>
                  <a:lnTo>
                    <a:pt x="0" y="248"/>
                  </a:lnTo>
                  <a:lnTo>
                    <a:pt x="205" y="126"/>
                  </a:lnTo>
                  <a:lnTo>
                    <a:pt x="408" y="248"/>
                  </a:lnTo>
                  <a:lnTo>
                    <a:pt x="408" y="0"/>
                  </a:lnTo>
                  <a:close/>
                  <a:moveTo>
                    <a:pt x="33" y="191"/>
                  </a:moveTo>
                  <a:lnTo>
                    <a:pt x="33" y="59"/>
                  </a:lnTo>
                  <a:lnTo>
                    <a:pt x="141" y="124"/>
                  </a:lnTo>
                  <a:lnTo>
                    <a:pt x="33" y="191"/>
                  </a:lnTo>
                  <a:close/>
                  <a:moveTo>
                    <a:pt x="374" y="191"/>
                  </a:moveTo>
                  <a:lnTo>
                    <a:pt x="267" y="124"/>
                  </a:lnTo>
                  <a:lnTo>
                    <a:pt x="374" y="59"/>
                  </a:lnTo>
                  <a:lnTo>
                    <a:pt x="374" y="1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24" name="Group 128"/>
          <p:cNvGrpSpPr>
            <a:grpSpLocks noChangeAspect="1"/>
          </p:cNvGrpSpPr>
          <p:nvPr/>
        </p:nvGrpSpPr>
        <p:grpSpPr bwMode="auto">
          <a:xfrm>
            <a:off x="4090108" y="2338387"/>
            <a:ext cx="1047750" cy="911225"/>
            <a:chOff x="2550" y="1873"/>
            <a:chExt cx="660" cy="574"/>
          </a:xfrm>
        </p:grpSpPr>
        <p:sp>
          <p:nvSpPr>
            <p:cNvPr id="525" name="AutoShape 127"/>
            <p:cNvSpPr>
              <a:spLocks noChangeAspect="1" noChangeArrowheads="1" noTextEdit="1"/>
            </p:cNvSpPr>
            <p:nvPr/>
          </p:nvSpPr>
          <p:spPr bwMode="auto">
            <a:xfrm>
              <a:off x="2550" y="1873"/>
              <a:ext cx="66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6" name="Freeform 129"/>
            <p:cNvSpPr>
              <a:spLocks/>
            </p:cNvSpPr>
            <p:nvPr/>
          </p:nvSpPr>
          <p:spPr bwMode="auto">
            <a:xfrm>
              <a:off x="2550" y="1875"/>
              <a:ext cx="658" cy="570"/>
            </a:xfrm>
            <a:custGeom>
              <a:avLst/>
              <a:gdLst>
                <a:gd name="T0" fmla="*/ 493 w 658"/>
                <a:gd name="T1" fmla="*/ 0 h 570"/>
                <a:gd name="T2" fmla="*/ 165 w 658"/>
                <a:gd name="T3" fmla="*/ 0 h 570"/>
                <a:gd name="T4" fmla="*/ 0 w 658"/>
                <a:gd name="T5" fmla="*/ 285 h 570"/>
                <a:gd name="T6" fmla="*/ 165 w 658"/>
                <a:gd name="T7" fmla="*/ 570 h 570"/>
                <a:gd name="T8" fmla="*/ 493 w 658"/>
                <a:gd name="T9" fmla="*/ 570 h 570"/>
                <a:gd name="T10" fmla="*/ 658 w 658"/>
                <a:gd name="T11" fmla="*/ 285 h 570"/>
                <a:gd name="T12" fmla="*/ 493 w 658"/>
                <a:gd name="T13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8" h="570">
                  <a:moveTo>
                    <a:pt x="493" y="0"/>
                  </a:moveTo>
                  <a:lnTo>
                    <a:pt x="165" y="0"/>
                  </a:lnTo>
                  <a:lnTo>
                    <a:pt x="0" y="285"/>
                  </a:lnTo>
                  <a:lnTo>
                    <a:pt x="165" y="570"/>
                  </a:lnTo>
                  <a:lnTo>
                    <a:pt x="493" y="570"/>
                  </a:lnTo>
                  <a:lnTo>
                    <a:pt x="658" y="285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7" name="Freeform 130"/>
            <p:cNvSpPr>
              <a:spLocks/>
            </p:cNvSpPr>
            <p:nvPr/>
          </p:nvSpPr>
          <p:spPr bwMode="auto">
            <a:xfrm>
              <a:off x="2677" y="1993"/>
              <a:ext cx="404" cy="69"/>
            </a:xfrm>
            <a:custGeom>
              <a:avLst/>
              <a:gdLst>
                <a:gd name="T0" fmla="*/ 104 w 169"/>
                <a:gd name="T1" fmla="*/ 0 h 29"/>
                <a:gd name="T2" fmla="*/ 103 w 169"/>
                <a:gd name="T3" fmla="*/ 0 h 29"/>
                <a:gd name="T4" fmla="*/ 103 w 169"/>
                <a:gd name="T5" fmla="*/ 0 h 29"/>
                <a:gd name="T6" fmla="*/ 69 w 169"/>
                <a:gd name="T7" fmla="*/ 8 h 29"/>
                <a:gd name="T8" fmla="*/ 39 w 169"/>
                <a:gd name="T9" fmla="*/ 16 h 29"/>
                <a:gd name="T10" fmla="*/ 9 w 169"/>
                <a:gd name="T11" fmla="*/ 8 h 29"/>
                <a:gd name="T12" fmla="*/ 6 w 169"/>
                <a:gd name="T13" fmla="*/ 7 h 29"/>
                <a:gd name="T14" fmla="*/ 0 w 169"/>
                <a:gd name="T15" fmla="*/ 19 h 29"/>
                <a:gd name="T16" fmla="*/ 3 w 169"/>
                <a:gd name="T17" fmla="*/ 21 h 29"/>
                <a:gd name="T18" fmla="*/ 39 w 169"/>
                <a:gd name="T19" fmla="*/ 29 h 29"/>
                <a:gd name="T20" fmla="*/ 75 w 169"/>
                <a:gd name="T21" fmla="*/ 21 h 29"/>
                <a:gd name="T22" fmla="*/ 104 w 169"/>
                <a:gd name="T23" fmla="*/ 13 h 29"/>
                <a:gd name="T24" fmla="*/ 133 w 169"/>
                <a:gd name="T25" fmla="*/ 21 h 29"/>
                <a:gd name="T26" fmla="*/ 169 w 169"/>
                <a:gd name="T27" fmla="*/ 29 h 29"/>
                <a:gd name="T28" fmla="*/ 169 w 169"/>
                <a:gd name="T29" fmla="*/ 16 h 29"/>
                <a:gd name="T30" fmla="*/ 139 w 169"/>
                <a:gd name="T31" fmla="*/ 8 h 29"/>
                <a:gd name="T32" fmla="*/ 105 w 169"/>
                <a:gd name="T33" fmla="*/ 0 h 29"/>
                <a:gd name="T34" fmla="*/ 105 w 169"/>
                <a:gd name="T35" fmla="*/ 0 h 29"/>
                <a:gd name="T36" fmla="*/ 104 w 169"/>
                <a:gd name="T3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" h="29">
                  <a:moveTo>
                    <a:pt x="104" y="0"/>
                  </a:moveTo>
                  <a:cubicBezTo>
                    <a:pt x="104" y="0"/>
                    <a:pt x="104" y="0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86" y="0"/>
                    <a:pt x="77" y="4"/>
                    <a:pt x="69" y="8"/>
                  </a:cubicBezTo>
                  <a:cubicBezTo>
                    <a:pt x="61" y="12"/>
                    <a:pt x="54" y="16"/>
                    <a:pt x="39" y="16"/>
                  </a:cubicBezTo>
                  <a:cubicBezTo>
                    <a:pt x="24" y="16"/>
                    <a:pt x="17" y="12"/>
                    <a:pt x="9" y="8"/>
                  </a:cubicBezTo>
                  <a:cubicBezTo>
                    <a:pt x="8" y="8"/>
                    <a:pt x="7" y="7"/>
                    <a:pt x="6" y="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20"/>
                    <a:pt x="2" y="20"/>
                    <a:pt x="3" y="21"/>
                  </a:cubicBezTo>
                  <a:cubicBezTo>
                    <a:pt x="11" y="25"/>
                    <a:pt x="21" y="29"/>
                    <a:pt x="39" y="29"/>
                  </a:cubicBezTo>
                  <a:cubicBezTo>
                    <a:pt x="57" y="29"/>
                    <a:pt x="66" y="25"/>
                    <a:pt x="75" y="21"/>
                  </a:cubicBezTo>
                  <a:cubicBezTo>
                    <a:pt x="83" y="17"/>
                    <a:pt x="90" y="13"/>
                    <a:pt x="104" y="13"/>
                  </a:cubicBezTo>
                  <a:cubicBezTo>
                    <a:pt x="118" y="13"/>
                    <a:pt x="125" y="17"/>
                    <a:pt x="133" y="21"/>
                  </a:cubicBezTo>
                  <a:cubicBezTo>
                    <a:pt x="142" y="25"/>
                    <a:pt x="151" y="29"/>
                    <a:pt x="169" y="29"/>
                  </a:cubicBezTo>
                  <a:cubicBezTo>
                    <a:pt x="169" y="16"/>
                    <a:pt x="169" y="16"/>
                    <a:pt x="169" y="16"/>
                  </a:cubicBezTo>
                  <a:cubicBezTo>
                    <a:pt x="154" y="16"/>
                    <a:pt x="147" y="12"/>
                    <a:pt x="139" y="8"/>
                  </a:cubicBezTo>
                  <a:cubicBezTo>
                    <a:pt x="131" y="4"/>
                    <a:pt x="122" y="0"/>
                    <a:pt x="105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5" y="0"/>
                    <a:pt x="104" y="0"/>
                    <a:pt x="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8" name="Freeform 131"/>
            <p:cNvSpPr>
              <a:spLocks noEditPoints="1"/>
            </p:cNvSpPr>
            <p:nvPr/>
          </p:nvSpPr>
          <p:spPr bwMode="auto">
            <a:xfrm>
              <a:off x="2677" y="2045"/>
              <a:ext cx="404" cy="325"/>
            </a:xfrm>
            <a:custGeom>
              <a:avLst/>
              <a:gdLst>
                <a:gd name="T0" fmla="*/ 104 w 169"/>
                <a:gd name="T1" fmla="*/ 80 h 136"/>
                <a:gd name="T2" fmla="*/ 169 w 169"/>
                <a:gd name="T3" fmla="*/ 96 h 136"/>
                <a:gd name="T4" fmla="*/ 139 w 169"/>
                <a:gd name="T5" fmla="*/ 75 h 136"/>
                <a:gd name="T6" fmla="*/ 105 w 169"/>
                <a:gd name="T7" fmla="*/ 66 h 136"/>
                <a:gd name="T8" fmla="*/ 103 w 169"/>
                <a:gd name="T9" fmla="*/ 66 h 136"/>
                <a:gd name="T10" fmla="*/ 70 w 169"/>
                <a:gd name="T11" fmla="*/ 74 h 136"/>
                <a:gd name="T12" fmla="*/ 72 w 169"/>
                <a:gd name="T13" fmla="*/ 46 h 136"/>
                <a:gd name="T14" fmla="*/ 112 w 169"/>
                <a:gd name="T15" fmla="*/ 56 h 136"/>
                <a:gd name="T16" fmla="*/ 121 w 169"/>
                <a:gd name="T17" fmla="*/ 60 h 136"/>
                <a:gd name="T18" fmla="*/ 169 w 169"/>
                <a:gd name="T19" fmla="*/ 54 h 136"/>
                <a:gd name="T20" fmla="*/ 148 w 169"/>
                <a:gd name="T21" fmla="*/ 37 h 136"/>
                <a:gd name="T22" fmla="*/ 151 w 169"/>
                <a:gd name="T23" fmla="*/ 31 h 136"/>
                <a:gd name="T24" fmla="*/ 121 w 169"/>
                <a:gd name="T25" fmla="*/ 2 h 136"/>
                <a:gd name="T26" fmla="*/ 112 w 169"/>
                <a:gd name="T27" fmla="*/ 6 h 136"/>
                <a:gd name="T28" fmla="*/ 52 w 169"/>
                <a:gd name="T29" fmla="*/ 16 h 136"/>
                <a:gd name="T30" fmla="*/ 40 w 169"/>
                <a:gd name="T31" fmla="*/ 40 h 136"/>
                <a:gd name="T32" fmla="*/ 9 w 169"/>
                <a:gd name="T33" fmla="*/ 33 h 136"/>
                <a:gd name="T34" fmla="*/ 0 w 169"/>
                <a:gd name="T35" fmla="*/ 44 h 136"/>
                <a:gd name="T36" fmla="*/ 39 w 169"/>
                <a:gd name="T37" fmla="*/ 54 h 136"/>
                <a:gd name="T38" fmla="*/ 40 w 169"/>
                <a:gd name="T39" fmla="*/ 82 h 136"/>
                <a:gd name="T40" fmla="*/ 9 w 169"/>
                <a:gd name="T41" fmla="*/ 75 h 136"/>
                <a:gd name="T42" fmla="*/ 0 w 169"/>
                <a:gd name="T43" fmla="*/ 86 h 136"/>
                <a:gd name="T44" fmla="*/ 39 w 169"/>
                <a:gd name="T45" fmla="*/ 96 h 136"/>
                <a:gd name="T46" fmla="*/ 40 w 169"/>
                <a:gd name="T47" fmla="*/ 97 h 136"/>
                <a:gd name="T48" fmla="*/ 25 w 169"/>
                <a:gd name="T49" fmla="*/ 101 h 136"/>
                <a:gd name="T50" fmla="*/ 51 w 169"/>
                <a:gd name="T51" fmla="*/ 135 h 136"/>
                <a:gd name="T52" fmla="*/ 59 w 169"/>
                <a:gd name="T53" fmla="*/ 135 h 136"/>
                <a:gd name="T54" fmla="*/ 85 w 169"/>
                <a:gd name="T55" fmla="*/ 101 h 136"/>
                <a:gd name="T56" fmla="*/ 70 w 169"/>
                <a:gd name="T57" fmla="*/ 97 h 136"/>
                <a:gd name="T58" fmla="*/ 75 w 169"/>
                <a:gd name="T59" fmla="*/ 87 h 136"/>
                <a:gd name="T60" fmla="*/ 42 w 169"/>
                <a:gd name="T61" fmla="*/ 108 h 136"/>
                <a:gd name="T62" fmla="*/ 51 w 169"/>
                <a:gd name="T63" fmla="*/ 103 h 136"/>
                <a:gd name="T64" fmla="*/ 52 w 169"/>
                <a:gd name="T65" fmla="*/ 27 h 136"/>
                <a:gd name="T66" fmla="*/ 123 w 169"/>
                <a:gd name="T67" fmla="*/ 21 h 136"/>
                <a:gd name="T68" fmla="*/ 138 w 169"/>
                <a:gd name="T69" fmla="*/ 31 h 136"/>
                <a:gd name="T70" fmla="*/ 123 w 169"/>
                <a:gd name="T71" fmla="*/ 41 h 136"/>
                <a:gd name="T72" fmla="*/ 72 w 169"/>
                <a:gd name="T73" fmla="*/ 35 h 136"/>
                <a:gd name="T74" fmla="*/ 59 w 169"/>
                <a:gd name="T75" fmla="*/ 103 h 136"/>
                <a:gd name="T76" fmla="*/ 68 w 169"/>
                <a:gd name="T77" fmla="*/ 10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9" h="136">
                  <a:moveTo>
                    <a:pt x="75" y="87"/>
                  </a:moveTo>
                  <a:cubicBezTo>
                    <a:pt x="83" y="83"/>
                    <a:pt x="90" y="80"/>
                    <a:pt x="104" y="80"/>
                  </a:cubicBezTo>
                  <a:cubicBezTo>
                    <a:pt x="118" y="80"/>
                    <a:pt x="125" y="83"/>
                    <a:pt x="133" y="87"/>
                  </a:cubicBezTo>
                  <a:cubicBezTo>
                    <a:pt x="142" y="91"/>
                    <a:pt x="151" y="96"/>
                    <a:pt x="169" y="96"/>
                  </a:cubicBezTo>
                  <a:cubicBezTo>
                    <a:pt x="169" y="82"/>
                    <a:pt x="169" y="82"/>
                    <a:pt x="169" y="82"/>
                  </a:cubicBezTo>
                  <a:cubicBezTo>
                    <a:pt x="154" y="82"/>
                    <a:pt x="147" y="79"/>
                    <a:pt x="139" y="75"/>
                  </a:cubicBezTo>
                  <a:cubicBezTo>
                    <a:pt x="131" y="71"/>
                    <a:pt x="122" y="66"/>
                    <a:pt x="105" y="66"/>
                  </a:cubicBezTo>
                  <a:cubicBezTo>
                    <a:pt x="105" y="66"/>
                    <a:pt x="105" y="66"/>
                    <a:pt x="105" y="66"/>
                  </a:cubicBezTo>
                  <a:cubicBezTo>
                    <a:pt x="105" y="66"/>
                    <a:pt x="104" y="66"/>
                    <a:pt x="104" y="66"/>
                  </a:cubicBezTo>
                  <a:cubicBezTo>
                    <a:pt x="104" y="66"/>
                    <a:pt x="104" y="66"/>
                    <a:pt x="103" y="66"/>
                  </a:cubicBezTo>
                  <a:cubicBezTo>
                    <a:pt x="103" y="66"/>
                    <a:pt x="103" y="66"/>
                    <a:pt x="103" y="66"/>
                  </a:cubicBezTo>
                  <a:cubicBezTo>
                    <a:pt x="87" y="66"/>
                    <a:pt x="78" y="70"/>
                    <a:pt x="70" y="7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7"/>
                    <a:pt x="71" y="46"/>
                    <a:pt x="7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56"/>
                    <a:pt x="112" y="56"/>
                    <a:pt x="112" y="56"/>
                  </a:cubicBezTo>
                  <a:cubicBezTo>
                    <a:pt x="112" y="58"/>
                    <a:pt x="114" y="60"/>
                    <a:pt x="116" y="61"/>
                  </a:cubicBezTo>
                  <a:cubicBezTo>
                    <a:pt x="118" y="62"/>
                    <a:pt x="120" y="61"/>
                    <a:pt x="121" y="60"/>
                  </a:cubicBezTo>
                  <a:cubicBezTo>
                    <a:pt x="136" y="47"/>
                    <a:pt x="136" y="47"/>
                    <a:pt x="136" y="47"/>
                  </a:cubicBezTo>
                  <a:cubicBezTo>
                    <a:pt x="144" y="50"/>
                    <a:pt x="153" y="54"/>
                    <a:pt x="169" y="54"/>
                  </a:cubicBezTo>
                  <a:cubicBezTo>
                    <a:pt x="169" y="40"/>
                    <a:pt x="169" y="40"/>
                    <a:pt x="169" y="40"/>
                  </a:cubicBezTo>
                  <a:cubicBezTo>
                    <a:pt x="160" y="40"/>
                    <a:pt x="153" y="39"/>
                    <a:pt x="148" y="37"/>
                  </a:cubicBezTo>
                  <a:cubicBezTo>
                    <a:pt x="150" y="35"/>
                    <a:pt x="150" y="35"/>
                    <a:pt x="150" y="35"/>
                  </a:cubicBezTo>
                  <a:cubicBezTo>
                    <a:pt x="151" y="34"/>
                    <a:pt x="151" y="32"/>
                    <a:pt x="151" y="31"/>
                  </a:cubicBezTo>
                  <a:cubicBezTo>
                    <a:pt x="151" y="29"/>
                    <a:pt x="151" y="28"/>
                    <a:pt x="150" y="27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0" y="0"/>
                    <a:pt x="118" y="0"/>
                    <a:pt x="116" y="1"/>
                  </a:cubicBezTo>
                  <a:cubicBezTo>
                    <a:pt x="114" y="2"/>
                    <a:pt x="112" y="4"/>
                    <a:pt x="112" y="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45" y="16"/>
                    <a:pt x="40" y="21"/>
                    <a:pt x="40" y="28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24" y="40"/>
                    <a:pt x="17" y="37"/>
                    <a:pt x="9" y="33"/>
                  </a:cubicBezTo>
                  <a:cubicBezTo>
                    <a:pt x="8" y="32"/>
                    <a:pt x="7" y="32"/>
                    <a:pt x="6" y="31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1" y="44"/>
                    <a:pt x="2" y="45"/>
                    <a:pt x="3" y="45"/>
                  </a:cubicBezTo>
                  <a:cubicBezTo>
                    <a:pt x="11" y="49"/>
                    <a:pt x="21" y="54"/>
                    <a:pt x="39" y="54"/>
                  </a:cubicBezTo>
                  <a:cubicBezTo>
                    <a:pt x="39" y="54"/>
                    <a:pt x="39" y="54"/>
                    <a:pt x="40" y="54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4" y="82"/>
                    <a:pt x="17" y="79"/>
                    <a:pt x="9" y="75"/>
                  </a:cubicBezTo>
                  <a:cubicBezTo>
                    <a:pt x="8" y="74"/>
                    <a:pt x="7" y="74"/>
                    <a:pt x="6" y="73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" y="86"/>
                    <a:pt x="2" y="87"/>
                    <a:pt x="3" y="87"/>
                  </a:cubicBezTo>
                  <a:cubicBezTo>
                    <a:pt x="11" y="91"/>
                    <a:pt x="21" y="96"/>
                    <a:pt x="39" y="96"/>
                  </a:cubicBezTo>
                  <a:cubicBezTo>
                    <a:pt x="39" y="96"/>
                    <a:pt x="39" y="96"/>
                    <a:pt x="40" y="96"/>
                  </a:cubicBezTo>
                  <a:cubicBezTo>
                    <a:pt x="40" y="97"/>
                    <a:pt x="40" y="97"/>
                    <a:pt x="4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28" y="97"/>
                    <a:pt x="26" y="99"/>
                    <a:pt x="25" y="101"/>
                  </a:cubicBezTo>
                  <a:cubicBezTo>
                    <a:pt x="24" y="103"/>
                    <a:pt x="25" y="105"/>
                    <a:pt x="26" y="107"/>
                  </a:cubicBezTo>
                  <a:cubicBezTo>
                    <a:pt x="51" y="135"/>
                    <a:pt x="51" y="135"/>
                    <a:pt x="51" y="135"/>
                  </a:cubicBezTo>
                  <a:cubicBezTo>
                    <a:pt x="52" y="136"/>
                    <a:pt x="53" y="136"/>
                    <a:pt x="55" y="136"/>
                  </a:cubicBezTo>
                  <a:cubicBezTo>
                    <a:pt x="56" y="136"/>
                    <a:pt x="58" y="136"/>
                    <a:pt x="59" y="135"/>
                  </a:cubicBezTo>
                  <a:cubicBezTo>
                    <a:pt x="84" y="107"/>
                    <a:pt x="84" y="107"/>
                    <a:pt x="84" y="107"/>
                  </a:cubicBezTo>
                  <a:cubicBezTo>
                    <a:pt x="85" y="105"/>
                    <a:pt x="86" y="103"/>
                    <a:pt x="85" y="101"/>
                  </a:cubicBezTo>
                  <a:cubicBezTo>
                    <a:pt x="84" y="99"/>
                    <a:pt x="82" y="97"/>
                    <a:pt x="80" y="97"/>
                  </a:cubicBezTo>
                  <a:cubicBezTo>
                    <a:pt x="70" y="97"/>
                    <a:pt x="70" y="97"/>
                    <a:pt x="70" y="97"/>
                  </a:cubicBezTo>
                  <a:cubicBezTo>
                    <a:pt x="70" y="89"/>
                    <a:pt x="70" y="89"/>
                    <a:pt x="70" y="89"/>
                  </a:cubicBezTo>
                  <a:cubicBezTo>
                    <a:pt x="72" y="89"/>
                    <a:pt x="73" y="88"/>
                    <a:pt x="75" y="87"/>
                  </a:cubicBezTo>
                  <a:close/>
                  <a:moveTo>
                    <a:pt x="55" y="123"/>
                  </a:moveTo>
                  <a:cubicBezTo>
                    <a:pt x="42" y="108"/>
                    <a:pt x="42" y="108"/>
                    <a:pt x="42" y="108"/>
                  </a:cubicBezTo>
                  <a:cubicBezTo>
                    <a:pt x="45" y="108"/>
                    <a:pt x="45" y="108"/>
                    <a:pt x="45" y="108"/>
                  </a:cubicBezTo>
                  <a:cubicBezTo>
                    <a:pt x="48" y="108"/>
                    <a:pt x="51" y="106"/>
                    <a:pt x="51" y="103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1" y="27"/>
                    <a:pt x="51" y="27"/>
                    <a:pt x="52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21" y="27"/>
                    <a:pt x="123" y="24"/>
                    <a:pt x="123" y="21"/>
                  </a:cubicBezTo>
                  <a:cubicBezTo>
                    <a:pt x="123" y="18"/>
                    <a:pt x="123" y="18"/>
                    <a:pt x="123" y="18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7"/>
                    <a:pt x="121" y="35"/>
                    <a:pt x="118" y="35"/>
                  </a:cubicBezTo>
                  <a:cubicBezTo>
                    <a:pt x="72" y="35"/>
                    <a:pt x="72" y="35"/>
                    <a:pt x="72" y="35"/>
                  </a:cubicBezTo>
                  <a:cubicBezTo>
                    <a:pt x="65" y="35"/>
                    <a:pt x="59" y="41"/>
                    <a:pt x="59" y="48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6"/>
                    <a:pt x="61" y="108"/>
                    <a:pt x="64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55" y="1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30" name="Group 134"/>
          <p:cNvGrpSpPr>
            <a:grpSpLocks noChangeAspect="1"/>
          </p:cNvGrpSpPr>
          <p:nvPr/>
        </p:nvGrpSpPr>
        <p:grpSpPr bwMode="auto">
          <a:xfrm>
            <a:off x="5754686" y="2394122"/>
            <a:ext cx="1001713" cy="820737"/>
            <a:chOff x="3610" y="1507"/>
            <a:chExt cx="631" cy="517"/>
          </a:xfrm>
        </p:grpSpPr>
        <p:sp>
          <p:nvSpPr>
            <p:cNvPr id="531" name="AutoShape 133"/>
            <p:cNvSpPr>
              <a:spLocks noChangeAspect="1" noChangeArrowheads="1" noTextEdit="1"/>
            </p:cNvSpPr>
            <p:nvPr/>
          </p:nvSpPr>
          <p:spPr bwMode="auto">
            <a:xfrm>
              <a:off x="3610" y="1507"/>
              <a:ext cx="631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2" name="Freeform 135"/>
            <p:cNvSpPr>
              <a:spLocks/>
            </p:cNvSpPr>
            <p:nvPr/>
          </p:nvSpPr>
          <p:spPr bwMode="auto">
            <a:xfrm>
              <a:off x="3610" y="1505"/>
              <a:ext cx="629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3" name="Freeform 136"/>
            <p:cNvSpPr>
              <a:spLocks/>
            </p:cNvSpPr>
            <p:nvPr/>
          </p:nvSpPr>
          <p:spPr bwMode="auto">
            <a:xfrm>
              <a:off x="3734" y="1646"/>
              <a:ext cx="380" cy="132"/>
            </a:xfrm>
            <a:custGeom>
              <a:avLst/>
              <a:gdLst>
                <a:gd name="T0" fmla="*/ 380 w 380"/>
                <a:gd name="T1" fmla="*/ 98 h 132"/>
                <a:gd name="T2" fmla="*/ 206 w 380"/>
                <a:gd name="T3" fmla="*/ 98 h 132"/>
                <a:gd name="T4" fmla="*/ 206 w 380"/>
                <a:gd name="T5" fmla="*/ 0 h 132"/>
                <a:gd name="T6" fmla="*/ 175 w 380"/>
                <a:gd name="T7" fmla="*/ 0 h 132"/>
                <a:gd name="T8" fmla="*/ 175 w 380"/>
                <a:gd name="T9" fmla="*/ 98 h 132"/>
                <a:gd name="T10" fmla="*/ 0 w 380"/>
                <a:gd name="T11" fmla="*/ 98 h 132"/>
                <a:gd name="T12" fmla="*/ 0 w 380"/>
                <a:gd name="T13" fmla="*/ 132 h 132"/>
                <a:gd name="T14" fmla="*/ 380 w 380"/>
                <a:gd name="T15" fmla="*/ 132 h 132"/>
                <a:gd name="T16" fmla="*/ 380 w 380"/>
                <a:gd name="T17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" h="132">
                  <a:moveTo>
                    <a:pt x="380" y="98"/>
                  </a:moveTo>
                  <a:lnTo>
                    <a:pt x="206" y="98"/>
                  </a:lnTo>
                  <a:lnTo>
                    <a:pt x="206" y="0"/>
                  </a:lnTo>
                  <a:lnTo>
                    <a:pt x="175" y="0"/>
                  </a:lnTo>
                  <a:lnTo>
                    <a:pt x="175" y="98"/>
                  </a:lnTo>
                  <a:lnTo>
                    <a:pt x="0" y="98"/>
                  </a:lnTo>
                  <a:lnTo>
                    <a:pt x="0" y="132"/>
                  </a:lnTo>
                  <a:lnTo>
                    <a:pt x="380" y="132"/>
                  </a:lnTo>
                  <a:lnTo>
                    <a:pt x="380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4" name="Rectangle 137"/>
            <p:cNvSpPr>
              <a:spLocks noChangeArrowheads="1"/>
            </p:cNvSpPr>
            <p:nvPr/>
          </p:nvSpPr>
          <p:spPr bwMode="auto">
            <a:xfrm>
              <a:off x="3792" y="1799"/>
              <a:ext cx="265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5" name="Rectangle 138"/>
            <p:cNvSpPr>
              <a:spLocks noChangeArrowheads="1"/>
            </p:cNvSpPr>
            <p:nvPr/>
          </p:nvSpPr>
          <p:spPr bwMode="auto">
            <a:xfrm>
              <a:off x="3842" y="1852"/>
              <a:ext cx="165" cy="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37" name="Group 141"/>
          <p:cNvGrpSpPr>
            <a:grpSpLocks noChangeAspect="1"/>
          </p:cNvGrpSpPr>
          <p:nvPr/>
        </p:nvGrpSpPr>
        <p:grpSpPr bwMode="auto">
          <a:xfrm>
            <a:off x="7472658" y="2232025"/>
            <a:ext cx="1000125" cy="1123950"/>
            <a:chOff x="2565" y="1806"/>
            <a:chExt cx="630" cy="708"/>
          </a:xfrm>
        </p:grpSpPr>
        <p:sp>
          <p:nvSpPr>
            <p:cNvPr id="538" name="AutoShape 140"/>
            <p:cNvSpPr>
              <a:spLocks noChangeAspect="1" noChangeArrowheads="1" noTextEdit="1"/>
            </p:cNvSpPr>
            <p:nvPr/>
          </p:nvSpPr>
          <p:spPr bwMode="auto">
            <a:xfrm>
              <a:off x="2565" y="1806"/>
              <a:ext cx="630" cy="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9" name="Freeform 142"/>
            <p:cNvSpPr>
              <a:spLocks/>
            </p:cNvSpPr>
            <p:nvPr/>
          </p:nvSpPr>
          <p:spPr bwMode="auto">
            <a:xfrm>
              <a:off x="2563" y="1808"/>
              <a:ext cx="630" cy="706"/>
            </a:xfrm>
            <a:custGeom>
              <a:avLst/>
              <a:gdLst>
                <a:gd name="T0" fmla="*/ 28 w 264"/>
                <a:gd name="T1" fmla="*/ 296 h 296"/>
                <a:gd name="T2" fmla="*/ 235 w 264"/>
                <a:gd name="T3" fmla="*/ 296 h 296"/>
                <a:gd name="T4" fmla="*/ 264 w 264"/>
                <a:gd name="T5" fmla="*/ 268 h 296"/>
                <a:gd name="T6" fmla="*/ 264 w 264"/>
                <a:gd name="T7" fmla="*/ 29 h 296"/>
                <a:gd name="T8" fmla="*/ 235 w 264"/>
                <a:gd name="T9" fmla="*/ 0 h 296"/>
                <a:gd name="T10" fmla="*/ 28 w 264"/>
                <a:gd name="T11" fmla="*/ 0 h 296"/>
                <a:gd name="T12" fmla="*/ 0 w 264"/>
                <a:gd name="T13" fmla="*/ 29 h 296"/>
                <a:gd name="T14" fmla="*/ 0 w 264"/>
                <a:gd name="T15" fmla="*/ 268 h 296"/>
                <a:gd name="T16" fmla="*/ 28 w 264"/>
                <a:gd name="T17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4" h="296">
                  <a:moveTo>
                    <a:pt x="28" y="296"/>
                  </a:moveTo>
                  <a:cubicBezTo>
                    <a:pt x="235" y="296"/>
                    <a:pt x="235" y="296"/>
                    <a:pt x="235" y="296"/>
                  </a:cubicBezTo>
                  <a:cubicBezTo>
                    <a:pt x="251" y="296"/>
                    <a:pt x="264" y="283"/>
                    <a:pt x="264" y="268"/>
                  </a:cubicBezTo>
                  <a:cubicBezTo>
                    <a:pt x="264" y="29"/>
                    <a:pt x="264" y="29"/>
                    <a:pt x="264" y="29"/>
                  </a:cubicBezTo>
                  <a:cubicBezTo>
                    <a:pt x="264" y="13"/>
                    <a:pt x="251" y="0"/>
                    <a:pt x="235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83"/>
                    <a:pt x="13" y="296"/>
                    <a:pt x="28" y="296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0" name="Freeform 143"/>
            <p:cNvSpPr>
              <a:spLocks noEditPoints="1"/>
            </p:cNvSpPr>
            <p:nvPr/>
          </p:nvSpPr>
          <p:spPr bwMode="auto">
            <a:xfrm>
              <a:off x="2753" y="2206"/>
              <a:ext cx="246" cy="248"/>
            </a:xfrm>
            <a:custGeom>
              <a:avLst/>
              <a:gdLst>
                <a:gd name="T0" fmla="*/ 52 w 103"/>
                <a:gd name="T1" fmla="*/ 0 h 104"/>
                <a:gd name="T2" fmla="*/ 0 w 103"/>
                <a:gd name="T3" fmla="*/ 52 h 104"/>
                <a:gd name="T4" fmla="*/ 52 w 103"/>
                <a:gd name="T5" fmla="*/ 104 h 104"/>
                <a:gd name="T6" fmla="*/ 103 w 103"/>
                <a:gd name="T7" fmla="*/ 52 h 104"/>
                <a:gd name="T8" fmla="*/ 52 w 103"/>
                <a:gd name="T9" fmla="*/ 0 h 104"/>
                <a:gd name="T10" fmla="*/ 52 w 103"/>
                <a:gd name="T11" fmla="*/ 93 h 104"/>
                <a:gd name="T12" fmla="*/ 11 w 103"/>
                <a:gd name="T13" fmla="*/ 52 h 104"/>
                <a:gd name="T14" fmla="*/ 52 w 103"/>
                <a:gd name="T15" fmla="*/ 11 h 104"/>
                <a:gd name="T16" fmla="*/ 93 w 103"/>
                <a:gd name="T17" fmla="*/ 52 h 104"/>
                <a:gd name="T18" fmla="*/ 52 w 103"/>
                <a:gd name="T19" fmla="*/ 9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80" y="104"/>
                    <a:pt x="103" y="80"/>
                    <a:pt x="103" y="52"/>
                  </a:cubicBezTo>
                  <a:cubicBezTo>
                    <a:pt x="103" y="23"/>
                    <a:pt x="80" y="0"/>
                    <a:pt x="52" y="0"/>
                  </a:cubicBezTo>
                  <a:close/>
                  <a:moveTo>
                    <a:pt x="52" y="93"/>
                  </a:moveTo>
                  <a:cubicBezTo>
                    <a:pt x="29" y="93"/>
                    <a:pt x="11" y="74"/>
                    <a:pt x="11" y="52"/>
                  </a:cubicBezTo>
                  <a:cubicBezTo>
                    <a:pt x="11" y="29"/>
                    <a:pt x="29" y="11"/>
                    <a:pt x="52" y="11"/>
                  </a:cubicBezTo>
                  <a:cubicBezTo>
                    <a:pt x="74" y="11"/>
                    <a:pt x="93" y="29"/>
                    <a:pt x="93" y="52"/>
                  </a:cubicBezTo>
                  <a:cubicBezTo>
                    <a:pt x="93" y="74"/>
                    <a:pt x="74" y="93"/>
                    <a:pt x="52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1" name="Freeform 144"/>
            <p:cNvSpPr>
              <a:spLocks/>
            </p:cNvSpPr>
            <p:nvPr/>
          </p:nvSpPr>
          <p:spPr bwMode="auto">
            <a:xfrm>
              <a:off x="2796" y="2257"/>
              <a:ext cx="101" cy="88"/>
            </a:xfrm>
            <a:custGeom>
              <a:avLst/>
              <a:gdLst>
                <a:gd name="T0" fmla="*/ 91 w 101"/>
                <a:gd name="T1" fmla="*/ 64 h 88"/>
                <a:gd name="T2" fmla="*/ 101 w 101"/>
                <a:gd name="T3" fmla="*/ 2 h 88"/>
                <a:gd name="T4" fmla="*/ 39 w 101"/>
                <a:gd name="T5" fmla="*/ 0 h 88"/>
                <a:gd name="T6" fmla="*/ 55 w 101"/>
                <a:gd name="T7" fmla="*/ 21 h 88"/>
                <a:gd name="T8" fmla="*/ 0 w 101"/>
                <a:gd name="T9" fmla="*/ 69 h 88"/>
                <a:gd name="T10" fmla="*/ 17 w 101"/>
                <a:gd name="T11" fmla="*/ 88 h 88"/>
                <a:gd name="T12" fmla="*/ 72 w 101"/>
                <a:gd name="T13" fmla="*/ 42 h 88"/>
                <a:gd name="T14" fmla="*/ 91 w 101"/>
                <a:gd name="T15" fmla="*/ 6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88">
                  <a:moveTo>
                    <a:pt x="91" y="64"/>
                  </a:moveTo>
                  <a:lnTo>
                    <a:pt x="101" y="2"/>
                  </a:lnTo>
                  <a:lnTo>
                    <a:pt x="39" y="0"/>
                  </a:lnTo>
                  <a:lnTo>
                    <a:pt x="55" y="21"/>
                  </a:lnTo>
                  <a:lnTo>
                    <a:pt x="0" y="69"/>
                  </a:lnTo>
                  <a:lnTo>
                    <a:pt x="17" y="88"/>
                  </a:lnTo>
                  <a:lnTo>
                    <a:pt x="72" y="42"/>
                  </a:lnTo>
                  <a:lnTo>
                    <a:pt x="91" y="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2" name="Freeform 145"/>
            <p:cNvSpPr>
              <a:spLocks/>
            </p:cNvSpPr>
            <p:nvPr/>
          </p:nvSpPr>
          <p:spPr bwMode="auto">
            <a:xfrm>
              <a:off x="2851" y="2323"/>
              <a:ext cx="98" cy="88"/>
            </a:xfrm>
            <a:custGeom>
              <a:avLst/>
              <a:gdLst>
                <a:gd name="T0" fmla="*/ 36 w 98"/>
                <a:gd name="T1" fmla="*/ 0 h 88"/>
                <a:gd name="T2" fmla="*/ 55 w 98"/>
                <a:gd name="T3" fmla="*/ 24 h 88"/>
                <a:gd name="T4" fmla="*/ 0 w 98"/>
                <a:gd name="T5" fmla="*/ 69 h 88"/>
                <a:gd name="T6" fmla="*/ 15 w 98"/>
                <a:gd name="T7" fmla="*/ 88 h 88"/>
                <a:gd name="T8" fmla="*/ 72 w 98"/>
                <a:gd name="T9" fmla="*/ 43 h 88"/>
                <a:gd name="T10" fmla="*/ 89 w 98"/>
                <a:gd name="T11" fmla="*/ 65 h 88"/>
                <a:gd name="T12" fmla="*/ 98 w 98"/>
                <a:gd name="T13" fmla="*/ 3 h 88"/>
                <a:gd name="T14" fmla="*/ 36 w 98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" h="88">
                  <a:moveTo>
                    <a:pt x="36" y="0"/>
                  </a:moveTo>
                  <a:lnTo>
                    <a:pt x="55" y="24"/>
                  </a:lnTo>
                  <a:lnTo>
                    <a:pt x="0" y="69"/>
                  </a:lnTo>
                  <a:lnTo>
                    <a:pt x="15" y="88"/>
                  </a:lnTo>
                  <a:lnTo>
                    <a:pt x="72" y="43"/>
                  </a:lnTo>
                  <a:lnTo>
                    <a:pt x="89" y="65"/>
                  </a:lnTo>
                  <a:lnTo>
                    <a:pt x="98" y="3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3" name="Freeform 146"/>
            <p:cNvSpPr>
              <a:spLocks/>
            </p:cNvSpPr>
            <p:nvPr/>
          </p:nvSpPr>
          <p:spPr bwMode="auto">
            <a:xfrm>
              <a:off x="2792" y="1861"/>
              <a:ext cx="171" cy="243"/>
            </a:xfrm>
            <a:custGeom>
              <a:avLst/>
              <a:gdLst>
                <a:gd name="T0" fmla="*/ 128 w 171"/>
                <a:gd name="T1" fmla="*/ 0 h 243"/>
                <a:gd name="T2" fmla="*/ 0 w 171"/>
                <a:gd name="T3" fmla="*/ 143 h 243"/>
                <a:gd name="T4" fmla="*/ 86 w 171"/>
                <a:gd name="T5" fmla="*/ 133 h 243"/>
                <a:gd name="T6" fmla="*/ 40 w 171"/>
                <a:gd name="T7" fmla="*/ 243 h 243"/>
                <a:gd name="T8" fmla="*/ 171 w 171"/>
                <a:gd name="T9" fmla="*/ 83 h 243"/>
                <a:gd name="T10" fmla="*/ 83 w 171"/>
                <a:gd name="T11" fmla="*/ 100 h 243"/>
                <a:gd name="T12" fmla="*/ 128 w 171"/>
                <a:gd name="T1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243">
                  <a:moveTo>
                    <a:pt x="128" y="0"/>
                  </a:moveTo>
                  <a:lnTo>
                    <a:pt x="0" y="143"/>
                  </a:lnTo>
                  <a:lnTo>
                    <a:pt x="86" y="133"/>
                  </a:lnTo>
                  <a:lnTo>
                    <a:pt x="40" y="243"/>
                  </a:lnTo>
                  <a:lnTo>
                    <a:pt x="171" y="83"/>
                  </a:lnTo>
                  <a:lnTo>
                    <a:pt x="83" y="10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4" name="Line 147"/>
            <p:cNvSpPr>
              <a:spLocks noChangeShapeType="1"/>
            </p:cNvSpPr>
            <p:nvPr/>
          </p:nvSpPr>
          <p:spPr bwMode="auto">
            <a:xfrm>
              <a:off x="2627" y="2156"/>
              <a:ext cx="503" cy="0"/>
            </a:xfrm>
            <a:prstGeom prst="line">
              <a:avLst/>
            </a:prstGeom>
            <a:noFill/>
            <a:ln w="301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411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181"/>
          <p:cNvSpPr txBox="1">
            <a:spLocks noChangeArrowheads="1"/>
          </p:cNvSpPr>
          <p:nvPr/>
        </p:nvSpPr>
        <p:spPr bwMode="auto">
          <a:xfrm>
            <a:off x="564896" y="264183"/>
            <a:ext cx="936348" cy="473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184" tIns="34591" rIns="69184" bIns="34591">
            <a:spAutoFit/>
          </a:bodyPr>
          <a:lstStyle/>
          <a:p>
            <a:r>
              <a:rPr lang="en-US" altLang="zh-CN" sz="2625" b="1" dirty="0" smtClean="0">
                <a:solidFill>
                  <a:srgbClr val="C00000"/>
                </a:solidFill>
                <a:ea typeface="微软雅黑" pitchFamily="34" charset="-122"/>
                <a:cs typeface="+mj-cs"/>
              </a:rPr>
              <a:t>MSTP</a:t>
            </a:r>
            <a:endParaRPr lang="zh-CN" altLang="en-US" sz="2625" b="1" dirty="0">
              <a:solidFill>
                <a:srgbClr val="C00000"/>
              </a:solidFill>
              <a:ea typeface="微软雅黑" pitchFamily="34" charset="-122"/>
              <a:cs typeface="+mj-cs"/>
            </a:endParaRPr>
          </a:p>
        </p:txBody>
      </p:sp>
      <p:sp>
        <p:nvSpPr>
          <p:cNvPr id="190" name="Rectangle 57"/>
          <p:cNvSpPr>
            <a:spLocks noChangeArrowheads="1"/>
          </p:cNvSpPr>
          <p:nvPr/>
        </p:nvSpPr>
        <p:spPr bwMode="auto">
          <a:xfrm>
            <a:off x="1001588" y="1954699"/>
            <a:ext cx="421590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MSTP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1" name="Rectangle 57"/>
          <p:cNvSpPr>
            <a:spLocks noChangeArrowheads="1"/>
          </p:cNvSpPr>
          <p:nvPr/>
        </p:nvSpPr>
        <p:spPr bwMode="auto">
          <a:xfrm>
            <a:off x="2569876" y="1954699"/>
            <a:ext cx="714939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MDS6600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46" name="Group 150"/>
          <p:cNvGrpSpPr>
            <a:grpSpLocks noChangeAspect="1"/>
          </p:cNvGrpSpPr>
          <p:nvPr/>
        </p:nvGrpSpPr>
        <p:grpSpPr bwMode="auto">
          <a:xfrm>
            <a:off x="774700" y="787020"/>
            <a:ext cx="876300" cy="1203325"/>
            <a:chOff x="488" y="2309"/>
            <a:chExt cx="552" cy="758"/>
          </a:xfrm>
        </p:grpSpPr>
        <p:sp>
          <p:nvSpPr>
            <p:cNvPr id="547" name="AutoShape 149"/>
            <p:cNvSpPr>
              <a:spLocks noChangeAspect="1" noChangeArrowheads="1" noTextEdit="1"/>
            </p:cNvSpPr>
            <p:nvPr/>
          </p:nvSpPr>
          <p:spPr bwMode="auto">
            <a:xfrm>
              <a:off x="488" y="2309"/>
              <a:ext cx="552" cy="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8" name="Freeform 151"/>
            <p:cNvSpPr>
              <a:spLocks/>
            </p:cNvSpPr>
            <p:nvPr/>
          </p:nvSpPr>
          <p:spPr bwMode="auto">
            <a:xfrm>
              <a:off x="490" y="2307"/>
              <a:ext cx="550" cy="758"/>
            </a:xfrm>
            <a:custGeom>
              <a:avLst/>
              <a:gdLst>
                <a:gd name="T0" fmla="*/ 28 w 230"/>
                <a:gd name="T1" fmla="*/ 318 h 318"/>
                <a:gd name="T2" fmla="*/ 202 w 230"/>
                <a:gd name="T3" fmla="*/ 318 h 318"/>
                <a:gd name="T4" fmla="*/ 230 w 230"/>
                <a:gd name="T5" fmla="*/ 290 h 318"/>
                <a:gd name="T6" fmla="*/ 230 w 230"/>
                <a:gd name="T7" fmla="*/ 29 h 318"/>
                <a:gd name="T8" fmla="*/ 202 w 230"/>
                <a:gd name="T9" fmla="*/ 0 h 318"/>
                <a:gd name="T10" fmla="*/ 28 w 230"/>
                <a:gd name="T11" fmla="*/ 0 h 318"/>
                <a:gd name="T12" fmla="*/ 0 w 230"/>
                <a:gd name="T13" fmla="*/ 29 h 318"/>
                <a:gd name="T14" fmla="*/ 0 w 230"/>
                <a:gd name="T15" fmla="*/ 290 h 318"/>
                <a:gd name="T16" fmla="*/ 28 w 230"/>
                <a:gd name="T17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0" h="318">
                  <a:moveTo>
                    <a:pt x="28" y="318"/>
                  </a:moveTo>
                  <a:cubicBezTo>
                    <a:pt x="202" y="318"/>
                    <a:pt x="202" y="318"/>
                    <a:pt x="202" y="318"/>
                  </a:cubicBezTo>
                  <a:cubicBezTo>
                    <a:pt x="217" y="318"/>
                    <a:pt x="230" y="305"/>
                    <a:pt x="230" y="290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0" y="13"/>
                    <a:pt x="217" y="0"/>
                    <a:pt x="202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305"/>
                    <a:pt x="13" y="318"/>
                    <a:pt x="28" y="318"/>
                  </a:cubicBez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9" name="Rectangle 152"/>
            <p:cNvSpPr>
              <a:spLocks noChangeArrowheads="1"/>
            </p:cNvSpPr>
            <p:nvPr/>
          </p:nvSpPr>
          <p:spPr bwMode="auto">
            <a:xfrm>
              <a:off x="849" y="2740"/>
              <a:ext cx="31" cy="1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0" name="Rectangle 153"/>
            <p:cNvSpPr>
              <a:spLocks noChangeArrowheads="1"/>
            </p:cNvSpPr>
            <p:nvPr/>
          </p:nvSpPr>
          <p:spPr bwMode="auto">
            <a:xfrm>
              <a:off x="887" y="2740"/>
              <a:ext cx="31" cy="1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1" name="Rectangle 154"/>
            <p:cNvSpPr>
              <a:spLocks noChangeArrowheads="1"/>
            </p:cNvSpPr>
            <p:nvPr/>
          </p:nvSpPr>
          <p:spPr bwMode="auto">
            <a:xfrm>
              <a:off x="925" y="2740"/>
              <a:ext cx="31" cy="1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2" name="Rectangle 155"/>
            <p:cNvSpPr>
              <a:spLocks noChangeArrowheads="1"/>
            </p:cNvSpPr>
            <p:nvPr/>
          </p:nvSpPr>
          <p:spPr bwMode="auto">
            <a:xfrm>
              <a:off x="526" y="2671"/>
              <a:ext cx="478" cy="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3" name="Rectangle 156"/>
            <p:cNvSpPr>
              <a:spLocks noChangeArrowheads="1"/>
            </p:cNvSpPr>
            <p:nvPr/>
          </p:nvSpPr>
          <p:spPr bwMode="auto">
            <a:xfrm>
              <a:off x="576" y="2740"/>
              <a:ext cx="31" cy="1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4" name="Rectangle 157"/>
            <p:cNvSpPr>
              <a:spLocks noChangeArrowheads="1"/>
            </p:cNvSpPr>
            <p:nvPr/>
          </p:nvSpPr>
          <p:spPr bwMode="auto">
            <a:xfrm>
              <a:off x="615" y="2740"/>
              <a:ext cx="31" cy="1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5" name="Rectangle 158"/>
            <p:cNvSpPr>
              <a:spLocks noChangeArrowheads="1"/>
            </p:cNvSpPr>
            <p:nvPr/>
          </p:nvSpPr>
          <p:spPr bwMode="auto">
            <a:xfrm>
              <a:off x="653" y="2740"/>
              <a:ext cx="33" cy="1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6" name="Rectangle 159"/>
            <p:cNvSpPr>
              <a:spLocks noChangeArrowheads="1"/>
            </p:cNvSpPr>
            <p:nvPr/>
          </p:nvSpPr>
          <p:spPr bwMode="auto">
            <a:xfrm>
              <a:off x="849" y="2404"/>
              <a:ext cx="28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7" name="Rectangle 160"/>
            <p:cNvSpPr>
              <a:spLocks noChangeArrowheads="1"/>
            </p:cNvSpPr>
            <p:nvPr/>
          </p:nvSpPr>
          <p:spPr bwMode="auto">
            <a:xfrm>
              <a:off x="808" y="2404"/>
              <a:ext cx="34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8" name="Rectangle 161"/>
            <p:cNvSpPr>
              <a:spLocks noChangeArrowheads="1"/>
            </p:cNvSpPr>
            <p:nvPr/>
          </p:nvSpPr>
          <p:spPr bwMode="auto">
            <a:xfrm>
              <a:off x="768" y="2404"/>
              <a:ext cx="33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9" name="Rectangle 162"/>
            <p:cNvSpPr>
              <a:spLocks noChangeArrowheads="1"/>
            </p:cNvSpPr>
            <p:nvPr/>
          </p:nvSpPr>
          <p:spPr bwMode="auto">
            <a:xfrm>
              <a:off x="729" y="2404"/>
              <a:ext cx="34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0" name="Rectangle 163"/>
            <p:cNvSpPr>
              <a:spLocks noChangeArrowheads="1"/>
            </p:cNvSpPr>
            <p:nvPr/>
          </p:nvSpPr>
          <p:spPr bwMode="auto">
            <a:xfrm>
              <a:off x="689" y="2404"/>
              <a:ext cx="33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1" name="Rectangle 164"/>
            <p:cNvSpPr>
              <a:spLocks noChangeArrowheads="1"/>
            </p:cNvSpPr>
            <p:nvPr/>
          </p:nvSpPr>
          <p:spPr bwMode="auto">
            <a:xfrm>
              <a:off x="658" y="2404"/>
              <a:ext cx="26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2" name="Rectangle 165"/>
            <p:cNvSpPr>
              <a:spLocks noChangeArrowheads="1"/>
            </p:cNvSpPr>
            <p:nvPr/>
          </p:nvSpPr>
          <p:spPr bwMode="auto">
            <a:xfrm>
              <a:off x="658" y="2617"/>
              <a:ext cx="219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3" name="Rectangle 166"/>
            <p:cNvSpPr>
              <a:spLocks noChangeArrowheads="1"/>
            </p:cNvSpPr>
            <p:nvPr/>
          </p:nvSpPr>
          <p:spPr bwMode="auto">
            <a:xfrm>
              <a:off x="973" y="2392"/>
              <a:ext cx="31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4" name="Rectangle 167"/>
            <p:cNvSpPr>
              <a:spLocks noChangeArrowheads="1"/>
            </p:cNvSpPr>
            <p:nvPr/>
          </p:nvSpPr>
          <p:spPr bwMode="auto">
            <a:xfrm>
              <a:off x="932" y="2392"/>
              <a:ext cx="34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5" name="Rectangle 168"/>
            <p:cNvSpPr>
              <a:spLocks noChangeArrowheads="1"/>
            </p:cNvSpPr>
            <p:nvPr/>
          </p:nvSpPr>
          <p:spPr bwMode="auto">
            <a:xfrm>
              <a:off x="901" y="2392"/>
              <a:ext cx="27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6" name="Freeform 169"/>
            <p:cNvSpPr>
              <a:spLocks/>
            </p:cNvSpPr>
            <p:nvPr/>
          </p:nvSpPr>
          <p:spPr bwMode="auto">
            <a:xfrm>
              <a:off x="658" y="2345"/>
              <a:ext cx="219" cy="33"/>
            </a:xfrm>
            <a:custGeom>
              <a:avLst/>
              <a:gdLst>
                <a:gd name="T0" fmla="*/ 92 w 92"/>
                <a:gd name="T1" fmla="*/ 12 h 14"/>
                <a:gd name="T2" fmla="*/ 91 w 92"/>
                <a:gd name="T3" fmla="*/ 14 h 14"/>
                <a:gd name="T4" fmla="*/ 0 w 92"/>
                <a:gd name="T5" fmla="*/ 14 h 14"/>
                <a:gd name="T6" fmla="*/ 0 w 92"/>
                <a:gd name="T7" fmla="*/ 0 h 14"/>
                <a:gd name="T8" fmla="*/ 92 w 92"/>
                <a:gd name="T9" fmla="*/ 0 h 14"/>
                <a:gd name="T10" fmla="*/ 92 w 92"/>
                <a:gd name="T11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14">
                  <a:moveTo>
                    <a:pt x="92" y="12"/>
                  </a:moveTo>
                  <a:cubicBezTo>
                    <a:pt x="91" y="12"/>
                    <a:pt x="91" y="13"/>
                    <a:pt x="91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lnTo>
                    <a:pt x="9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7" name="Rectangle 170"/>
            <p:cNvSpPr>
              <a:spLocks noChangeArrowheads="1"/>
            </p:cNvSpPr>
            <p:nvPr/>
          </p:nvSpPr>
          <p:spPr bwMode="auto">
            <a:xfrm>
              <a:off x="600" y="2392"/>
              <a:ext cx="31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8" name="Rectangle 171"/>
            <p:cNvSpPr>
              <a:spLocks noChangeArrowheads="1"/>
            </p:cNvSpPr>
            <p:nvPr/>
          </p:nvSpPr>
          <p:spPr bwMode="auto">
            <a:xfrm>
              <a:off x="560" y="2392"/>
              <a:ext cx="33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9" name="Rectangle 172"/>
            <p:cNvSpPr>
              <a:spLocks noChangeArrowheads="1"/>
            </p:cNvSpPr>
            <p:nvPr/>
          </p:nvSpPr>
          <p:spPr bwMode="auto">
            <a:xfrm>
              <a:off x="526" y="2392"/>
              <a:ext cx="29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0" name="Rectangle 173"/>
            <p:cNvSpPr>
              <a:spLocks noChangeArrowheads="1"/>
            </p:cNvSpPr>
            <p:nvPr/>
          </p:nvSpPr>
          <p:spPr bwMode="auto">
            <a:xfrm>
              <a:off x="526" y="2740"/>
              <a:ext cx="43" cy="1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1" name="Freeform 174"/>
            <p:cNvSpPr>
              <a:spLocks/>
            </p:cNvSpPr>
            <p:nvPr/>
          </p:nvSpPr>
          <p:spPr bwMode="auto">
            <a:xfrm>
              <a:off x="691" y="2740"/>
              <a:ext cx="34" cy="198"/>
            </a:xfrm>
            <a:custGeom>
              <a:avLst/>
              <a:gdLst>
                <a:gd name="T0" fmla="*/ 0 w 14"/>
                <a:gd name="T1" fmla="*/ 83 h 83"/>
                <a:gd name="T2" fmla="*/ 0 w 14"/>
                <a:gd name="T3" fmla="*/ 0 h 83"/>
                <a:gd name="T4" fmla="*/ 14 w 14"/>
                <a:gd name="T5" fmla="*/ 0 h 83"/>
                <a:gd name="T6" fmla="*/ 14 w 14"/>
                <a:gd name="T7" fmla="*/ 83 h 83"/>
                <a:gd name="T8" fmla="*/ 11 w 14"/>
                <a:gd name="T9" fmla="*/ 83 h 83"/>
                <a:gd name="T10" fmla="*/ 0 w 14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83">
                  <a:moveTo>
                    <a:pt x="0" y="8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13" y="83"/>
                    <a:pt x="12" y="83"/>
                    <a:pt x="11" y="83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2" name="Freeform 175"/>
            <p:cNvSpPr>
              <a:spLocks/>
            </p:cNvSpPr>
            <p:nvPr/>
          </p:nvSpPr>
          <p:spPr bwMode="auto">
            <a:xfrm>
              <a:off x="729" y="2740"/>
              <a:ext cx="36" cy="227"/>
            </a:xfrm>
            <a:custGeom>
              <a:avLst/>
              <a:gdLst>
                <a:gd name="T0" fmla="*/ 0 w 15"/>
                <a:gd name="T1" fmla="*/ 86 h 95"/>
                <a:gd name="T2" fmla="*/ 0 w 15"/>
                <a:gd name="T3" fmla="*/ 0 h 95"/>
                <a:gd name="T4" fmla="*/ 15 w 15"/>
                <a:gd name="T5" fmla="*/ 0 h 95"/>
                <a:gd name="T6" fmla="*/ 15 w 15"/>
                <a:gd name="T7" fmla="*/ 95 h 95"/>
                <a:gd name="T8" fmla="*/ 1 w 15"/>
                <a:gd name="T9" fmla="*/ 95 h 95"/>
                <a:gd name="T10" fmla="*/ 1 w 15"/>
                <a:gd name="T11" fmla="*/ 88 h 95"/>
                <a:gd name="T12" fmla="*/ 0 w 15"/>
                <a:gd name="T13" fmla="*/ 86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95">
                  <a:moveTo>
                    <a:pt x="0" y="8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7"/>
                    <a:pt x="1" y="87"/>
                    <a:pt x="0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3" name="Freeform 176"/>
            <p:cNvSpPr>
              <a:spLocks/>
            </p:cNvSpPr>
            <p:nvPr/>
          </p:nvSpPr>
          <p:spPr bwMode="auto">
            <a:xfrm>
              <a:off x="770" y="2740"/>
              <a:ext cx="33" cy="227"/>
            </a:xfrm>
            <a:custGeom>
              <a:avLst/>
              <a:gdLst>
                <a:gd name="T0" fmla="*/ 13 w 14"/>
                <a:gd name="T1" fmla="*/ 95 h 95"/>
                <a:gd name="T2" fmla="*/ 0 w 14"/>
                <a:gd name="T3" fmla="*/ 95 h 95"/>
                <a:gd name="T4" fmla="*/ 0 w 14"/>
                <a:gd name="T5" fmla="*/ 0 h 95"/>
                <a:gd name="T6" fmla="*/ 14 w 14"/>
                <a:gd name="T7" fmla="*/ 0 h 95"/>
                <a:gd name="T8" fmla="*/ 14 w 14"/>
                <a:gd name="T9" fmla="*/ 85 h 95"/>
                <a:gd name="T10" fmla="*/ 13 w 14"/>
                <a:gd name="T11" fmla="*/ 88 h 95"/>
                <a:gd name="T12" fmla="*/ 13 w 14"/>
                <a:gd name="T1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95">
                  <a:moveTo>
                    <a:pt x="13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85"/>
                    <a:pt x="14" y="85"/>
                    <a:pt x="14" y="85"/>
                  </a:cubicBezTo>
                  <a:cubicBezTo>
                    <a:pt x="13" y="86"/>
                    <a:pt x="13" y="87"/>
                    <a:pt x="13" y="88"/>
                  </a:cubicBezTo>
                  <a:lnTo>
                    <a:pt x="13" y="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4" name="Freeform 177"/>
            <p:cNvSpPr>
              <a:spLocks/>
            </p:cNvSpPr>
            <p:nvPr/>
          </p:nvSpPr>
          <p:spPr bwMode="auto">
            <a:xfrm>
              <a:off x="808" y="2740"/>
              <a:ext cx="34" cy="198"/>
            </a:xfrm>
            <a:custGeom>
              <a:avLst/>
              <a:gdLst>
                <a:gd name="T0" fmla="*/ 2 w 14"/>
                <a:gd name="T1" fmla="*/ 83 h 83"/>
                <a:gd name="T2" fmla="*/ 0 w 14"/>
                <a:gd name="T3" fmla="*/ 83 h 83"/>
                <a:gd name="T4" fmla="*/ 0 w 14"/>
                <a:gd name="T5" fmla="*/ 0 h 83"/>
                <a:gd name="T6" fmla="*/ 14 w 14"/>
                <a:gd name="T7" fmla="*/ 0 h 83"/>
                <a:gd name="T8" fmla="*/ 14 w 14"/>
                <a:gd name="T9" fmla="*/ 83 h 83"/>
                <a:gd name="T10" fmla="*/ 2 w 14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83">
                  <a:moveTo>
                    <a:pt x="2" y="83"/>
                  </a:moveTo>
                  <a:cubicBezTo>
                    <a:pt x="1" y="83"/>
                    <a:pt x="1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83"/>
                    <a:pt x="14" y="83"/>
                    <a:pt x="14" y="83"/>
                  </a:cubicBezTo>
                  <a:lnTo>
                    <a:pt x="2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5" name="Rectangle 178"/>
            <p:cNvSpPr>
              <a:spLocks noChangeArrowheads="1"/>
            </p:cNvSpPr>
            <p:nvPr/>
          </p:nvSpPr>
          <p:spPr bwMode="auto">
            <a:xfrm>
              <a:off x="964" y="2740"/>
              <a:ext cx="40" cy="1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6" name="Rectangle 179"/>
            <p:cNvSpPr>
              <a:spLocks noChangeArrowheads="1"/>
            </p:cNvSpPr>
            <p:nvPr/>
          </p:nvSpPr>
          <p:spPr bwMode="auto">
            <a:xfrm>
              <a:off x="901" y="2345"/>
              <a:ext cx="103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7" name="Rectangle 180"/>
            <p:cNvSpPr>
              <a:spLocks noChangeArrowheads="1"/>
            </p:cNvSpPr>
            <p:nvPr/>
          </p:nvSpPr>
          <p:spPr bwMode="auto">
            <a:xfrm>
              <a:off x="526" y="2345"/>
              <a:ext cx="105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8" name="Rectangle 181"/>
            <p:cNvSpPr>
              <a:spLocks noChangeArrowheads="1"/>
            </p:cNvSpPr>
            <p:nvPr/>
          </p:nvSpPr>
          <p:spPr bwMode="auto">
            <a:xfrm>
              <a:off x="619" y="2678"/>
              <a:ext cx="51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9" name="Rectangle 182"/>
            <p:cNvSpPr>
              <a:spLocks noChangeArrowheads="1"/>
            </p:cNvSpPr>
            <p:nvPr/>
          </p:nvSpPr>
          <p:spPr bwMode="auto">
            <a:xfrm>
              <a:off x="777" y="2678"/>
              <a:ext cx="50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0" name="Rectangle 183"/>
            <p:cNvSpPr>
              <a:spLocks noChangeArrowheads="1"/>
            </p:cNvSpPr>
            <p:nvPr/>
          </p:nvSpPr>
          <p:spPr bwMode="auto">
            <a:xfrm>
              <a:off x="935" y="2678"/>
              <a:ext cx="50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1" name="Freeform 184"/>
            <p:cNvSpPr>
              <a:spLocks/>
            </p:cNvSpPr>
            <p:nvPr/>
          </p:nvSpPr>
          <p:spPr bwMode="auto">
            <a:xfrm>
              <a:off x="524" y="2962"/>
              <a:ext cx="485" cy="65"/>
            </a:xfrm>
            <a:custGeom>
              <a:avLst/>
              <a:gdLst>
                <a:gd name="T0" fmla="*/ 203 w 203"/>
                <a:gd name="T1" fmla="*/ 27 h 27"/>
                <a:gd name="T2" fmla="*/ 0 w 203"/>
                <a:gd name="T3" fmla="*/ 27 h 27"/>
                <a:gd name="T4" fmla="*/ 0 w 203"/>
                <a:gd name="T5" fmla="*/ 0 h 27"/>
                <a:gd name="T6" fmla="*/ 76 w 203"/>
                <a:gd name="T7" fmla="*/ 0 h 27"/>
                <a:gd name="T8" fmla="*/ 76 w 203"/>
                <a:gd name="T9" fmla="*/ 9 h 27"/>
                <a:gd name="T10" fmla="*/ 81 w 203"/>
                <a:gd name="T11" fmla="*/ 14 h 27"/>
                <a:gd name="T12" fmla="*/ 121 w 203"/>
                <a:gd name="T13" fmla="*/ 14 h 27"/>
                <a:gd name="T14" fmla="*/ 126 w 203"/>
                <a:gd name="T15" fmla="*/ 9 h 27"/>
                <a:gd name="T16" fmla="*/ 126 w 203"/>
                <a:gd name="T17" fmla="*/ 0 h 27"/>
                <a:gd name="T18" fmla="*/ 203 w 203"/>
                <a:gd name="T19" fmla="*/ 0 h 27"/>
                <a:gd name="T20" fmla="*/ 203 w 203"/>
                <a:gd name="T2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3" h="27">
                  <a:moveTo>
                    <a:pt x="203" y="27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6" y="12"/>
                    <a:pt x="78" y="14"/>
                    <a:pt x="81" y="14"/>
                  </a:cubicBezTo>
                  <a:cubicBezTo>
                    <a:pt x="121" y="14"/>
                    <a:pt x="121" y="14"/>
                    <a:pt x="121" y="14"/>
                  </a:cubicBezTo>
                  <a:cubicBezTo>
                    <a:pt x="124" y="14"/>
                    <a:pt x="126" y="12"/>
                    <a:pt x="126" y="9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203" y="0"/>
                    <a:pt x="203" y="0"/>
                    <a:pt x="203" y="0"/>
                  </a:cubicBezTo>
                  <a:lnTo>
                    <a:pt x="203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83" name="Group 187"/>
          <p:cNvGrpSpPr>
            <a:grpSpLocks noChangeAspect="1"/>
          </p:cNvGrpSpPr>
          <p:nvPr/>
        </p:nvGrpSpPr>
        <p:grpSpPr bwMode="auto">
          <a:xfrm>
            <a:off x="2470076" y="953708"/>
            <a:ext cx="990600" cy="831850"/>
            <a:chOff x="1524" y="2414"/>
            <a:chExt cx="624" cy="524"/>
          </a:xfrm>
        </p:grpSpPr>
        <p:sp>
          <p:nvSpPr>
            <p:cNvPr id="584" name="AutoShape 186"/>
            <p:cNvSpPr>
              <a:spLocks noChangeAspect="1" noChangeArrowheads="1" noTextEdit="1"/>
            </p:cNvSpPr>
            <p:nvPr/>
          </p:nvSpPr>
          <p:spPr bwMode="auto">
            <a:xfrm>
              <a:off x="1524" y="2414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5" name="Freeform 188"/>
            <p:cNvSpPr>
              <a:spLocks/>
            </p:cNvSpPr>
            <p:nvPr/>
          </p:nvSpPr>
          <p:spPr bwMode="auto">
            <a:xfrm>
              <a:off x="1522" y="2414"/>
              <a:ext cx="628" cy="522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6" name="Freeform 189"/>
            <p:cNvSpPr>
              <a:spLocks noEditPoints="1"/>
            </p:cNvSpPr>
            <p:nvPr/>
          </p:nvSpPr>
          <p:spPr bwMode="auto">
            <a:xfrm>
              <a:off x="1584" y="2514"/>
              <a:ext cx="504" cy="393"/>
            </a:xfrm>
            <a:custGeom>
              <a:avLst/>
              <a:gdLst>
                <a:gd name="T0" fmla="*/ 0 w 211"/>
                <a:gd name="T1" fmla="*/ 153 h 164"/>
                <a:gd name="T2" fmla="*/ 0 w 211"/>
                <a:gd name="T3" fmla="*/ 155 h 164"/>
                <a:gd name="T4" fmla="*/ 0 w 211"/>
                <a:gd name="T5" fmla="*/ 156 h 164"/>
                <a:gd name="T6" fmla="*/ 1 w 211"/>
                <a:gd name="T7" fmla="*/ 157 h 164"/>
                <a:gd name="T8" fmla="*/ 3 w 211"/>
                <a:gd name="T9" fmla="*/ 158 h 164"/>
                <a:gd name="T10" fmla="*/ 4 w 211"/>
                <a:gd name="T11" fmla="*/ 158 h 164"/>
                <a:gd name="T12" fmla="*/ 117 w 211"/>
                <a:gd name="T13" fmla="*/ 158 h 164"/>
                <a:gd name="T14" fmla="*/ 126 w 211"/>
                <a:gd name="T15" fmla="*/ 143 h 164"/>
                <a:gd name="T16" fmla="*/ 99 w 211"/>
                <a:gd name="T17" fmla="*/ 126 h 164"/>
                <a:gd name="T18" fmla="*/ 167 w 211"/>
                <a:gd name="T19" fmla="*/ 148 h 164"/>
                <a:gd name="T20" fmla="*/ 158 w 211"/>
                <a:gd name="T21" fmla="*/ 164 h 164"/>
                <a:gd name="T22" fmla="*/ 206 w 211"/>
                <a:gd name="T23" fmla="*/ 158 h 164"/>
                <a:gd name="T24" fmla="*/ 207 w 211"/>
                <a:gd name="T25" fmla="*/ 158 h 164"/>
                <a:gd name="T26" fmla="*/ 209 w 211"/>
                <a:gd name="T27" fmla="*/ 158 h 164"/>
                <a:gd name="T28" fmla="*/ 210 w 211"/>
                <a:gd name="T29" fmla="*/ 157 h 164"/>
                <a:gd name="T30" fmla="*/ 211 w 211"/>
                <a:gd name="T31" fmla="*/ 156 h 164"/>
                <a:gd name="T32" fmla="*/ 211 w 211"/>
                <a:gd name="T33" fmla="*/ 154 h 164"/>
                <a:gd name="T34" fmla="*/ 211 w 211"/>
                <a:gd name="T35" fmla="*/ 153 h 164"/>
                <a:gd name="T36" fmla="*/ 211 w 211"/>
                <a:gd name="T37" fmla="*/ 152 h 164"/>
                <a:gd name="T38" fmla="*/ 210 w 211"/>
                <a:gd name="T39" fmla="*/ 151 h 164"/>
                <a:gd name="T40" fmla="*/ 163 w 211"/>
                <a:gd name="T41" fmla="*/ 73 h 164"/>
                <a:gd name="T42" fmla="*/ 162 w 211"/>
                <a:gd name="T43" fmla="*/ 72 h 164"/>
                <a:gd name="T44" fmla="*/ 160 w 211"/>
                <a:gd name="T45" fmla="*/ 71 h 164"/>
                <a:gd name="T46" fmla="*/ 159 w 211"/>
                <a:gd name="T47" fmla="*/ 71 h 164"/>
                <a:gd name="T48" fmla="*/ 90 w 211"/>
                <a:gd name="T49" fmla="*/ 32 h 164"/>
                <a:gd name="T50" fmla="*/ 42 w 211"/>
                <a:gd name="T51" fmla="*/ 71 h 164"/>
                <a:gd name="T52" fmla="*/ 32 w 211"/>
                <a:gd name="T53" fmla="*/ 71 h 164"/>
                <a:gd name="T54" fmla="*/ 31 w 211"/>
                <a:gd name="T55" fmla="*/ 71 h 164"/>
                <a:gd name="T56" fmla="*/ 30 w 211"/>
                <a:gd name="T57" fmla="*/ 72 h 164"/>
                <a:gd name="T58" fmla="*/ 29 w 211"/>
                <a:gd name="T59" fmla="*/ 73 h 164"/>
                <a:gd name="T60" fmla="*/ 28 w 211"/>
                <a:gd name="T61" fmla="*/ 74 h 164"/>
                <a:gd name="T62" fmla="*/ 0 w 211"/>
                <a:gd name="T63" fmla="*/ 152 h 164"/>
                <a:gd name="T64" fmla="*/ 12 w 211"/>
                <a:gd name="T65" fmla="*/ 148 h 164"/>
                <a:gd name="T66" fmla="*/ 91 w 211"/>
                <a:gd name="T67" fmla="*/ 148 h 164"/>
                <a:gd name="T68" fmla="*/ 88 w 211"/>
                <a:gd name="T69" fmla="*/ 116 h 164"/>
                <a:gd name="T70" fmla="*/ 98 w 211"/>
                <a:gd name="T71" fmla="*/ 116 h 164"/>
                <a:gd name="T72" fmla="*/ 177 w 211"/>
                <a:gd name="T73" fmla="*/ 116 h 164"/>
                <a:gd name="T74" fmla="*/ 162 w 211"/>
                <a:gd name="T75" fmla="*/ 91 h 164"/>
                <a:gd name="T76" fmla="*/ 156 w 211"/>
                <a:gd name="T77" fmla="*/ 81 h 164"/>
                <a:gd name="T78" fmla="*/ 58 w 211"/>
                <a:gd name="T79" fmla="*/ 75 h 164"/>
                <a:gd name="T80" fmla="*/ 55 w 211"/>
                <a:gd name="T81" fmla="*/ 87 h 164"/>
                <a:gd name="T82" fmla="*/ 62 w 211"/>
                <a:gd name="T83" fmla="*/ 86 h 164"/>
                <a:gd name="T84" fmla="*/ 86 w 211"/>
                <a:gd name="T85" fmla="*/ 91 h 164"/>
                <a:gd name="T86" fmla="*/ 50 w 211"/>
                <a:gd name="T87" fmla="*/ 81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1" h="164">
                  <a:moveTo>
                    <a:pt x="0" y="153"/>
                  </a:move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1" y="156"/>
                    <a:pt x="1" y="156"/>
                    <a:pt x="1" y="157"/>
                  </a:cubicBezTo>
                  <a:cubicBezTo>
                    <a:pt x="1" y="157"/>
                    <a:pt x="1" y="157"/>
                    <a:pt x="1" y="157"/>
                  </a:cubicBezTo>
                  <a:cubicBezTo>
                    <a:pt x="1" y="157"/>
                    <a:pt x="1" y="157"/>
                    <a:pt x="1" y="157"/>
                  </a:cubicBezTo>
                  <a:cubicBezTo>
                    <a:pt x="2" y="157"/>
                    <a:pt x="2" y="157"/>
                    <a:pt x="2" y="157"/>
                  </a:cubicBezTo>
                  <a:cubicBezTo>
                    <a:pt x="2" y="158"/>
                    <a:pt x="2" y="158"/>
                    <a:pt x="2" y="158"/>
                  </a:cubicBezTo>
                  <a:cubicBezTo>
                    <a:pt x="2" y="158"/>
                    <a:pt x="3" y="158"/>
                    <a:pt x="3" y="158"/>
                  </a:cubicBezTo>
                  <a:cubicBezTo>
                    <a:pt x="3" y="158"/>
                    <a:pt x="3" y="158"/>
                    <a:pt x="3" y="158"/>
                  </a:cubicBezTo>
                  <a:cubicBezTo>
                    <a:pt x="3" y="158"/>
                    <a:pt x="3" y="158"/>
                    <a:pt x="3" y="158"/>
                  </a:cubicBezTo>
                  <a:cubicBezTo>
                    <a:pt x="3" y="158"/>
                    <a:pt x="4" y="158"/>
                    <a:pt x="4" y="158"/>
                  </a:cubicBezTo>
                  <a:cubicBezTo>
                    <a:pt x="4" y="158"/>
                    <a:pt x="4" y="158"/>
                    <a:pt x="5" y="158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117" y="158"/>
                    <a:pt x="117" y="158"/>
                    <a:pt x="117" y="158"/>
                  </a:cubicBezTo>
                  <a:cubicBezTo>
                    <a:pt x="119" y="162"/>
                    <a:pt x="122" y="164"/>
                    <a:pt x="126" y="164"/>
                  </a:cubicBezTo>
                  <a:cubicBezTo>
                    <a:pt x="132" y="164"/>
                    <a:pt x="137" y="159"/>
                    <a:pt x="137" y="153"/>
                  </a:cubicBezTo>
                  <a:cubicBezTo>
                    <a:pt x="137" y="148"/>
                    <a:pt x="132" y="143"/>
                    <a:pt x="126" y="143"/>
                  </a:cubicBezTo>
                  <a:cubicBezTo>
                    <a:pt x="122" y="143"/>
                    <a:pt x="119" y="145"/>
                    <a:pt x="117" y="148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183" y="126"/>
                    <a:pt x="183" y="126"/>
                    <a:pt x="183" y="126"/>
                  </a:cubicBezTo>
                  <a:cubicBezTo>
                    <a:pt x="197" y="148"/>
                    <a:pt x="197" y="148"/>
                    <a:pt x="197" y="148"/>
                  </a:cubicBezTo>
                  <a:cubicBezTo>
                    <a:pt x="167" y="148"/>
                    <a:pt x="167" y="148"/>
                    <a:pt x="167" y="148"/>
                  </a:cubicBezTo>
                  <a:cubicBezTo>
                    <a:pt x="166" y="145"/>
                    <a:pt x="162" y="143"/>
                    <a:pt x="158" y="143"/>
                  </a:cubicBezTo>
                  <a:cubicBezTo>
                    <a:pt x="152" y="143"/>
                    <a:pt x="148" y="147"/>
                    <a:pt x="148" y="153"/>
                  </a:cubicBezTo>
                  <a:cubicBezTo>
                    <a:pt x="148" y="159"/>
                    <a:pt x="152" y="164"/>
                    <a:pt x="158" y="164"/>
                  </a:cubicBezTo>
                  <a:cubicBezTo>
                    <a:pt x="162" y="164"/>
                    <a:pt x="165" y="161"/>
                    <a:pt x="167" y="158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7" y="158"/>
                    <a:pt x="207" y="158"/>
                    <a:pt x="207" y="158"/>
                  </a:cubicBezTo>
                  <a:cubicBezTo>
                    <a:pt x="208" y="158"/>
                    <a:pt x="208" y="158"/>
                    <a:pt x="208" y="158"/>
                  </a:cubicBezTo>
                  <a:cubicBezTo>
                    <a:pt x="208" y="158"/>
                    <a:pt x="208" y="158"/>
                    <a:pt x="209" y="158"/>
                  </a:cubicBezTo>
                  <a:cubicBezTo>
                    <a:pt x="209" y="158"/>
                    <a:pt x="209" y="158"/>
                    <a:pt x="209" y="158"/>
                  </a:cubicBezTo>
                  <a:cubicBezTo>
                    <a:pt x="209" y="158"/>
                    <a:pt x="209" y="157"/>
                    <a:pt x="209" y="157"/>
                  </a:cubicBezTo>
                  <a:cubicBezTo>
                    <a:pt x="209" y="157"/>
                    <a:pt x="209" y="157"/>
                    <a:pt x="209" y="157"/>
                  </a:cubicBezTo>
                  <a:cubicBezTo>
                    <a:pt x="209" y="157"/>
                    <a:pt x="210" y="157"/>
                    <a:pt x="210" y="157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0" y="156"/>
                    <a:pt x="210" y="156"/>
                    <a:pt x="211" y="156"/>
                  </a:cubicBezTo>
                  <a:cubicBezTo>
                    <a:pt x="211" y="156"/>
                    <a:pt x="211" y="155"/>
                    <a:pt x="211" y="155"/>
                  </a:cubicBezTo>
                  <a:cubicBezTo>
                    <a:pt x="211" y="155"/>
                    <a:pt x="211" y="155"/>
                    <a:pt x="211" y="155"/>
                  </a:cubicBezTo>
                  <a:cubicBezTo>
                    <a:pt x="211" y="155"/>
                    <a:pt x="211" y="155"/>
                    <a:pt x="211" y="154"/>
                  </a:cubicBezTo>
                  <a:cubicBezTo>
                    <a:pt x="211" y="154"/>
                    <a:pt x="211" y="154"/>
                    <a:pt x="211" y="154"/>
                  </a:cubicBezTo>
                  <a:cubicBezTo>
                    <a:pt x="211" y="154"/>
                    <a:pt x="211" y="154"/>
                    <a:pt x="211" y="153"/>
                  </a:cubicBezTo>
                  <a:cubicBezTo>
                    <a:pt x="211" y="153"/>
                    <a:pt x="211" y="153"/>
                    <a:pt x="211" y="153"/>
                  </a:cubicBezTo>
                  <a:cubicBezTo>
                    <a:pt x="211" y="153"/>
                    <a:pt x="211" y="153"/>
                    <a:pt x="211" y="153"/>
                  </a:cubicBezTo>
                  <a:cubicBezTo>
                    <a:pt x="211" y="153"/>
                    <a:pt x="211" y="153"/>
                    <a:pt x="211" y="152"/>
                  </a:cubicBezTo>
                  <a:cubicBezTo>
                    <a:pt x="211" y="152"/>
                    <a:pt x="211" y="152"/>
                    <a:pt x="211" y="152"/>
                  </a:cubicBezTo>
                  <a:cubicBezTo>
                    <a:pt x="211" y="152"/>
                    <a:pt x="211" y="152"/>
                    <a:pt x="211" y="151"/>
                  </a:cubicBezTo>
                  <a:cubicBezTo>
                    <a:pt x="211" y="151"/>
                    <a:pt x="211" y="151"/>
                    <a:pt x="211" y="151"/>
                  </a:cubicBezTo>
                  <a:cubicBezTo>
                    <a:pt x="211" y="151"/>
                    <a:pt x="211" y="151"/>
                    <a:pt x="210" y="151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2"/>
                    <a:pt x="162" y="72"/>
                  </a:cubicBezTo>
                  <a:cubicBezTo>
                    <a:pt x="162" y="72"/>
                    <a:pt x="162" y="72"/>
                    <a:pt x="162" y="72"/>
                  </a:cubicBezTo>
                  <a:cubicBezTo>
                    <a:pt x="162" y="72"/>
                    <a:pt x="162" y="72"/>
                    <a:pt x="162" y="72"/>
                  </a:cubicBezTo>
                  <a:cubicBezTo>
                    <a:pt x="162" y="72"/>
                    <a:pt x="161" y="72"/>
                    <a:pt x="161" y="71"/>
                  </a:cubicBezTo>
                  <a:cubicBezTo>
                    <a:pt x="161" y="71"/>
                    <a:pt x="161" y="71"/>
                    <a:pt x="161" y="71"/>
                  </a:cubicBezTo>
                  <a:cubicBezTo>
                    <a:pt x="161" y="71"/>
                    <a:pt x="161" y="71"/>
                    <a:pt x="160" y="71"/>
                  </a:cubicBezTo>
                  <a:cubicBezTo>
                    <a:pt x="160" y="71"/>
                    <a:pt x="160" y="71"/>
                    <a:pt x="160" y="71"/>
                  </a:cubicBezTo>
                  <a:cubicBezTo>
                    <a:pt x="160" y="71"/>
                    <a:pt x="160" y="71"/>
                    <a:pt x="159" y="71"/>
                  </a:cubicBezTo>
                  <a:cubicBezTo>
                    <a:pt x="159" y="71"/>
                    <a:pt x="159" y="71"/>
                    <a:pt x="159" y="71"/>
                  </a:cubicBezTo>
                  <a:cubicBezTo>
                    <a:pt x="159" y="71"/>
                    <a:pt x="159" y="71"/>
                    <a:pt x="159" y="71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82" y="60"/>
                    <a:pt x="90" y="45"/>
                    <a:pt x="90" y="32"/>
                  </a:cubicBezTo>
                  <a:cubicBezTo>
                    <a:pt x="90" y="14"/>
                    <a:pt x="76" y="0"/>
                    <a:pt x="58" y="0"/>
                  </a:cubicBezTo>
                  <a:cubicBezTo>
                    <a:pt x="41" y="0"/>
                    <a:pt x="27" y="14"/>
                    <a:pt x="27" y="32"/>
                  </a:cubicBezTo>
                  <a:cubicBezTo>
                    <a:pt x="27" y="46"/>
                    <a:pt x="35" y="60"/>
                    <a:pt x="42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3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1" y="71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72"/>
                    <a:pt x="30" y="72"/>
                    <a:pt x="29" y="72"/>
                  </a:cubicBezTo>
                  <a:cubicBezTo>
                    <a:pt x="29" y="72"/>
                    <a:pt x="29" y="73"/>
                    <a:pt x="29" y="73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29" y="74"/>
                    <a:pt x="28" y="74"/>
                    <a:pt x="28" y="74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3"/>
                    <a:pt x="0" y="153"/>
                    <a:pt x="0" y="153"/>
                  </a:cubicBezTo>
                  <a:close/>
                  <a:moveTo>
                    <a:pt x="91" y="148"/>
                  </a:moveTo>
                  <a:cubicBezTo>
                    <a:pt x="12" y="148"/>
                    <a:pt x="12" y="148"/>
                    <a:pt x="12" y="14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89" y="126"/>
                    <a:pt x="89" y="126"/>
                    <a:pt x="89" y="126"/>
                  </a:cubicBezTo>
                  <a:lnTo>
                    <a:pt x="91" y="148"/>
                  </a:lnTo>
                  <a:close/>
                  <a:moveTo>
                    <a:pt x="29" y="101"/>
                  </a:moveTo>
                  <a:cubicBezTo>
                    <a:pt x="87" y="101"/>
                    <a:pt x="87" y="101"/>
                    <a:pt x="87" y="101"/>
                  </a:cubicBezTo>
                  <a:cubicBezTo>
                    <a:pt x="88" y="116"/>
                    <a:pt x="88" y="116"/>
                    <a:pt x="88" y="116"/>
                  </a:cubicBezTo>
                  <a:cubicBezTo>
                    <a:pt x="24" y="116"/>
                    <a:pt x="24" y="116"/>
                    <a:pt x="24" y="116"/>
                  </a:cubicBezTo>
                  <a:lnTo>
                    <a:pt x="29" y="101"/>
                  </a:lnTo>
                  <a:close/>
                  <a:moveTo>
                    <a:pt x="98" y="116"/>
                  </a:moveTo>
                  <a:cubicBezTo>
                    <a:pt x="97" y="101"/>
                    <a:pt x="97" y="101"/>
                    <a:pt x="97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77" y="116"/>
                    <a:pt x="177" y="116"/>
                    <a:pt x="177" y="116"/>
                  </a:cubicBezTo>
                  <a:lnTo>
                    <a:pt x="98" y="116"/>
                  </a:lnTo>
                  <a:close/>
                  <a:moveTo>
                    <a:pt x="156" y="81"/>
                  </a:moveTo>
                  <a:cubicBezTo>
                    <a:pt x="162" y="91"/>
                    <a:pt x="162" y="91"/>
                    <a:pt x="162" y="91"/>
                  </a:cubicBezTo>
                  <a:cubicBezTo>
                    <a:pt x="96" y="91"/>
                    <a:pt x="96" y="91"/>
                    <a:pt x="96" y="91"/>
                  </a:cubicBezTo>
                  <a:cubicBezTo>
                    <a:pt x="95" y="81"/>
                    <a:pt x="95" y="81"/>
                    <a:pt x="95" y="81"/>
                  </a:cubicBezTo>
                  <a:lnTo>
                    <a:pt x="156" y="81"/>
                  </a:lnTo>
                  <a:close/>
                  <a:moveTo>
                    <a:pt x="58" y="10"/>
                  </a:moveTo>
                  <a:cubicBezTo>
                    <a:pt x="70" y="10"/>
                    <a:pt x="80" y="20"/>
                    <a:pt x="80" y="32"/>
                  </a:cubicBezTo>
                  <a:cubicBezTo>
                    <a:pt x="80" y="47"/>
                    <a:pt x="65" y="67"/>
                    <a:pt x="58" y="75"/>
                  </a:cubicBezTo>
                  <a:cubicBezTo>
                    <a:pt x="51" y="67"/>
                    <a:pt x="37" y="48"/>
                    <a:pt x="37" y="32"/>
                  </a:cubicBezTo>
                  <a:cubicBezTo>
                    <a:pt x="37" y="20"/>
                    <a:pt x="47" y="10"/>
                    <a:pt x="58" y="10"/>
                  </a:cubicBezTo>
                  <a:close/>
                  <a:moveTo>
                    <a:pt x="55" y="87"/>
                  </a:moveTo>
                  <a:cubicBezTo>
                    <a:pt x="56" y="88"/>
                    <a:pt x="57" y="88"/>
                    <a:pt x="58" y="88"/>
                  </a:cubicBezTo>
                  <a:cubicBezTo>
                    <a:pt x="58" y="88"/>
                    <a:pt x="59" y="88"/>
                    <a:pt x="59" y="88"/>
                  </a:cubicBezTo>
                  <a:cubicBezTo>
                    <a:pt x="60" y="88"/>
                    <a:pt x="61" y="87"/>
                    <a:pt x="62" y="86"/>
                  </a:cubicBezTo>
                  <a:cubicBezTo>
                    <a:pt x="62" y="86"/>
                    <a:pt x="64" y="84"/>
                    <a:pt x="67" y="81"/>
                  </a:cubicBezTo>
                  <a:cubicBezTo>
                    <a:pt x="85" y="81"/>
                    <a:pt x="85" y="81"/>
                    <a:pt x="85" y="81"/>
                  </a:cubicBezTo>
                  <a:cubicBezTo>
                    <a:pt x="86" y="91"/>
                    <a:pt x="86" y="91"/>
                    <a:pt x="86" y="91"/>
                  </a:cubicBezTo>
                  <a:cubicBezTo>
                    <a:pt x="33" y="91"/>
                    <a:pt x="33" y="91"/>
                    <a:pt x="33" y="91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53" y="84"/>
                    <a:pt x="55" y="86"/>
                    <a:pt x="55" y="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7" name="Oval 190"/>
            <p:cNvSpPr>
              <a:spLocks noChangeArrowheads="1"/>
            </p:cNvSpPr>
            <p:nvPr/>
          </p:nvSpPr>
          <p:spPr bwMode="auto">
            <a:xfrm>
              <a:off x="1701" y="2570"/>
              <a:ext cx="45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8" name="Freeform 191"/>
            <p:cNvSpPr>
              <a:spLocks/>
            </p:cNvSpPr>
            <p:nvPr/>
          </p:nvSpPr>
          <p:spPr bwMode="auto">
            <a:xfrm>
              <a:off x="1866" y="2445"/>
              <a:ext cx="84" cy="158"/>
            </a:xfrm>
            <a:custGeom>
              <a:avLst/>
              <a:gdLst>
                <a:gd name="T0" fmla="*/ 20 w 35"/>
                <a:gd name="T1" fmla="*/ 32 h 66"/>
                <a:gd name="T2" fmla="*/ 22 w 35"/>
                <a:gd name="T3" fmla="*/ 63 h 66"/>
                <a:gd name="T4" fmla="*/ 31 w 35"/>
                <a:gd name="T5" fmla="*/ 66 h 66"/>
                <a:gd name="T6" fmla="*/ 29 w 35"/>
                <a:gd name="T7" fmla="*/ 28 h 66"/>
                <a:gd name="T8" fmla="*/ 4 w 35"/>
                <a:gd name="T9" fmla="*/ 0 h 66"/>
                <a:gd name="T10" fmla="*/ 0 w 35"/>
                <a:gd name="T11" fmla="*/ 9 h 66"/>
                <a:gd name="T12" fmla="*/ 20 w 35"/>
                <a:gd name="T13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66">
                  <a:moveTo>
                    <a:pt x="20" y="32"/>
                  </a:moveTo>
                  <a:cubicBezTo>
                    <a:pt x="24" y="42"/>
                    <a:pt x="25" y="54"/>
                    <a:pt x="22" y="63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5" y="55"/>
                    <a:pt x="35" y="41"/>
                    <a:pt x="29" y="28"/>
                  </a:cubicBezTo>
                  <a:cubicBezTo>
                    <a:pt x="24" y="15"/>
                    <a:pt x="15" y="5"/>
                    <a:pt x="4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8" y="13"/>
                    <a:pt x="16" y="21"/>
                    <a:pt x="20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9" name="Freeform 192"/>
            <p:cNvSpPr>
              <a:spLocks/>
            </p:cNvSpPr>
            <p:nvPr/>
          </p:nvSpPr>
          <p:spPr bwMode="auto">
            <a:xfrm>
              <a:off x="1835" y="2479"/>
              <a:ext cx="67" cy="119"/>
            </a:xfrm>
            <a:custGeom>
              <a:avLst/>
              <a:gdLst>
                <a:gd name="T0" fmla="*/ 14 w 28"/>
                <a:gd name="T1" fmla="*/ 25 h 50"/>
                <a:gd name="T2" fmla="*/ 16 w 28"/>
                <a:gd name="T3" fmla="*/ 46 h 50"/>
                <a:gd name="T4" fmla="*/ 25 w 28"/>
                <a:gd name="T5" fmla="*/ 50 h 50"/>
                <a:gd name="T6" fmla="*/ 24 w 28"/>
                <a:gd name="T7" fmla="*/ 21 h 50"/>
                <a:gd name="T8" fmla="*/ 5 w 28"/>
                <a:gd name="T9" fmla="*/ 0 h 50"/>
                <a:gd name="T10" fmla="*/ 0 w 28"/>
                <a:gd name="T11" fmla="*/ 9 h 50"/>
                <a:gd name="T12" fmla="*/ 14 w 28"/>
                <a:gd name="T13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50">
                  <a:moveTo>
                    <a:pt x="14" y="25"/>
                  </a:moveTo>
                  <a:cubicBezTo>
                    <a:pt x="17" y="32"/>
                    <a:pt x="18" y="40"/>
                    <a:pt x="16" y="46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8" y="41"/>
                    <a:pt x="28" y="31"/>
                    <a:pt x="24" y="21"/>
                  </a:cubicBezTo>
                  <a:cubicBezTo>
                    <a:pt x="20" y="11"/>
                    <a:pt x="13" y="4"/>
                    <a:pt x="5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2"/>
                    <a:pt x="11" y="18"/>
                    <a:pt x="14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0" name="Freeform 193"/>
            <p:cNvSpPr>
              <a:spLocks/>
            </p:cNvSpPr>
            <p:nvPr/>
          </p:nvSpPr>
          <p:spPr bwMode="auto">
            <a:xfrm>
              <a:off x="1804" y="2510"/>
              <a:ext cx="48" cy="81"/>
            </a:xfrm>
            <a:custGeom>
              <a:avLst/>
              <a:gdLst>
                <a:gd name="T0" fmla="*/ 8 w 20"/>
                <a:gd name="T1" fmla="*/ 18 h 34"/>
                <a:gd name="T2" fmla="*/ 8 w 20"/>
                <a:gd name="T3" fmla="*/ 30 h 34"/>
                <a:gd name="T4" fmla="*/ 17 w 20"/>
                <a:gd name="T5" fmla="*/ 34 h 34"/>
                <a:gd name="T6" fmla="*/ 17 w 20"/>
                <a:gd name="T7" fmla="*/ 14 h 34"/>
                <a:gd name="T8" fmla="*/ 3 w 20"/>
                <a:gd name="T9" fmla="*/ 0 h 34"/>
                <a:gd name="T10" fmla="*/ 0 w 20"/>
                <a:gd name="T11" fmla="*/ 10 h 34"/>
                <a:gd name="T12" fmla="*/ 8 w 20"/>
                <a:gd name="T13" fmla="*/ 1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4">
                  <a:moveTo>
                    <a:pt x="8" y="18"/>
                  </a:moveTo>
                  <a:cubicBezTo>
                    <a:pt x="10" y="23"/>
                    <a:pt x="9" y="27"/>
                    <a:pt x="8" y="30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20" y="28"/>
                    <a:pt x="20" y="21"/>
                    <a:pt x="17" y="14"/>
                  </a:cubicBezTo>
                  <a:cubicBezTo>
                    <a:pt x="14" y="8"/>
                    <a:pt x="9" y="3"/>
                    <a:pt x="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1"/>
                    <a:pt x="6" y="13"/>
                    <a:pt x="8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106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181"/>
          <p:cNvSpPr txBox="1">
            <a:spLocks noChangeArrowheads="1"/>
          </p:cNvSpPr>
          <p:nvPr/>
        </p:nvSpPr>
        <p:spPr bwMode="auto">
          <a:xfrm>
            <a:off x="564896" y="264183"/>
            <a:ext cx="731228" cy="473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184" tIns="34591" rIns="69184" bIns="34591">
            <a:spAutoFit/>
          </a:bodyPr>
          <a:lstStyle/>
          <a:p>
            <a:r>
              <a:rPr lang="en-US" altLang="zh-CN" sz="2625" b="1" smtClean="0">
                <a:solidFill>
                  <a:srgbClr val="C00000"/>
                </a:solidFill>
                <a:ea typeface="微软雅黑" pitchFamily="34" charset="-122"/>
                <a:cs typeface="+mj-cs"/>
              </a:rPr>
              <a:t>SDN</a:t>
            </a:r>
            <a:endParaRPr lang="zh-CN" altLang="en-US" sz="2625" b="1" dirty="0">
              <a:solidFill>
                <a:srgbClr val="C00000"/>
              </a:solidFill>
              <a:ea typeface="微软雅黑" pitchFamily="34" charset="-122"/>
              <a:cs typeface="+mj-cs"/>
            </a:endParaRPr>
          </a:p>
        </p:txBody>
      </p:sp>
      <p:sp>
        <p:nvSpPr>
          <p:cNvPr id="192" name="Rectangle 57"/>
          <p:cNvSpPr>
            <a:spLocks noChangeArrowheads="1"/>
          </p:cNvSpPr>
          <p:nvPr/>
        </p:nvSpPr>
        <p:spPr bwMode="auto">
          <a:xfrm>
            <a:off x="653609" y="1870919"/>
            <a:ext cx="1158394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Controller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3" name="Rectangle 57"/>
          <p:cNvSpPr>
            <a:spLocks noChangeArrowheads="1"/>
          </p:cNvSpPr>
          <p:nvPr/>
        </p:nvSpPr>
        <p:spPr bwMode="auto">
          <a:xfrm>
            <a:off x="2093928" y="1870919"/>
            <a:ext cx="1559914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Controller-DCN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" name="Rectangle 57"/>
          <p:cNvSpPr>
            <a:spLocks noChangeArrowheads="1"/>
          </p:cNvSpPr>
          <p:nvPr/>
        </p:nvSpPr>
        <p:spPr bwMode="auto">
          <a:xfrm>
            <a:off x="3830193" y="1870919"/>
            <a:ext cx="1600375" cy="23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Controller-WAN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9" name="Rectangle 57"/>
          <p:cNvSpPr>
            <a:spLocks noChangeArrowheads="1"/>
          </p:cNvSpPr>
          <p:nvPr/>
        </p:nvSpPr>
        <p:spPr bwMode="auto">
          <a:xfrm>
            <a:off x="5606919" y="1867841"/>
            <a:ext cx="1303434" cy="23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Controller-T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0" name="Rectangle 57"/>
          <p:cNvSpPr>
            <a:spLocks noChangeArrowheads="1"/>
          </p:cNvSpPr>
          <p:nvPr/>
        </p:nvSpPr>
        <p:spPr bwMode="auto">
          <a:xfrm>
            <a:off x="7374087" y="1633482"/>
            <a:ext cx="1215268" cy="50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Controller-</a:t>
            </a:r>
          </a:p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Campus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1" name="Rectangle 57"/>
          <p:cNvSpPr>
            <a:spLocks noChangeArrowheads="1"/>
          </p:cNvSpPr>
          <p:nvPr/>
        </p:nvSpPr>
        <p:spPr bwMode="auto">
          <a:xfrm>
            <a:off x="501215" y="3304559"/>
            <a:ext cx="1465914" cy="23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Controller-IOT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92" name="Group 196"/>
          <p:cNvGrpSpPr>
            <a:grpSpLocks noChangeAspect="1"/>
          </p:cNvGrpSpPr>
          <p:nvPr/>
        </p:nvGrpSpPr>
        <p:grpSpPr bwMode="auto">
          <a:xfrm>
            <a:off x="735321" y="914292"/>
            <a:ext cx="1001713" cy="833438"/>
            <a:chOff x="2602" y="2416"/>
            <a:chExt cx="631" cy="525"/>
          </a:xfrm>
        </p:grpSpPr>
        <p:sp>
          <p:nvSpPr>
            <p:cNvPr id="593" name="AutoShape 195"/>
            <p:cNvSpPr>
              <a:spLocks noChangeAspect="1" noChangeArrowheads="1" noTextEdit="1"/>
            </p:cNvSpPr>
            <p:nvPr/>
          </p:nvSpPr>
          <p:spPr bwMode="auto">
            <a:xfrm>
              <a:off x="2602" y="2416"/>
              <a:ext cx="63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4" name="Freeform 197"/>
            <p:cNvSpPr>
              <a:spLocks/>
            </p:cNvSpPr>
            <p:nvPr/>
          </p:nvSpPr>
          <p:spPr bwMode="auto">
            <a:xfrm>
              <a:off x="2605" y="2416"/>
              <a:ext cx="628" cy="523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5" name="Freeform 198"/>
            <p:cNvSpPr>
              <a:spLocks/>
            </p:cNvSpPr>
            <p:nvPr/>
          </p:nvSpPr>
          <p:spPr bwMode="auto">
            <a:xfrm>
              <a:off x="2781" y="2677"/>
              <a:ext cx="182" cy="101"/>
            </a:xfrm>
            <a:custGeom>
              <a:avLst/>
              <a:gdLst>
                <a:gd name="T0" fmla="*/ 71 w 76"/>
                <a:gd name="T1" fmla="*/ 18 h 42"/>
                <a:gd name="T2" fmla="*/ 36 w 76"/>
                <a:gd name="T3" fmla="*/ 18 h 42"/>
                <a:gd name="T4" fmla="*/ 7 w 76"/>
                <a:gd name="T5" fmla="*/ 2 h 42"/>
                <a:gd name="T6" fmla="*/ 3 w 76"/>
                <a:gd name="T7" fmla="*/ 2 h 42"/>
                <a:gd name="T8" fmla="*/ 31 w 76"/>
                <a:gd name="T9" fmla="*/ 35 h 42"/>
                <a:gd name="T10" fmla="*/ 75 w 76"/>
                <a:gd name="T11" fmla="*/ 18 h 42"/>
                <a:gd name="T12" fmla="*/ 71 w 76"/>
                <a:gd name="T13" fmla="*/ 1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42">
                  <a:moveTo>
                    <a:pt x="71" y="18"/>
                  </a:moveTo>
                  <a:cubicBezTo>
                    <a:pt x="69" y="19"/>
                    <a:pt x="53" y="20"/>
                    <a:pt x="36" y="18"/>
                  </a:cubicBezTo>
                  <a:cubicBezTo>
                    <a:pt x="20" y="15"/>
                    <a:pt x="12" y="7"/>
                    <a:pt x="7" y="2"/>
                  </a:cubicBezTo>
                  <a:cubicBezTo>
                    <a:pt x="7" y="2"/>
                    <a:pt x="5" y="0"/>
                    <a:pt x="3" y="2"/>
                  </a:cubicBezTo>
                  <a:cubicBezTo>
                    <a:pt x="3" y="2"/>
                    <a:pt x="0" y="29"/>
                    <a:pt x="31" y="35"/>
                  </a:cubicBezTo>
                  <a:cubicBezTo>
                    <a:pt x="62" y="42"/>
                    <a:pt x="75" y="19"/>
                    <a:pt x="75" y="18"/>
                  </a:cubicBezTo>
                  <a:cubicBezTo>
                    <a:pt x="76" y="17"/>
                    <a:pt x="74" y="16"/>
                    <a:pt x="71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6" name="Freeform 199"/>
            <p:cNvSpPr>
              <a:spLocks/>
            </p:cNvSpPr>
            <p:nvPr/>
          </p:nvSpPr>
          <p:spPr bwMode="auto">
            <a:xfrm>
              <a:off x="2781" y="2512"/>
              <a:ext cx="77" cy="177"/>
            </a:xfrm>
            <a:custGeom>
              <a:avLst/>
              <a:gdLst>
                <a:gd name="T0" fmla="*/ 28 w 32"/>
                <a:gd name="T1" fmla="*/ 74 h 74"/>
                <a:gd name="T2" fmla="*/ 28 w 32"/>
                <a:gd name="T3" fmla="*/ 70 h 74"/>
                <a:gd name="T4" fmla="*/ 20 w 32"/>
                <a:gd name="T5" fmla="*/ 36 h 74"/>
                <a:gd name="T6" fmla="*/ 29 w 32"/>
                <a:gd name="T7" fmla="*/ 4 h 74"/>
                <a:gd name="T8" fmla="*/ 28 w 32"/>
                <a:gd name="T9" fmla="*/ 0 h 74"/>
                <a:gd name="T10" fmla="*/ 0 w 32"/>
                <a:gd name="T11" fmla="*/ 35 h 74"/>
                <a:gd name="T12" fmla="*/ 28 w 32"/>
                <a:gd name="T1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74">
                  <a:moveTo>
                    <a:pt x="28" y="74"/>
                  </a:moveTo>
                  <a:cubicBezTo>
                    <a:pt x="29" y="74"/>
                    <a:pt x="31" y="72"/>
                    <a:pt x="28" y="70"/>
                  </a:cubicBezTo>
                  <a:cubicBezTo>
                    <a:pt x="26" y="68"/>
                    <a:pt x="21" y="53"/>
                    <a:pt x="20" y="36"/>
                  </a:cubicBezTo>
                  <a:cubicBezTo>
                    <a:pt x="19" y="19"/>
                    <a:pt x="26" y="9"/>
                    <a:pt x="29" y="4"/>
                  </a:cubicBezTo>
                  <a:cubicBezTo>
                    <a:pt x="29" y="4"/>
                    <a:pt x="32" y="1"/>
                    <a:pt x="28" y="0"/>
                  </a:cubicBezTo>
                  <a:cubicBezTo>
                    <a:pt x="28" y="0"/>
                    <a:pt x="0" y="3"/>
                    <a:pt x="0" y="35"/>
                  </a:cubicBezTo>
                  <a:cubicBezTo>
                    <a:pt x="1" y="67"/>
                    <a:pt x="27" y="74"/>
                    <a:pt x="28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7" name="Freeform 200"/>
            <p:cNvSpPr>
              <a:spLocks/>
            </p:cNvSpPr>
            <p:nvPr/>
          </p:nvSpPr>
          <p:spPr bwMode="auto">
            <a:xfrm>
              <a:off x="2815" y="2464"/>
              <a:ext cx="220" cy="204"/>
            </a:xfrm>
            <a:custGeom>
              <a:avLst/>
              <a:gdLst>
                <a:gd name="T0" fmla="*/ 88 w 92"/>
                <a:gd name="T1" fmla="*/ 20 h 85"/>
                <a:gd name="T2" fmla="*/ 27 w 92"/>
                <a:gd name="T3" fmla="*/ 24 h 85"/>
                <a:gd name="T4" fmla="*/ 24 w 92"/>
                <a:gd name="T5" fmla="*/ 84 h 85"/>
                <a:gd name="T6" fmla="*/ 28 w 92"/>
                <a:gd name="T7" fmla="*/ 79 h 85"/>
                <a:gd name="T8" fmla="*/ 45 w 92"/>
                <a:gd name="T9" fmla="*/ 42 h 85"/>
                <a:gd name="T10" fmla="*/ 86 w 92"/>
                <a:gd name="T11" fmla="*/ 24 h 85"/>
                <a:gd name="T12" fmla="*/ 88 w 92"/>
                <a:gd name="T13" fmla="*/ 2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85">
                  <a:moveTo>
                    <a:pt x="88" y="20"/>
                  </a:moveTo>
                  <a:cubicBezTo>
                    <a:pt x="88" y="20"/>
                    <a:pt x="51" y="0"/>
                    <a:pt x="27" y="24"/>
                  </a:cubicBezTo>
                  <a:cubicBezTo>
                    <a:pt x="0" y="52"/>
                    <a:pt x="23" y="83"/>
                    <a:pt x="24" y="84"/>
                  </a:cubicBezTo>
                  <a:cubicBezTo>
                    <a:pt x="24" y="85"/>
                    <a:pt x="27" y="84"/>
                    <a:pt x="28" y="79"/>
                  </a:cubicBezTo>
                  <a:cubicBezTo>
                    <a:pt x="28" y="76"/>
                    <a:pt x="31" y="56"/>
                    <a:pt x="45" y="42"/>
                  </a:cubicBezTo>
                  <a:cubicBezTo>
                    <a:pt x="60" y="26"/>
                    <a:pt x="78" y="26"/>
                    <a:pt x="86" y="24"/>
                  </a:cubicBezTo>
                  <a:cubicBezTo>
                    <a:pt x="86" y="24"/>
                    <a:pt x="92" y="23"/>
                    <a:pt x="88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8" name="Freeform 201"/>
            <p:cNvSpPr>
              <a:spLocks/>
            </p:cNvSpPr>
            <p:nvPr/>
          </p:nvSpPr>
          <p:spPr bwMode="auto">
            <a:xfrm>
              <a:off x="3037" y="2550"/>
              <a:ext cx="158" cy="312"/>
            </a:xfrm>
            <a:custGeom>
              <a:avLst/>
              <a:gdLst>
                <a:gd name="T0" fmla="*/ 33 w 66"/>
                <a:gd name="T1" fmla="*/ 115 h 130"/>
                <a:gd name="T2" fmla="*/ 21 w 66"/>
                <a:gd name="T3" fmla="*/ 115 h 130"/>
                <a:gd name="T4" fmla="*/ 12 w 66"/>
                <a:gd name="T5" fmla="*/ 109 h 130"/>
                <a:gd name="T6" fmla="*/ 2 w 66"/>
                <a:gd name="T7" fmla="*/ 119 h 130"/>
                <a:gd name="T8" fmla="*/ 12 w 66"/>
                <a:gd name="T9" fmla="*/ 130 h 130"/>
                <a:gd name="T10" fmla="*/ 21 w 66"/>
                <a:gd name="T11" fmla="*/ 125 h 130"/>
                <a:gd name="T12" fmla="*/ 33 w 66"/>
                <a:gd name="T13" fmla="*/ 125 h 130"/>
                <a:gd name="T14" fmla="*/ 66 w 66"/>
                <a:gd name="T15" fmla="*/ 91 h 130"/>
                <a:gd name="T16" fmla="*/ 38 w 66"/>
                <a:gd name="T17" fmla="*/ 59 h 130"/>
                <a:gd name="T18" fmla="*/ 40 w 66"/>
                <a:gd name="T19" fmla="*/ 44 h 130"/>
                <a:gd name="T20" fmla="*/ 6 w 66"/>
                <a:gd name="T21" fmla="*/ 1 h 130"/>
                <a:gd name="T22" fmla="*/ 0 w 66"/>
                <a:gd name="T23" fmla="*/ 4 h 130"/>
                <a:gd name="T24" fmla="*/ 4 w 66"/>
                <a:gd name="T25" fmla="*/ 10 h 130"/>
                <a:gd name="T26" fmla="*/ 30 w 66"/>
                <a:gd name="T27" fmla="*/ 44 h 130"/>
                <a:gd name="T28" fmla="*/ 26 w 66"/>
                <a:gd name="T29" fmla="*/ 61 h 130"/>
                <a:gd name="T30" fmla="*/ 26 w 66"/>
                <a:gd name="T31" fmla="*/ 66 h 130"/>
                <a:gd name="T32" fmla="*/ 31 w 66"/>
                <a:gd name="T33" fmla="*/ 68 h 130"/>
                <a:gd name="T34" fmla="*/ 33 w 66"/>
                <a:gd name="T35" fmla="*/ 68 h 130"/>
                <a:gd name="T36" fmla="*/ 56 w 66"/>
                <a:gd name="T37" fmla="*/ 91 h 130"/>
                <a:gd name="T38" fmla="*/ 33 w 66"/>
                <a:gd name="T39" fmla="*/ 11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6" h="130">
                  <a:moveTo>
                    <a:pt x="33" y="115"/>
                  </a:moveTo>
                  <a:cubicBezTo>
                    <a:pt x="21" y="115"/>
                    <a:pt x="21" y="115"/>
                    <a:pt x="21" y="115"/>
                  </a:cubicBezTo>
                  <a:cubicBezTo>
                    <a:pt x="19" y="111"/>
                    <a:pt x="16" y="109"/>
                    <a:pt x="12" y="109"/>
                  </a:cubicBezTo>
                  <a:cubicBezTo>
                    <a:pt x="6" y="109"/>
                    <a:pt x="2" y="114"/>
                    <a:pt x="2" y="119"/>
                  </a:cubicBezTo>
                  <a:cubicBezTo>
                    <a:pt x="2" y="125"/>
                    <a:pt x="6" y="130"/>
                    <a:pt x="12" y="130"/>
                  </a:cubicBezTo>
                  <a:cubicBezTo>
                    <a:pt x="16" y="130"/>
                    <a:pt x="19" y="128"/>
                    <a:pt x="21" y="125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51" y="125"/>
                    <a:pt x="66" y="110"/>
                    <a:pt x="66" y="91"/>
                  </a:cubicBezTo>
                  <a:cubicBezTo>
                    <a:pt x="66" y="75"/>
                    <a:pt x="54" y="61"/>
                    <a:pt x="38" y="59"/>
                  </a:cubicBezTo>
                  <a:cubicBezTo>
                    <a:pt x="39" y="54"/>
                    <a:pt x="40" y="49"/>
                    <a:pt x="40" y="44"/>
                  </a:cubicBezTo>
                  <a:cubicBezTo>
                    <a:pt x="40" y="24"/>
                    <a:pt x="26" y="6"/>
                    <a:pt x="6" y="1"/>
                  </a:cubicBezTo>
                  <a:cubicBezTo>
                    <a:pt x="4" y="0"/>
                    <a:pt x="1" y="2"/>
                    <a:pt x="0" y="4"/>
                  </a:cubicBezTo>
                  <a:cubicBezTo>
                    <a:pt x="0" y="7"/>
                    <a:pt x="1" y="10"/>
                    <a:pt x="4" y="10"/>
                  </a:cubicBezTo>
                  <a:cubicBezTo>
                    <a:pt x="19" y="14"/>
                    <a:pt x="30" y="28"/>
                    <a:pt x="30" y="44"/>
                  </a:cubicBezTo>
                  <a:cubicBezTo>
                    <a:pt x="30" y="50"/>
                    <a:pt x="28" y="56"/>
                    <a:pt x="26" y="61"/>
                  </a:cubicBezTo>
                  <a:cubicBezTo>
                    <a:pt x="25" y="63"/>
                    <a:pt x="25" y="65"/>
                    <a:pt x="26" y="66"/>
                  </a:cubicBezTo>
                  <a:cubicBezTo>
                    <a:pt x="27" y="68"/>
                    <a:pt x="29" y="69"/>
                    <a:pt x="31" y="68"/>
                  </a:cubicBezTo>
                  <a:cubicBezTo>
                    <a:pt x="31" y="68"/>
                    <a:pt x="32" y="68"/>
                    <a:pt x="33" y="68"/>
                  </a:cubicBezTo>
                  <a:cubicBezTo>
                    <a:pt x="46" y="68"/>
                    <a:pt x="56" y="79"/>
                    <a:pt x="56" y="91"/>
                  </a:cubicBezTo>
                  <a:cubicBezTo>
                    <a:pt x="56" y="104"/>
                    <a:pt x="46" y="115"/>
                    <a:pt x="33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9" name="Freeform 202"/>
            <p:cNvSpPr>
              <a:spLocks/>
            </p:cNvSpPr>
            <p:nvPr/>
          </p:nvSpPr>
          <p:spPr bwMode="auto">
            <a:xfrm>
              <a:off x="2640" y="2637"/>
              <a:ext cx="376" cy="225"/>
            </a:xfrm>
            <a:custGeom>
              <a:avLst/>
              <a:gdLst>
                <a:gd name="T0" fmla="*/ 45 w 157"/>
                <a:gd name="T1" fmla="*/ 89 h 94"/>
                <a:gd name="T2" fmla="*/ 137 w 157"/>
                <a:gd name="T3" fmla="*/ 89 h 94"/>
                <a:gd name="T4" fmla="*/ 146 w 157"/>
                <a:gd name="T5" fmla="*/ 94 h 94"/>
                <a:gd name="T6" fmla="*/ 157 w 157"/>
                <a:gd name="T7" fmla="*/ 83 h 94"/>
                <a:gd name="T8" fmla="*/ 146 w 157"/>
                <a:gd name="T9" fmla="*/ 73 h 94"/>
                <a:gd name="T10" fmla="*/ 137 w 157"/>
                <a:gd name="T11" fmla="*/ 79 h 94"/>
                <a:gd name="T12" fmla="*/ 45 w 157"/>
                <a:gd name="T13" fmla="*/ 79 h 94"/>
                <a:gd name="T14" fmla="*/ 10 w 157"/>
                <a:gd name="T15" fmla="*/ 44 h 94"/>
                <a:gd name="T16" fmla="*/ 45 w 157"/>
                <a:gd name="T17" fmla="*/ 10 h 94"/>
                <a:gd name="T18" fmla="*/ 49 w 157"/>
                <a:gd name="T19" fmla="*/ 5 h 94"/>
                <a:gd name="T20" fmla="*/ 45 w 157"/>
                <a:gd name="T21" fmla="*/ 0 h 94"/>
                <a:gd name="T22" fmla="*/ 0 w 157"/>
                <a:gd name="T23" fmla="*/ 44 h 94"/>
                <a:gd name="T24" fmla="*/ 45 w 157"/>
                <a:gd name="T25" fmla="*/ 8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7" h="94">
                  <a:moveTo>
                    <a:pt x="45" y="89"/>
                  </a:moveTo>
                  <a:cubicBezTo>
                    <a:pt x="137" y="89"/>
                    <a:pt x="137" y="89"/>
                    <a:pt x="137" y="89"/>
                  </a:cubicBezTo>
                  <a:cubicBezTo>
                    <a:pt x="139" y="92"/>
                    <a:pt x="142" y="94"/>
                    <a:pt x="146" y="94"/>
                  </a:cubicBezTo>
                  <a:cubicBezTo>
                    <a:pt x="152" y="94"/>
                    <a:pt x="157" y="89"/>
                    <a:pt x="157" y="83"/>
                  </a:cubicBezTo>
                  <a:cubicBezTo>
                    <a:pt x="157" y="78"/>
                    <a:pt x="152" y="73"/>
                    <a:pt x="146" y="73"/>
                  </a:cubicBezTo>
                  <a:cubicBezTo>
                    <a:pt x="142" y="73"/>
                    <a:pt x="139" y="75"/>
                    <a:pt x="137" y="79"/>
                  </a:cubicBezTo>
                  <a:cubicBezTo>
                    <a:pt x="45" y="79"/>
                    <a:pt x="45" y="79"/>
                    <a:pt x="45" y="79"/>
                  </a:cubicBezTo>
                  <a:cubicBezTo>
                    <a:pt x="26" y="79"/>
                    <a:pt x="10" y="63"/>
                    <a:pt x="10" y="44"/>
                  </a:cubicBezTo>
                  <a:cubicBezTo>
                    <a:pt x="10" y="26"/>
                    <a:pt x="26" y="10"/>
                    <a:pt x="45" y="10"/>
                  </a:cubicBezTo>
                  <a:cubicBezTo>
                    <a:pt x="47" y="10"/>
                    <a:pt x="49" y="8"/>
                    <a:pt x="49" y="5"/>
                  </a:cubicBezTo>
                  <a:cubicBezTo>
                    <a:pt x="49" y="3"/>
                    <a:pt x="47" y="0"/>
                    <a:pt x="45" y="0"/>
                  </a:cubicBezTo>
                  <a:cubicBezTo>
                    <a:pt x="20" y="0"/>
                    <a:pt x="0" y="20"/>
                    <a:pt x="0" y="44"/>
                  </a:cubicBezTo>
                  <a:cubicBezTo>
                    <a:pt x="0" y="69"/>
                    <a:pt x="20" y="89"/>
                    <a:pt x="45" y="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01" name="Group 205"/>
          <p:cNvGrpSpPr>
            <a:grpSpLocks noChangeAspect="1"/>
          </p:cNvGrpSpPr>
          <p:nvPr/>
        </p:nvGrpSpPr>
        <p:grpSpPr bwMode="auto">
          <a:xfrm>
            <a:off x="2414528" y="911118"/>
            <a:ext cx="1001712" cy="833437"/>
            <a:chOff x="3633" y="2423"/>
            <a:chExt cx="631" cy="525"/>
          </a:xfrm>
        </p:grpSpPr>
        <p:sp>
          <p:nvSpPr>
            <p:cNvPr id="602" name="AutoShape 204"/>
            <p:cNvSpPr>
              <a:spLocks noChangeAspect="1" noChangeArrowheads="1" noTextEdit="1"/>
            </p:cNvSpPr>
            <p:nvPr/>
          </p:nvSpPr>
          <p:spPr bwMode="auto">
            <a:xfrm>
              <a:off x="3633" y="2423"/>
              <a:ext cx="63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3" name="Freeform 206"/>
            <p:cNvSpPr>
              <a:spLocks/>
            </p:cNvSpPr>
            <p:nvPr/>
          </p:nvSpPr>
          <p:spPr bwMode="auto">
            <a:xfrm>
              <a:off x="3635" y="2423"/>
              <a:ext cx="629" cy="523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3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3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4" name="Freeform 207"/>
            <p:cNvSpPr>
              <a:spLocks/>
            </p:cNvSpPr>
            <p:nvPr/>
          </p:nvSpPr>
          <p:spPr bwMode="auto">
            <a:xfrm>
              <a:off x="3843" y="2481"/>
              <a:ext cx="60" cy="414"/>
            </a:xfrm>
            <a:custGeom>
              <a:avLst/>
              <a:gdLst>
                <a:gd name="T0" fmla="*/ 0 w 60"/>
                <a:gd name="T1" fmla="*/ 4 h 414"/>
                <a:gd name="T2" fmla="*/ 0 w 60"/>
                <a:gd name="T3" fmla="*/ 4 h 414"/>
                <a:gd name="T4" fmla="*/ 0 w 60"/>
                <a:gd name="T5" fmla="*/ 2 h 414"/>
                <a:gd name="T6" fmla="*/ 3 w 60"/>
                <a:gd name="T7" fmla="*/ 0 h 414"/>
                <a:gd name="T8" fmla="*/ 3 w 60"/>
                <a:gd name="T9" fmla="*/ 0 h 414"/>
                <a:gd name="T10" fmla="*/ 5 w 60"/>
                <a:gd name="T11" fmla="*/ 0 h 414"/>
                <a:gd name="T12" fmla="*/ 5 w 60"/>
                <a:gd name="T13" fmla="*/ 0 h 414"/>
                <a:gd name="T14" fmla="*/ 55 w 60"/>
                <a:gd name="T15" fmla="*/ 26 h 414"/>
                <a:gd name="T16" fmla="*/ 55 w 60"/>
                <a:gd name="T17" fmla="*/ 26 h 414"/>
                <a:gd name="T18" fmla="*/ 58 w 60"/>
                <a:gd name="T19" fmla="*/ 28 h 414"/>
                <a:gd name="T20" fmla="*/ 58 w 60"/>
                <a:gd name="T21" fmla="*/ 31 h 414"/>
                <a:gd name="T22" fmla="*/ 60 w 60"/>
                <a:gd name="T23" fmla="*/ 33 h 414"/>
                <a:gd name="T24" fmla="*/ 60 w 60"/>
                <a:gd name="T25" fmla="*/ 33 h 414"/>
                <a:gd name="T26" fmla="*/ 58 w 60"/>
                <a:gd name="T27" fmla="*/ 211 h 414"/>
                <a:gd name="T28" fmla="*/ 58 w 60"/>
                <a:gd name="T29" fmla="*/ 211 h 414"/>
                <a:gd name="T30" fmla="*/ 58 w 60"/>
                <a:gd name="T31" fmla="*/ 386 h 414"/>
                <a:gd name="T32" fmla="*/ 58 w 60"/>
                <a:gd name="T33" fmla="*/ 386 h 414"/>
                <a:gd name="T34" fmla="*/ 58 w 60"/>
                <a:gd name="T35" fmla="*/ 390 h 414"/>
                <a:gd name="T36" fmla="*/ 55 w 60"/>
                <a:gd name="T37" fmla="*/ 393 h 414"/>
                <a:gd name="T38" fmla="*/ 53 w 60"/>
                <a:gd name="T39" fmla="*/ 393 h 414"/>
                <a:gd name="T40" fmla="*/ 53 w 60"/>
                <a:gd name="T41" fmla="*/ 393 h 414"/>
                <a:gd name="T42" fmla="*/ 5 w 60"/>
                <a:gd name="T43" fmla="*/ 414 h 414"/>
                <a:gd name="T44" fmla="*/ 5 w 60"/>
                <a:gd name="T45" fmla="*/ 414 h 414"/>
                <a:gd name="T46" fmla="*/ 3 w 60"/>
                <a:gd name="T47" fmla="*/ 414 h 414"/>
                <a:gd name="T48" fmla="*/ 3 w 60"/>
                <a:gd name="T49" fmla="*/ 414 h 414"/>
                <a:gd name="T50" fmla="*/ 0 w 60"/>
                <a:gd name="T51" fmla="*/ 412 h 414"/>
                <a:gd name="T52" fmla="*/ 0 w 60"/>
                <a:gd name="T53" fmla="*/ 407 h 414"/>
                <a:gd name="T54" fmla="*/ 0 w 60"/>
                <a:gd name="T55" fmla="*/ 4 h 414"/>
                <a:gd name="T56" fmla="*/ 0 w 60"/>
                <a:gd name="T57" fmla="*/ 4 h 414"/>
                <a:gd name="T58" fmla="*/ 0 w 60"/>
                <a:gd name="T59" fmla="*/ 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0" h="414">
                  <a:moveTo>
                    <a:pt x="0" y="4"/>
                  </a:moveTo>
                  <a:lnTo>
                    <a:pt x="0" y="4"/>
                  </a:ln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8" y="28"/>
                  </a:lnTo>
                  <a:lnTo>
                    <a:pt x="58" y="31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8" y="211"/>
                  </a:lnTo>
                  <a:lnTo>
                    <a:pt x="58" y="211"/>
                  </a:lnTo>
                  <a:lnTo>
                    <a:pt x="58" y="386"/>
                  </a:lnTo>
                  <a:lnTo>
                    <a:pt x="58" y="386"/>
                  </a:lnTo>
                  <a:lnTo>
                    <a:pt x="58" y="390"/>
                  </a:lnTo>
                  <a:lnTo>
                    <a:pt x="55" y="393"/>
                  </a:lnTo>
                  <a:lnTo>
                    <a:pt x="53" y="393"/>
                  </a:lnTo>
                  <a:lnTo>
                    <a:pt x="53" y="393"/>
                  </a:lnTo>
                  <a:lnTo>
                    <a:pt x="5" y="414"/>
                  </a:lnTo>
                  <a:lnTo>
                    <a:pt x="5" y="414"/>
                  </a:lnTo>
                  <a:lnTo>
                    <a:pt x="3" y="414"/>
                  </a:lnTo>
                  <a:lnTo>
                    <a:pt x="3" y="414"/>
                  </a:lnTo>
                  <a:lnTo>
                    <a:pt x="0" y="412"/>
                  </a:lnTo>
                  <a:lnTo>
                    <a:pt x="0" y="407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79D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5" name="Freeform 208"/>
            <p:cNvSpPr>
              <a:spLocks/>
            </p:cNvSpPr>
            <p:nvPr/>
          </p:nvSpPr>
          <p:spPr bwMode="auto">
            <a:xfrm>
              <a:off x="3843" y="2481"/>
              <a:ext cx="60" cy="414"/>
            </a:xfrm>
            <a:custGeom>
              <a:avLst/>
              <a:gdLst>
                <a:gd name="T0" fmla="*/ 0 w 60"/>
                <a:gd name="T1" fmla="*/ 4 h 414"/>
                <a:gd name="T2" fmla="*/ 0 w 60"/>
                <a:gd name="T3" fmla="*/ 4 h 414"/>
                <a:gd name="T4" fmla="*/ 0 w 60"/>
                <a:gd name="T5" fmla="*/ 2 h 414"/>
                <a:gd name="T6" fmla="*/ 3 w 60"/>
                <a:gd name="T7" fmla="*/ 0 h 414"/>
                <a:gd name="T8" fmla="*/ 3 w 60"/>
                <a:gd name="T9" fmla="*/ 0 h 414"/>
                <a:gd name="T10" fmla="*/ 5 w 60"/>
                <a:gd name="T11" fmla="*/ 0 h 414"/>
                <a:gd name="T12" fmla="*/ 5 w 60"/>
                <a:gd name="T13" fmla="*/ 0 h 414"/>
                <a:gd name="T14" fmla="*/ 55 w 60"/>
                <a:gd name="T15" fmla="*/ 26 h 414"/>
                <a:gd name="T16" fmla="*/ 55 w 60"/>
                <a:gd name="T17" fmla="*/ 26 h 414"/>
                <a:gd name="T18" fmla="*/ 58 w 60"/>
                <a:gd name="T19" fmla="*/ 28 h 414"/>
                <a:gd name="T20" fmla="*/ 58 w 60"/>
                <a:gd name="T21" fmla="*/ 31 h 414"/>
                <a:gd name="T22" fmla="*/ 60 w 60"/>
                <a:gd name="T23" fmla="*/ 33 h 414"/>
                <a:gd name="T24" fmla="*/ 60 w 60"/>
                <a:gd name="T25" fmla="*/ 33 h 414"/>
                <a:gd name="T26" fmla="*/ 58 w 60"/>
                <a:gd name="T27" fmla="*/ 211 h 414"/>
                <a:gd name="T28" fmla="*/ 58 w 60"/>
                <a:gd name="T29" fmla="*/ 211 h 414"/>
                <a:gd name="T30" fmla="*/ 58 w 60"/>
                <a:gd name="T31" fmla="*/ 386 h 414"/>
                <a:gd name="T32" fmla="*/ 58 w 60"/>
                <a:gd name="T33" fmla="*/ 386 h 414"/>
                <a:gd name="T34" fmla="*/ 58 w 60"/>
                <a:gd name="T35" fmla="*/ 390 h 414"/>
                <a:gd name="T36" fmla="*/ 55 w 60"/>
                <a:gd name="T37" fmla="*/ 393 h 414"/>
                <a:gd name="T38" fmla="*/ 53 w 60"/>
                <a:gd name="T39" fmla="*/ 393 h 414"/>
                <a:gd name="T40" fmla="*/ 53 w 60"/>
                <a:gd name="T41" fmla="*/ 393 h 414"/>
                <a:gd name="T42" fmla="*/ 5 w 60"/>
                <a:gd name="T43" fmla="*/ 414 h 414"/>
                <a:gd name="T44" fmla="*/ 5 w 60"/>
                <a:gd name="T45" fmla="*/ 414 h 414"/>
                <a:gd name="T46" fmla="*/ 3 w 60"/>
                <a:gd name="T47" fmla="*/ 414 h 414"/>
                <a:gd name="T48" fmla="*/ 3 w 60"/>
                <a:gd name="T49" fmla="*/ 414 h 414"/>
                <a:gd name="T50" fmla="*/ 0 w 60"/>
                <a:gd name="T51" fmla="*/ 412 h 414"/>
                <a:gd name="T52" fmla="*/ 0 w 60"/>
                <a:gd name="T53" fmla="*/ 407 h 414"/>
                <a:gd name="T54" fmla="*/ 0 w 60"/>
                <a:gd name="T55" fmla="*/ 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0" h="414">
                  <a:moveTo>
                    <a:pt x="0" y="4"/>
                  </a:moveTo>
                  <a:lnTo>
                    <a:pt x="0" y="4"/>
                  </a:ln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8" y="28"/>
                  </a:lnTo>
                  <a:lnTo>
                    <a:pt x="58" y="31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8" y="211"/>
                  </a:lnTo>
                  <a:lnTo>
                    <a:pt x="58" y="211"/>
                  </a:lnTo>
                  <a:lnTo>
                    <a:pt x="58" y="386"/>
                  </a:lnTo>
                  <a:lnTo>
                    <a:pt x="58" y="386"/>
                  </a:lnTo>
                  <a:lnTo>
                    <a:pt x="58" y="390"/>
                  </a:lnTo>
                  <a:lnTo>
                    <a:pt x="55" y="393"/>
                  </a:lnTo>
                  <a:lnTo>
                    <a:pt x="53" y="393"/>
                  </a:lnTo>
                  <a:lnTo>
                    <a:pt x="53" y="393"/>
                  </a:lnTo>
                  <a:lnTo>
                    <a:pt x="5" y="414"/>
                  </a:lnTo>
                  <a:lnTo>
                    <a:pt x="5" y="414"/>
                  </a:lnTo>
                  <a:lnTo>
                    <a:pt x="3" y="414"/>
                  </a:lnTo>
                  <a:lnTo>
                    <a:pt x="3" y="414"/>
                  </a:lnTo>
                  <a:lnTo>
                    <a:pt x="0" y="412"/>
                  </a:lnTo>
                  <a:lnTo>
                    <a:pt x="0" y="40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6" name="Freeform 209"/>
            <p:cNvSpPr>
              <a:spLocks/>
            </p:cNvSpPr>
            <p:nvPr/>
          </p:nvSpPr>
          <p:spPr bwMode="auto">
            <a:xfrm>
              <a:off x="3843" y="2481"/>
              <a:ext cx="60" cy="414"/>
            </a:xfrm>
            <a:custGeom>
              <a:avLst/>
              <a:gdLst>
                <a:gd name="T0" fmla="*/ 0 w 60"/>
                <a:gd name="T1" fmla="*/ 4 h 414"/>
                <a:gd name="T2" fmla="*/ 0 w 60"/>
                <a:gd name="T3" fmla="*/ 4 h 414"/>
                <a:gd name="T4" fmla="*/ 0 w 60"/>
                <a:gd name="T5" fmla="*/ 2 h 414"/>
                <a:gd name="T6" fmla="*/ 3 w 60"/>
                <a:gd name="T7" fmla="*/ 0 h 414"/>
                <a:gd name="T8" fmla="*/ 3 w 60"/>
                <a:gd name="T9" fmla="*/ 0 h 414"/>
                <a:gd name="T10" fmla="*/ 5 w 60"/>
                <a:gd name="T11" fmla="*/ 0 h 414"/>
                <a:gd name="T12" fmla="*/ 5 w 60"/>
                <a:gd name="T13" fmla="*/ 0 h 414"/>
                <a:gd name="T14" fmla="*/ 55 w 60"/>
                <a:gd name="T15" fmla="*/ 26 h 414"/>
                <a:gd name="T16" fmla="*/ 55 w 60"/>
                <a:gd name="T17" fmla="*/ 26 h 414"/>
                <a:gd name="T18" fmla="*/ 58 w 60"/>
                <a:gd name="T19" fmla="*/ 28 h 414"/>
                <a:gd name="T20" fmla="*/ 58 w 60"/>
                <a:gd name="T21" fmla="*/ 31 h 414"/>
                <a:gd name="T22" fmla="*/ 60 w 60"/>
                <a:gd name="T23" fmla="*/ 33 h 414"/>
                <a:gd name="T24" fmla="*/ 60 w 60"/>
                <a:gd name="T25" fmla="*/ 33 h 414"/>
                <a:gd name="T26" fmla="*/ 58 w 60"/>
                <a:gd name="T27" fmla="*/ 211 h 414"/>
                <a:gd name="T28" fmla="*/ 58 w 60"/>
                <a:gd name="T29" fmla="*/ 211 h 414"/>
                <a:gd name="T30" fmla="*/ 58 w 60"/>
                <a:gd name="T31" fmla="*/ 386 h 414"/>
                <a:gd name="T32" fmla="*/ 58 w 60"/>
                <a:gd name="T33" fmla="*/ 386 h 414"/>
                <a:gd name="T34" fmla="*/ 58 w 60"/>
                <a:gd name="T35" fmla="*/ 390 h 414"/>
                <a:gd name="T36" fmla="*/ 55 w 60"/>
                <a:gd name="T37" fmla="*/ 393 h 414"/>
                <a:gd name="T38" fmla="*/ 53 w 60"/>
                <a:gd name="T39" fmla="*/ 393 h 414"/>
                <a:gd name="T40" fmla="*/ 53 w 60"/>
                <a:gd name="T41" fmla="*/ 393 h 414"/>
                <a:gd name="T42" fmla="*/ 5 w 60"/>
                <a:gd name="T43" fmla="*/ 414 h 414"/>
                <a:gd name="T44" fmla="*/ 5 w 60"/>
                <a:gd name="T45" fmla="*/ 414 h 414"/>
                <a:gd name="T46" fmla="*/ 3 w 60"/>
                <a:gd name="T47" fmla="*/ 414 h 414"/>
                <a:gd name="T48" fmla="*/ 3 w 60"/>
                <a:gd name="T49" fmla="*/ 414 h 414"/>
                <a:gd name="T50" fmla="*/ 0 w 60"/>
                <a:gd name="T51" fmla="*/ 412 h 414"/>
                <a:gd name="T52" fmla="*/ 0 w 60"/>
                <a:gd name="T53" fmla="*/ 407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" h="414">
                  <a:moveTo>
                    <a:pt x="0" y="4"/>
                  </a:moveTo>
                  <a:lnTo>
                    <a:pt x="0" y="4"/>
                  </a:ln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8" y="28"/>
                  </a:lnTo>
                  <a:lnTo>
                    <a:pt x="58" y="31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8" y="211"/>
                  </a:lnTo>
                  <a:lnTo>
                    <a:pt x="58" y="211"/>
                  </a:lnTo>
                  <a:lnTo>
                    <a:pt x="58" y="386"/>
                  </a:lnTo>
                  <a:lnTo>
                    <a:pt x="58" y="386"/>
                  </a:lnTo>
                  <a:lnTo>
                    <a:pt x="58" y="390"/>
                  </a:lnTo>
                  <a:lnTo>
                    <a:pt x="55" y="393"/>
                  </a:lnTo>
                  <a:lnTo>
                    <a:pt x="53" y="393"/>
                  </a:lnTo>
                  <a:lnTo>
                    <a:pt x="53" y="393"/>
                  </a:lnTo>
                  <a:lnTo>
                    <a:pt x="5" y="414"/>
                  </a:lnTo>
                  <a:lnTo>
                    <a:pt x="5" y="414"/>
                  </a:lnTo>
                  <a:lnTo>
                    <a:pt x="3" y="414"/>
                  </a:lnTo>
                  <a:lnTo>
                    <a:pt x="3" y="414"/>
                  </a:lnTo>
                  <a:lnTo>
                    <a:pt x="0" y="412"/>
                  </a:lnTo>
                  <a:lnTo>
                    <a:pt x="0" y="40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7" name="Freeform 210"/>
            <p:cNvSpPr>
              <a:spLocks/>
            </p:cNvSpPr>
            <p:nvPr/>
          </p:nvSpPr>
          <p:spPr bwMode="auto">
            <a:xfrm>
              <a:off x="3855" y="2517"/>
              <a:ext cx="41" cy="69"/>
            </a:xfrm>
            <a:custGeom>
              <a:avLst/>
              <a:gdLst>
                <a:gd name="T0" fmla="*/ 3 w 41"/>
                <a:gd name="T1" fmla="*/ 0 h 69"/>
                <a:gd name="T2" fmla="*/ 3 w 41"/>
                <a:gd name="T3" fmla="*/ 0 h 69"/>
                <a:gd name="T4" fmla="*/ 39 w 41"/>
                <a:gd name="T5" fmla="*/ 16 h 69"/>
                <a:gd name="T6" fmla="*/ 39 w 41"/>
                <a:gd name="T7" fmla="*/ 16 h 69"/>
                <a:gd name="T8" fmla="*/ 39 w 41"/>
                <a:gd name="T9" fmla="*/ 16 h 69"/>
                <a:gd name="T10" fmla="*/ 41 w 41"/>
                <a:gd name="T11" fmla="*/ 21 h 69"/>
                <a:gd name="T12" fmla="*/ 41 w 41"/>
                <a:gd name="T13" fmla="*/ 21 h 69"/>
                <a:gd name="T14" fmla="*/ 41 w 41"/>
                <a:gd name="T15" fmla="*/ 62 h 69"/>
                <a:gd name="T16" fmla="*/ 41 w 41"/>
                <a:gd name="T17" fmla="*/ 62 h 69"/>
                <a:gd name="T18" fmla="*/ 39 w 41"/>
                <a:gd name="T19" fmla="*/ 67 h 69"/>
                <a:gd name="T20" fmla="*/ 39 w 41"/>
                <a:gd name="T21" fmla="*/ 69 h 69"/>
                <a:gd name="T22" fmla="*/ 39 w 41"/>
                <a:gd name="T23" fmla="*/ 69 h 69"/>
                <a:gd name="T24" fmla="*/ 3 w 41"/>
                <a:gd name="T25" fmla="*/ 55 h 69"/>
                <a:gd name="T26" fmla="*/ 3 w 41"/>
                <a:gd name="T27" fmla="*/ 55 h 69"/>
                <a:gd name="T28" fmla="*/ 0 w 41"/>
                <a:gd name="T29" fmla="*/ 52 h 69"/>
                <a:gd name="T30" fmla="*/ 0 w 41"/>
                <a:gd name="T31" fmla="*/ 50 h 69"/>
                <a:gd name="T32" fmla="*/ 0 w 41"/>
                <a:gd name="T33" fmla="*/ 50 h 69"/>
                <a:gd name="T34" fmla="*/ 0 w 41"/>
                <a:gd name="T35" fmla="*/ 4 h 69"/>
                <a:gd name="T36" fmla="*/ 0 w 41"/>
                <a:gd name="T37" fmla="*/ 4 h 69"/>
                <a:gd name="T38" fmla="*/ 0 w 41"/>
                <a:gd name="T39" fmla="*/ 0 h 69"/>
                <a:gd name="T40" fmla="*/ 3 w 41"/>
                <a:gd name="T41" fmla="*/ 0 h 69"/>
                <a:gd name="T42" fmla="*/ 3 w 41"/>
                <a:gd name="T43" fmla="*/ 0 h 69"/>
                <a:gd name="T44" fmla="*/ 3 w 41"/>
                <a:gd name="T45" fmla="*/ 0 h 69"/>
                <a:gd name="T46" fmla="*/ 3 w 41"/>
                <a:gd name="T47" fmla="*/ 0 h 69"/>
                <a:gd name="T48" fmla="*/ 3 w 41"/>
                <a:gd name="T4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" h="69">
                  <a:moveTo>
                    <a:pt x="3" y="0"/>
                  </a:moveTo>
                  <a:lnTo>
                    <a:pt x="3" y="0"/>
                  </a:lnTo>
                  <a:lnTo>
                    <a:pt x="39" y="16"/>
                  </a:lnTo>
                  <a:lnTo>
                    <a:pt x="39" y="16"/>
                  </a:lnTo>
                  <a:lnTo>
                    <a:pt x="39" y="16"/>
                  </a:lnTo>
                  <a:lnTo>
                    <a:pt x="41" y="21"/>
                  </a:lnTo>
                  <a:lnTo>
                    <a:pt x="41" y="21"/>
                  </a:lnTo>
                  <a:lnTo>
                    <a:pt x="41" y="62"/>
                  </a:lnTo>
                  <a:lnTo>
                    <a:pt x="41" y="62"/>
                  </a:lnTo>
                  <a:lnTo>
                    <a:pt x="39" y="67"/>
                  </a:lnTo>
                  <a:lnTo>
                    <a:pt x="39" y="69"/>
                  </a:lnTo>
                  <a:lnTo>
                    <a:pt x="39" y="69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0" y="52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8" name="Freeform 211"/>
            <p:cNvSpPr>
              <a:spLocks/>
            </p:cNvSpPr>
            <p:nvPr/>
          </p:nvSpPr>
          <p:spPr bwMode="auto">
            <a:xfrm>
              <a:off x="3855" y="2591"/>
              <a:ext cx="36" cy="57"/>
            </a:xfrm>
            <a:custGeom>
              <a:avLst/>
              <a:gdLst>
                <a:gd name="T0" fmla="*/ 3 w 36"/>
                <a:gd name="T1" fmla="*/ 0 h 57"/>
                <a:gd name="T2" fmla="*/ 3 w 36"/>
                <a:gd name="T3" fmla="*/ 0 h 57"/>
                <a:gd name="T4" fmla="*/ 34 w 36"/>
                <a:gd name="T5" fmla="*/ 9 h 57"/>
                <a:gd name="T6" fmla="*/ 34 w 36"/>
                <a:gd name="T7" fmla="*/ 9 h 57"/>
                <a:gd name="T8" fmla="*/ 36 w 36"/>
                <a:gd name="T9" fmla="*/ 12 h 57"/>
                <a:gd name="T10" fmla="*/ 36 w 36"/>
                <a:gd name="T11" fmla="*/ 17 h 57"/>
                <a:gd name="T12" fmla="*/ 36 w 36"/>
                <a:gd name="T13" fmla="*/ 17 h 57"/>
                <a:gd name="T14" fmla="*/ 36 w 36"/>
                <a:gd name="T15" fmla="*/ 53 h 57"/>
                <a:gd name="T16" fmla="*/ 36 w 36"/>
                <a:gd name="T17" fmla="*/ 53 h 57"/>
                <a:gd name="T18" fmla="*/ 36 w 36"/>
                <a:gd name="T19" fmla="*/ 57 h 57"/>
                <a:gd name="T20" fmla="*/ 34 w 36"/>
                <a:gd name="T21" fmla="*/ 57 h 57"/>
                <a:gd name="T22" fmla="*/ 34 w 36"/>
                <a:gd name="T23" fmla="*/ 57 h 57"/>
                <a:gd name="T24" fmla="*/ 3 w 36"/>
                <a:gd name="T25" fmla="*/ 53 h 57"/>
                <a:gd name="T26" fmla="*/ 3 w 36"/>
                <a:gd name="T27" fmla="*/ 53 h 57"/>
                <a:gd name="T28" fmla="*/ 3 w 36"/>
                <a:gd name="T29" fmla="*/ 50 h 57"/>
                <a:gd name="T30" fmla="*/ 0 w 36"/>
                <a:gd name="T31" fmla="*/ 48 h 57"/>
                <a:gd name="T32" fmla="*/ 0 w 36"/>
                <a:gd name="T33" fmla="*/ 48 h 57"/>
                <a:gd name="T34" fmla="*/ 0 w 36"/>
                <a:gd name="T35" fmla="*/ 5 h 57"/>
                <a:gd name="T36" fmla="*/ 0 w 36"/>
                <a:gd name="T37" fmla="*/ 5 h 57"/>
                <a:gd name="T38" fmla="*/ 3 w 36"/>
                <a:gd name="T39" fmla="*/ 2 h 57"/>
                <a:gd name="T40" fmla="*/ 3 w 36"/>
                <a:gd name="T41" fmla="*/ 0 h 57"/>
                <a:gd name="T42" fmla="*/ 3 w 36"/>
                <a:gd name="T43" fmla="*/ 0 h 57"/>
                <a:gd name="T44" fmla="*/ 3 w 36"/>
                <a:gd name="T45" fmla="*/ 0 h 57"/>
                <a:gd name="T46" fmla="*/ 3 w 36"/>
                <a:gd name="T4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" h="57">
                  <a:moveTo>
                    <a:pt x="3" y="0"/>
                  </a:moveTo>
                  <a:lnTo>
                    <a:pt x="3" y="0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6" y="12"/>
                  </a:lnTo>
                  <a:lnTo>
                    <a:pt x="36" y="17"/>
                  </a:lnTo>
                  <a:lnTo>
                    <a:pt x="36" y="17"/>
                  </a:lnTo>
                  <a:lnTo>
                    <a:pt x="36" y="53"/>
                  </a:lnTo>
                  <a:lnTo>
                    <a:pt x="36" y="53"/>
                  </a:lnTo>
                  <a:lnTo>
                    <a:pt x="36" y="57"/>
                  </a:lnTo>
                  <a:lnTo>
                    <a:pt x="34" y="57"/>
                  </a:lnTo>
                  <a:lnTo>
                    <a:pt x="34" y="57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9" name="Freeform 212"/>
            <p:cNvSpPr>
              <a:spLocks/>
            </p:cNvSpPr>
            <p:nvPr/>
          </p:nvSpPr>
          <p:spPr bwMode="auto">
            <a:xfrm>
              <a:off x="3855" y="2660"/>
              <a:ext cx="36" cy="53"/>
            </a:xfrm>
            <a:custGeom>
              <a:avLst/>
              <a:gdLst>
                <a:gd name="T0" fmla="*/ 3 w 36"/>
                <a:gd name="T1" fmla="*/ 0 h 53"/>
                <a:gd name="T2" fmla="*/ 3 w 36"/>
                <a:gd name="T3" fmla="*/ 0 h 53"/>
                <a:gd name="T4" fmla="*/ 34 w 36"/>
                <a:gd name="T5" fmla="*/ 5 h 53"/>
                <a:gd name="T6" fmla="*/ 34 w 36"/>
                <a:gd name="T7" fmla="*/ 5 h 53"/>
                <a:gd name="T8" fmla="*/ 36 w 36"/>
                <a:gd name="T9" fmla="*/ 5 h 53"/>
                <a:gd name="T10" fmla="*/ 36 w 36"/>
                <a:gd name="T11" fmla="*/ 10 h 53"/>
                <a:gd name="T12" fmla="*/ 36 w 36"/>
                <a:gd name="T13" fmla="*/ 10 h 53"/>
                <a:gd name="T14" fmla="*/ 36 w 36"/>
                <a:gd name="T15" fmla="*/ 48 h 53"/>
                <a:gd name="T16" fmla="*/ 36 w 36"/>
                <a:gd name="T17" fmla="*/ 48 h 53"/>
                <a:gd name="T18" fmla="*/ 34 w 36"/>
                <a:gd name="T19" fmla="*/ 53 h 53"/>
                <a:gd name="T20" fmla="*/ 34 w 36"/>
                <a:gd name="T21" fmla="*/ 53 h 53"/>
                <a:gd name="T22" fmla="*/ 34 w 36"/>
                <a:gd name="T23" fmla="*/ 53 h 53"/>
                <a:gd name="T24" fmla="*/ 3 w 36"/>
                <a:gd name="T25" fmla="*/ 53 h 53"/>
                <a:gd name="T26" fmla="*/ 3 w 36"/>
                <a:gd name="T27" fmla="*/ 53 h 53"/>
                <a:gd name="T28" fmla="*/ 0 w 36"/>
                <a:gd name="T29" fmla="*/ 53 h 53"/>
                <a:gd name="T30" fmla="*/ 0 w 36"/>
                <a:gd name="T31" fmla="*/ 48 h 53"/>
                <a:gd name="T32" fmla="*/ 0 w 36"/>
                <a:gd name="T33" fmla="*/ 48 h 53"/>
                <a:gd name="T34" fmla="*/ 0 w 36"/>
                <a:gd name="T35" fmla="*/ 5 h 53"/>
                <a:gd name="T36" fmla="*/ 0 w 36"/>
                <a:gd name="T37" fmla="*/ 5 h 53"/>
                <a:gd name="T38" fmla="*/ 0 w 36"/>
                <a:gd name="T39" fmla="*/ 3 h 53"/>
                <a:gd name="T40" fmla="*/ 3 w 36"/>
                <a:gd name="T41" fmla="*/ 0 h 53"/>
                <a:gd name="T42" fmla="*/ 3 w 36"/>
                <a:gd name="T43" fmla="*/ 0 h 53"/>
                <a:gd name="T44" fmla="*/ 3 w 36"/>
                <a:gd name="T45" fmla="*/ 0 h 53"/>
                <a:gd name="T46" fmla="*/ 3 w 36"/>
                <a:gd name="T4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" h="53">
                  <a:moveTo>
                    <a:pt x="3" y="0"/>
                  </a:moveTo>
                  <a:lnTo>
                    <a:pt x="3" y="0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6" y="5"/>
                  </a:lnTo>
                  <a:lnTo>
                    <a:pt x="36" y="10"/>
                  </a:lnTo>
                  <a:lnTo>
                    <a:pt x="36" y="10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0" y="53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0" name="Freeform 213"/>
            <p:cNvSpPr>
              <a:spLocks/>
            </p:cNvSpPr>
            <p:nvPr/>
          </p:nvSpPr>
          <p:spPr bwMode="auto">
            <a:xfrm>
              <a:off x="3851" y="2732"/>
              <a:ext cx="40" cy="58"/>
            </a:xfrm>
            <a:custGeom>
              <a:avLst/>
              <a:gdLst>
                <a:gd name="T0" fmla="*/ 2 w 40"/>
                <a:gd name="T1" fmla="*/ 0 h 58"/>
                <a:gd name="T2" fmla="*/ 2 w 40"/>
                <a:gd name="T3" fmla="*/ 0 h 58"/>
                <a:gd name="T4" fmla="*/ 38 w 40"/>
                <a:gd name="T5" fmla="*/ 0 h 58"/>
                <a:gd name="T6" fmla="*/ 38 w 40"/>
                <a:gd name="T7" fmla="*/ 0 h 58"/>
                <a:gd name="T8" fmla="*/ 38 w 40"/>
                <a:gd name="T9" fmla="*/ 0 h 58"/>
                <a:gd name="T10" fmla="*/ 40 w 40"/>
                <a:gd name="T11" fmla="*/ 5 h 58"/>
                <a:gd name="T12" fmla="*/ 40 w 40"/>
                <a:gd name="T13" fmla="*/ 5 h 58"/>
                <a:gd name="T14" fmla="*/ 40 w 40"/>
                <a:gd name="T15" fmla="*/ 43 h 58"/>
                <a:gd name="T16" fmla="*/ 40 w 40"/>
                <a:gd name="T17" fmla="*/ 43 h 58"/>
                <a:gd name="T18" fmla="*/ 38 w 40"/>
                <a:gd name="T19" fmla="*/ 48 h 58"/>
                <a:gd name="T20" fmla="*/ 38 w 40"/>
                <a:gd name="T21" fmla="*/ 51 h 58"/>
                <a:gd name="T22" fmla="*/ 38 w 40"/>
                <a:gd name="T23" fmla="*/ 51 h 58"/>
                <a:gd name="T24" fmla="*/ 2 w 40"/>
                <a:gd name="T25" fmla="*/ 58 h 58"/>
                <a:gd name="T26" fmla="*/ 2 w 40"/>
                <a:gd name="T27" fmla="*/ 58 h 58"/>
                <a:gd name="T28" fmla="*/ 0 w 40"/>
                <a:gd name="T29" fmla="*/ 55 h 58"/>
                <a:gd name="T30" fmla="*/ 0 w 40"/>
                <a:gd name="T31" fmla="*/ 51 h 58"/>
                <a:gd name="T32" fmla="*/ 0 w 40"/>
                <a:gd name="T33" fmla="*/ 51 h 58"/>
                <a:gd name="T34" fmla="*/ 0 w 40"/>
                <a:gd name="T35" fmla="*/ 8 h 58"/>
                <a:gd name="T36" fmla="*/ 0 w 40"/>
                <a:gd name="T37" fmla="*/ 8 h 58"/>
                <a:gd name="T38" fmla="*/ 0 w 40"/>
                <a:gd name="T39" fmla="*/ 3 h 58"/>
                <a:gd name="T40" fmla="*/ 2 w 40"/>
                <a:gd name="T41" fmla="*/ 0 h 58"/>
                <a:gd name="T42" fmla="*/ 2 w 40"/>
                <a:gd name="T43" fmla="*/ 0 h 58"/>
                <a:gd name="T44" fmla="*/ 2 w 40"/>
                <a:gd name="T45" fmla="*/ 0 h 58"/>
                <a:gd name="T46" fmla="*/ 2 w 40"/>
                <a:gd name="T4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58">
                  <a:moveTo>
                    <a:pt x="2" y="0"/>
                  </a:moveTo>
                  <a:lnTo>
                    <a:pt x="2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43"/>
                  </a:lnTo>
                  <a:lnTo>
                    <a:pt x="40" y="43"/>
                  </a:lnTo>
                  <a:lnTo>
                    <a:pt x="38" y="4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0" y="55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1" name="Freeform 214"/>
            <p:cNvSpPr>
              <a:spLocks/>
            </p:cNvSpPr>
            <p:nvPr/>
          </p:nvSpPr>
          <p:spPr bwMode="auto">
            <a:xfrm>
              <a:off x="3851" y="2807"/>
              <a:ext cx="40" cy="24"/>
            </a:xfrm>
            <a:custGeom>
              <a:avLst/>
              <a:gdLst>
                <a:gd name="T0" fmla="*/ 2 w 40"/>
                <a:gd name="T1" fmla="*/ 7 h 24"/>
                <a:gd name="T2" fmla="*/ 2 w 40"/>
                <a:gd name="T3" fmla="*/ 7 h 24"/>
                <a:gd name="T4" fmla="*/ 38 w 40"/>
                <a:gd name="T5" fmla="*/ 0 h 24"/>
                <a:gd name="T6" fmla="*/ 38 w 40"/>
                <a:gd name="T7" fmla="*/ 0 h 24"/>
                <a:gd name="T8" fmla="*/ 40 w 40"/>
                <a:gd name="T9" fmla="*/ 2 h 24"/>
                <a:gd name="T10" fmla="*/ 40 w 40"/>
                <a:gd name="T11" fmla="*/ 4 h 24"/>
                <a:gd name="T12" fmla="*/ 40 w 40"/>
                <a:gd name="T13" fmla="*/ 4 h 24"/>
                <a:gd name="T14" fmla="*/ 40 w 40"/>
                <a:gd name="T15" fmla="*/ 9 h 24"/>
                <a:gd name="T16" fmla="*/ 40 w 40"/>
                <a:gd name="T17" fmla="*/ 9 h 24"/>
                <a:gd name="T18" fmla="*/ 40 w 40"/>
                <a:gd name="T19" fmla="*/ 12 h 24"/>
                <a:gd name="T20" fmla="*/ 38 w 40"/>
                <a:gd name="T21" fmla="*/ 14 h 24"/>
                <a:gd name="T22" fmla="*/ 38 w 40"/>
                <a:gd name="T23" fmla="*/ 14 h 24"/>
                <a:gd name="T24" fmla="*/ 0 w 40"/>
                <a:gd name="T25" fmla="*/ 24 h 24"/>
                <a:gd name="T26" fmla="*/ 0 w 40"/>
                <a:gd name="T27" fmla="*/ 24 h 24"/>
                <a:gd name="T28" fmla="*/ 0 w 40"/>
                <a:gd name="T29" fmla="*/ 21 h 24"/>
                <a:gd name="T30" fmla="*/ 0 w 40"/>
                <a:gd name="T31" fmla="*/ 19 h 24"/>
                <a:gd name="T32" fmla="*/ 0 w 40"/>
                <a:gd name="T33" fmla="*/ 19 h 24"/>
                <a:gd name="T34" fmla="*/ 0 w 40"/>
                <a:gd name="T35" fmla="*/ 14 h 24"/>
                <a:gd name="T36" fmla="*/ 0 w 40"/>
                <a:gd name="T37" fmla="*/ 14 h 24"/>
                <a:gd name="T38" fmla="*/ 0 w 40"/>
                <a:gd name="T39" fmla="*/ 9 h 24"/>
                <a:gd name="T40" fmla="*/ 2 w 40"/>
                <a:gd name="T41" fmla="*/ 7 h 24"/>
                <a:gd name="T42" fmla="*/ 2 w 40"/>
                <a:gd name="T43" fmla="*/ 7 h 24"/>
                <a:gd name="T44" fmla="*/ 2 w 40"/>
                <a:gd name="T45" fmla="*/ 7 h 24"/>
                <a:gd name="T46" fmla="*/ 2 w 40"/>
                <a:gd name="T47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24">
                  <a:moveTo>
                    <a:pt x="2" y="7"/>
                  </a:moveTo>
                  <a:lnTo>
                    <a:pt x="2" y="7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0" y="2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40" y="12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2" name="Freeform 215"/>
            <p:cNvSpPr>
              <a:spLocks/>
            </p:cNvSpPr>
            <p:nvPr/>
          </p:nvSpPr>
          <p:spPr bwMode="auto">
            <a:xfrm>
              <a:off x="3851" y="2831"/>
              <a:ext cx="40" cy="28"/>
            </a:xfrm>
            <a:custGeom>
              <a:avLst/>
              <a:gdLst>
                <a:gd name="T0" fmla="*/ 0 w 40"/>
                <a:gd name="T1" fmla="*/ 12 h 28"/>
                <a:gd name="T2" fmla="*/ 0 w 40"/>
                <a:gd name="T3" fmla="*/ 12 h 28"/>
                <a:gd name="T4" fmla="*/ 38 w 40"/>
                <a:gd name="T5" fmla="*/ 0 h 28"/>
                <a:gd name="T6" fmla="*/ 38 w 40"/>
                <a:gd name="T7" fmla="*/ 0 h 28"/>
                <a:gd name="T8" fmla="*/ 40 w 40"/>
                <a:gd name="T9" fmla="*/ 0 h 28"/>
                <a:gd name="T10" fmla="*/ 40 w 40"/>
                <a:gd name="T11" fmla="*/ 4 h 28"/>
                <a:gd name="T12" fmla="*/ 40 w 40"/>
                <a:gd name="T13" fmla="*/ 4 h 28"/>
                <a:gd name="T14" fmla="*/ 40 w 40"/>
                <a:gd name="T15" fmla="*/ 9 h 28"/>
                <a:gd name="T16" fmla="*/ 40 w 40"/>
                <a:gd name="T17" fmla="*/ 9 h 28"/>
                <a:gd name="T18" fmla="*/ 40 w 40"/>
                <a:gd name="T19" fmla="*/ 14 h 28"/>
                <a:gd name="T20" fmla="*/ 38 w 40"/>
                <a:gd name="T21" fmla="*/ 16 h 28"/>
                <a:gd name="T22" fmla="*/ 38 w 40"/>
                <a:gd name="T23" fmla="*/ 16 h 28"/>
                <a:gd name="T24" fmla="*/ 0 w 40"/>
                <a:gd name="T25" fmla="*/ 28 h 28"/>
                <a:gd name="T26" fmla="*/ 0 w 40"/>
                <a:gd name="T27" fmla="*/ 28 h 28"/>
                <a:gd name="T28" fmla="*/ 0 w 40"/>
                <a:gd name="T29" fmla="*/ 28 h 28"/>
                <a:gd name="T30" fmla="*/ 0 w 40"/>
                <a:gd name="T31" fmla="*/ 24 h 28"/>
                <a:gd name="T32" fmla="*/ 0 w 40"/>
                <a:gd name="T33" fmla="*/ 24 h 28"/>
                <a:gd name="T34" fmla="*/ 0 w 40"/>
                <a:gd name="T35" fmla="*/ 19 h 28"/>
                <a:gd name="T36" fmla="*/ 0 w 40"/>
                <a:gd name="T37" fmla="*/ 19 h 28"/>
                <a:gd name="T38" fmla="*/ 0 w 40"/>
                <a:gd name="T39" fmla="*/ 14 h 28"/>
                <a:gd name="T40" fmla="*/ 0 w 40"/>
                <a:gd name="T41" fmla="*/ 12 h 28"/>
                <a:gd name="T42" fmla="*/ 0 w 40"/>
                <a:gd name="T43" fmla="*/ 12 h 28"/>
                <a:gd name="T44" fmla="*/ 0 w 40"/>
                <a:gd name="T45" fmla="*/ 12 h 28"/>
                <a:gd name="T46" fmla="*/ 0 w 40"/>
                <a:gd name="T47" fmla="*/ 1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28">
                  <a:moveTo>
                    <a:pt x="0" y="12"/>
                  </a:moveTo>
                  <a:lnTo>
                    <a:pt x="0" y="12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40" y="14"/>
                  </a:lnTo>
                  <a:lnTo>
                    <a:pt x="38" y="16"/>
                  </a:lnTo>
                  <a:lnTo>
                    <a:pt x="38" y="1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3" name="Freeform 216"/>
            <p:cNvSpPr>
              <a:spLocks/>
            </p:cNvSpPr>
            <p:nvPr/>
          </p:nvSpPr>
          <p:spPr bwMode="auto">
            <a:xfrm>
              <a:off x="3908" y="2509"/>
              <a:ext cx="57" cy="362"/>
            </a:xfrm>
            <a:custGeom>
              <a:avLst/>
              <a:gdLst>
                <a:gd name="T0" fmla="*/ 5 w 57"/>
                <a:gd name="T1" fmla="*/ 3 h 362"/>
                <a:gd name="T2" fmla="*/ 5 w 57"/>
                <a:gd name="T3" fmla="*/ 3 h 362"/>
                <a:gd name="T4" fmla="*/ 55 w 57"/>
                <a:gd name="T5" fmla="*/ 27 h 362"/>
                <a:gd name="T6" fmla="*/ 55 w 57"/>
                <a:gd name="T7" fmla="*/ 27 h 362"/>
                <a:gd name="T8" fmla="*/ 57 w 57"/>
                <a:gd name="T9" fmla="*/ 29 h 362"/>
                <a:gd name="T10" fmla="*/ 57 w 57"/>
                <a:gd name="T11" fmla="*/ 32 h 362"/>
                <a:gd name="T12" fmla="*/ 57 w 57"/>
                <a:gd name="T13" fmla="*/ 34 h 362"/>
                <a:gd name="T14" fmla="*/ 57 w 57"/>
                <a:gd name="T15" fmla="*/ 34 h 362"/>
                <a:gd name="T16" fmla="*/ 57 w 57"/>
                <a:gd name="T17" fmla="*/ 185 h 362"/>
                <a:gd name="T18" fmla="*/ 57 w 57"/>
                <a:gd name="T19" fmla="*/ 185 h 362"/>
                <a:gd name="T20" fmla="*/ 57 w 57"/>
                <a:gd name="T21" fmla="*/ 334 h 362"/>
                <a:gd name="T22" fmla="*/ 57 w 57"/>
                <a:gd name="T23" fmla="*/ 334 h 362"/>
                <a:gd name="T24" fmla="*/ 57 w 57"/>
                <a:gd name="T25" fmla="*/ 338 h 362"/>
                <a:gd name="T26" fmla="*/ 57 w 57"/>
                <a:gd name="T27" fmla="*/ 338 h 362"/>
                <a:gd name="T28" fmla="*/ 53 w 57"/>
                <a:gd name="T29" fmla="*/ 341 h 362"/>
                <a:gd name="T30" fmla="*/ 53 w 57"/>
                <a:gd name="T31" fmla="*/ 341 h 362"/>
                <a:gd name="T32" fmla="*/ 5 w 57"/>
                <a:gd name="T33" fmla="*/ 362 h 362"/>
                <a:gd name="T34" fmla="*/ 5 w 57"/>
                <a:gd name="T35" fmla="*/ 362 h 362"/>
                <a:gd name="T36" fmla="*/ 2 w 57"/>
                <a:gd name="T37" fmla="*/ 362 h 362"/>
                <a:gd name="T38" fmla="*/ 2 w 57"/>
                <a:gd name="T39" fmla="*/ 360 h 362"/>
                <a:gd name="T40" fmla="*/ 0 w 57"/>
                <a:gd name="T41" fmla="*/ 358 h 362"/>
                <a:gd name="T42" fmla="*/ 0 w 57"/>
                <a:gd name="T43" fmla="*/ 355 h 362"/>
                <a:gd name="T44" fmla="*/ 0 w 57"/>
                <a:gd name="T45" fmla="*/ 355 h 362"/>
                <a:gd name="T46" fmla="*/ 2 w 57"/>
                <a:gd name="T47" fmla="*/ 180 h 362"/>
                <a:gd name="T48" fmla="*/ 2 w 57"/>
                <a:gd name="T49" fmla="*/ 180 h 362"/>
                <a:gd name="T50" fmla="*/ 2 w 57"/>
                <a:gd name="T51" fmla="*/ 5 h 362"/>
                <a:gd name="T52" fmla="*/ 2 w 57"/>
                <a:gd name="T53" fmla="*/ 5 h 362"/>
                <a:gd name="T54" fmla="*/ 2 w 57"/>
                <a:gd name="T55" fmla="*/ 3 h 362"/>
                <a:gd name="T56" fmla="*/ 5 w 57"/>
                <a:gd name="T57" fmla="*/ 0 h 362"/>
                <a:gd name="T58" fmla="*/ 5 w 57"/>
                <a:gd name="T59" fmla="*/ 0 h 362"/>
                <a:gd name="T60" fmla="*/ 5 w 57"/>
                <a:gd name="T61" fmla="*/ 3 h 362"/>
                <a:gd name="T62" fmla="*/ 5 w 57"/>
                <a:gd name="T63" fmla="*/ 3 h 362"/>
                <a:gd name="T64" fmla="*/ 5 w 57"/>
                <a:gd name="T65" fmla="*/ 3 h 362"/>
                <a:gd name="T66" fmla="*/ 5 w 57"/>
                <a:gd name="T67" fmla="*/ 3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" h="362">
                  <a:moveTo>
                    <a:pt x="5" y="3"/>
                  </a:moveTo>
                  <a:lnTo>
                    <a:pt x="5" y="3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7" y="29"/>
                  </a:lnTo>
                  <a:lnTo>
                    <a:pt x="57" y="32"/>
                  </a:lnTo>
                  <a:lnTo>
                    <a:pt x="57" y="34"/>
                  </a:lnTo>
                  <a:lnTo>
                    <a:pt x="57" y="34"/>
                  </a:lnTo>
                  <a:lnTo>
                    <a:pt x="57" y="185"/>
                  </a:lnTo>
                  <a:lnTo>
                    <a:pt x="57" y="185"/>
                  </a:lnTo>
                  <a:lnTo>
                    <a:pt x="57" y="334"/>
                  </a:lnTo>
                  <a:lnTo>
                    <a:pt x="57" y="334"/>
                  </a:lnTo>
                  <a:lnTo>
                    <a:pt x="57" y="338"/>
                  </a:lnTo>
                  <a:lnTo>
                    <a:pt x="57" y="338"/>
                  </a:lnTo>
                  <a:lnTo>
                    <a:pt x="53" y="341"/>
                  </a:lnTo>
                  <a:lnTo>
                    <a:pt x="53" y="341"/>
                  </a:lnTo>
                  <a:lnTo>
                    <a:pt x="5" y="362"/>
                  </a:lnTo>
                  <a:lnTo>
                    <a:pt x="5" y="362"/>
                  </a:lnTo>
                  <a:lnTo>
                    <a:pt x="2" y="362"/>
                  </a:lnTo>
                  <a:lnTo>
                    <a:pt x="2" y="360"/>
                  </a:lnTo>
                  <a:lnTo>
                    <a:pt x="0" y="358"/>
                  </a:lnTo>
                  <a:lnTo>
                    <a:pt x="0" y="355"/>
                  </a:lnTo>
                  <a:lnTo>
                    <a:pt x="0" y="355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4" name="Freeform 217"/>
            <p:cNvSpPr>
              <a:spLocks/>
            </p:cNvSpPr>
            <p:nvPr/>
          </p:nvSpPr>
          <p:spPr bwMode="auto">
            <a:xfrm>
              <a:off x="3920" y="2545"/>
              <a:ext cx="41" cy="58"/>
            </a:xfrm>
            <a:custGeom>
              <a:avLst/>
              <a:gdLst>
                <a:gd name="T0" fmla="*/ 2 w 41"/>
                <a:gd name="T1" fmla="*/ 0 h 58"/>
                <a:gd name="T2" fmla="*/ 2 w 41"/>
                <a:gd name="T3" fmla="*/ 0 h 58"/>
                <a:gd name="T4" fmla="*/ 38 w 41"/>
                <a:gd name="T5" fmla="*/ 15 h 58"/>
                <a:gd name="T6" fmla="*/ 38 w 41"/>
                <a:gd name="T7" fmla="*/ 15 h 58"/>
                <a:gd name="T8" fmla="*/ 41 w 41"/>
                <a:gd name="T9" fmla="*/ 17 h 58"/>
                <a:gd name="T10" fmla="*/ 41 w 41"/>
                <a:gd name="T11" fmla="*/ 22 h 58"/>
                <a:gd name="T12" fmla="*/ 41 w 41"/>
                <a:gd name="T13" fmla="*/ 22 h 58"/>
                <a:gd name="T14" fmla="*/ 41 w 41"/>
                <a:gd name="T15" fmla="*/ 55 h 58"/>
                <a:gd name="T16" fmla="*/ 41 w 41"/>
                <a:gd name="T17" fmla="*/ 55 h 58"/>
                <a:gd name="T18" fmla="*/ 41 w 41"/>
                <a:gd name="T19" fmla="*/ 58 h 58"/>
                <a:gd name="T20" fmla="*/ 38 w 41"/>
                <a:gd name="T21" fmla="*/ 58 h 58"/>
                <a:gd name="T22" fmla="*/ 38 w 41"/>
                <a:gd name="T23" fmla="*/ 58 h 58"/>
                <a:gd name="T24" fmla="*/ 2 w 41"/>
                <a:gd name="T25" fmla="*/ 46 h 58"/>
                <a:gd name="T26" fmla="*/ 2 w 41"/>
                <a:gd name="T27" fmla="*/ 46 h 58"/>
                <a:gd name="T28" fmla="*/ 0 w 41"/>
                <a:gd name="T29" fmla="*/ 46 h 58"/>
                <a:gd name="T30" fmla="*/ 0 w 41"/>
                <a:gd name="T31" fmla="*/ 41 h 58"/>
                <a:gd name="T32" fmla="*/ 0 w 41"/>
                <a:gd name="T33" fmla="*/ 41 h 58"/>
                <a:gd name="T34" fmla="*/ 0 w 41"/>
                <a:gd name="T35" fmla="*/ 3 h 58"/>
                <a:gd name="T36" fmla="*/ 0 w 41"/>
                <a:gd name="T37" fmla="*/ 3 h 58"/>
                <a:gd name="T38" fmla="*/ 0 w 41"/>
                <a:gd name="T39" fmla="*/ 0 h 58"/>
                <a:gd name="T40" fmla="*/ 2 w 41"/>
                <a:gd name="T41" fmla="*/ 0 h 58"/>
                <a:gd name="T42" fmla="*/ 2 w 41"/>
                <a:gd name="T43" fmla="*/ 0 h 58"/>
                <a:gd name="T44" fmla="*/ 2 w 41"/>
                <a:gd name="T45" fmla="*/ 0 h 58"/>
                <a:gd name="T46" fmla="*/ 2 w 41"/>
                <a:gd name="T4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58">
                  <a:moveTo>
                    <a:pt x="2" y="0"/>
                  </a:moveTo>
                  <a:lnTo>
                    <a:pt x="2" y="0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41" y="17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1" y="55"/>
                  </a:lnTo>
                  <a:lnTo>
                    <a:pt x="41" y="55"/>
                  </a:lnTo>
                  <a:lnTo>
                    <a:pt x="41" y="58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5" name="Freeform 218"/>
            <p:cNvSpPr>
              <a:spLocks/>
            </p:cNvSpPr>
            <p:nvPr/>
          </p:nvSpPr>
          <p:spPr bwMode="auto">
            <a:xfrm>
              <a:off x="3920" y="2608"/>
              <a:ext cx="41" cy="52"/>
            </a:xfrm>
            <a:custGeom>
              <a:avLst/>
              <a:gdLst>
                <a:gd name="T0" fmla="*/ 2 w 41"/>
                <a:gd name="T1" fmla="*/ 0 h 52"/>
                <a:gd name="T2" fmla="*/ 2 w 41"/>
                <a:gd name="T3" fmla="*/ 0 h 52"/>
                <a:gd name="T4" fmla="*/ 41 w 41"/>
                <a:gd name="T5" fmla="*/ 12 h 52"/>
                <a:gd name="T6" fmla="*/ 41 w 41"/>
                <a:gd name="T7" fmla="*/ 12 h 52"/>
                <a:gd name="T8" fmla="*/ 41 w 41"/>
                <a:gd name="T9" fmla="*/ 12 h 52"/>
                <a:gd name="T10" fmla="*/ 41 w 41"/>
                <a:gd name="T11" fmla="*/ 16 h 52"/>
                <a:gd name="T12" fmla="*/ 41 w 41"/>
                <a:gd name="T13" fmla="*/ 16 h 52"/>
                <a:gd name="T14" fmla="*/ 41 w 41"/>
                <a:gd name="T15" fmla="*/ 50 h 52"/>
                <a:gd name="T16" fmla="*/ 41 w 41"/>
                <a:gd name="T17" fmla="*/ 50 h 52"/>
                <a:gd name="T18" fmla="*/ 41 w 41"/>
                <a:gd name="T19" fmla="*/ 52 h 52"/>
                <a:gd name="T20" fmla="*/ 41 w 41"/>
                <a:gd name="T21" fmla="*/ 52 h 52"/>
                <a:gd name="T22" fmla="*/ 41 w 41"/>
                <a:gd name="T23" fmla="*/ 52 h 52"/>
                <a:gd name="T24" fmla="*/ 2 w 41"/>
                <a:gd name="T25" fmla="*/ 48 h 52"/>
                <a:gd name="T26" fmla="*/ 2 w 41"/>
                <a:gd name="T27" fmla="*/ 48 h 52"/>
                <a:gd name="T28" fmla="*/ 0 w 41"/>
                <a:gd name="T29" fmla="*/ 48 h 52"/>
                <a:gd name="T30" fmla="*/ 0 w 41"/>
                <a:gd name="T31" fmla="*/ 43 h 52"/>
                <a:gd name="T32" fmla="*/ 0 w 41"/>
                <a:gd name="T33" fmla="*/ 43 h 52"/>
                <a:gd name="T34" fmla="*/ 0 w 41"/>
                <a:gd name="T35" fmla="*/ 7 h 52"/>
                <a:gd name="T36" fmla="*/ 0 w 41"/>
                <a:gd name="T37" fmla="*/ 7 h 52"/>
                <a:gd name="T38" fmla="*/ 0 w 41"/>
                <a:gd name="T39" fmla="*/ 2 h 52"/>
                <a:gd name="T40" fmla="*/ 2 w 41"/>
                <a:gd name="T41" fmla="*/ 0 h 52"/>
                <a:gd name="T42" fmla="*/ 2 w 41"/>
                <a:gd name="T43" fmla="*/ 0 h 52"/>
                <a:gd name="T44" fmla="*/ 2 w 41"/>
                <a:gd name="T45" fmla="*/ 0 h 52"/>
                <a:gd name="T46" fmla="*/ 2 w 41"/>
                <a:gd name="T4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52">
                  <a:moveTo>
                    <a:pt x="2" y="0"/>
                  </a:moveTo>
                  <a:lnTo>
                    <a:pt x="2" y="0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16"/>
                  </a:lnTo>
                  <a:lnTo>
                    <a:pt x="41" y="16"/>
                  </a:lnTo>
                  <a:lnTo>
                    <a:pt x="41" y="50"/>
                  </a:lnTo>
                  <a:lnTo>
                    <a:pt x="41" y="50"/>
                  </a:lnTo>
                  <a:lnTo>
                    <a:pt x="41" y="52"/>
                  </a:lnTo>
                  <a:lnTo>
                    <a:pt x="41" y="52"/>
                  </a:lnTo>
                  <a:lnTo>
                    <a:pt x="41" y="52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48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6" name="Freeform 219"/>
            <p:cNvSpPr>
              <a:spLocks/>
            </p:cNvSpPr>
            <p:nvPr/>
          </p:nvSpPr>
          <p:spPr bwMode="auto">
            <a:xfrm>
              <a:off x="3920" y="2672"/>
              <a:ext cx="41" cy="41"/>
            </a:xfrm>
            <a:custGeom>
              <a:avLst/>
              <a:gdLst>
                <a:gd name="T0" fmla="*/ 0 w 41"/>
                <a:gd name="T1" fmla="*/ 0 h 41"/>
                <a:gd name="T2" fmla="*/ 0 w 41"/>
                <a:gd name="T3" fmla="*/ 0 h 41"/>
                <a:gd name="T4" fmla="*/ 41 w 41"/>
                <a:gd name="T5" fmla="*/ 5 h 41"/>
                <a:gd name="T6" fmla="*/ 41 w 41"/>
                <a:gd name="T7" fmla="*/ 5 h 41"/>
                <a:gd name="T8" fmla="*/ 41 w 41"/>
                <a:gd name="T9" fmla="*/ 5 h 41"/>
                <a:gd name="T10" fmla="*/ 41 w 41"/>
                <a:gd name="T11" fmla="*/ 10 h 41"/>
                <a:gd name="T12" fmla="*/ 41 w 41"/>
                <a:gd name="T13" fmla="*/ 10 h 41"/>
                <a:gd name="T14" fmla="*/ 41 w 41"/>
                <a:gd name="T15" fmla="*/ 39 h 41"/>
                <a:gd name="T16" fmla="*/ 41 w 41"/>
                <a:gd name="T17" fmla="*/ 39 h 41"/>
                <a:gd name="T18" fmla="*/ 41 w 41"/>
                <a:gd name="T19" fmla="*/ 41 h 41"/>
                <a:gd name="T20" fmla="*/ 38 w 41"/>
                <a:gd name="T21" fmla="*/ 41 h 41"/>
                <a:gd name="T22" fmla="*/ 38 w 41"/>
                <a:gd name="T23" fmla="*/ 41 h 41"/>
                <a:gd name="T24" fmla="*/ 0 w 41"/>
                <a:gd name="T25" fmla="*/ 41 h 41"/>
                <a:gd name="T26" fmla="*/ 0 w 41"/>
                <a:gd name="T27" fmla="*/ 41 h 41"/>
                <a:gd name="T28" fmla="*/ 0 w 41"/>
                <a:gd name="T29" fmla="*/ 41 h 41"/>
                <a:gd name="T30" fmla="*/ 0 w 41"/>
                <a:gd name="T31" fmla="*/ 39 h 41"/>
                <a:gd name="T32" fmla="*/ 0 w 41"/>
                <a:gd name="T33" fmla="*/ 39 h 41"/>
                <a:gd name="T34" fmla="*/ 0 w 41"/>
                <a:gd name="T35" fmla="*/ 5 h 41"/>
                <a:gd name="T36" fmla="*/ 0 w 41"/>
                <a:gd name="T37" fmla="*/ 5 h 41"/>
                <a:gd name="T38" fmla="*/ 0 w 41"/>
                <a:gd name="T39" fmla="*/ 3 h 41"/>
                <a:gd name="T40" fmla="*/ 0 w 41"/>
                <a:gd name="T41" fmla="*/ 0 h 41"/>
                <a:gd name="T42" fmla="*/ 0 w 41"/>
                <a:gd name="T43" fmla="*/ 0 h 41"/>
                <a:gd name="T44" fmla="*/ 0 w 41"/>
                <a:gd name="T45" fmla="*/ 0 h 41"/>
                <a:gd name="T46" fmla="*/ 0 w 41"/>
                <a:gd name="T4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41">
                  <a:moveTo>
                    <a:pt x="0" y="0"/>
                  </a:moveTo>
                  <a:lnTo>
                    <a:pt x="0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41" y="39"/>
                  </a:lnTo>
                  <a:lnTo>
                    <a:pt x="41" y="39"/>
                  </a:lnTo>
                  <a:lnTo>
                    <a:pt x="41" y="41"/>
                  </a:lnTo>
                  <a:lnTo>
                    <a:pt x="38" y="41"/>
                  </a:lnTo>
                  <a:lnTo>
                    <a:pt x="38" y="4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7" name="Freeform 220"/>
            <p:cNvSpPr>
              <a:spLocks/>
            </p:cNvSpPr>
            <p:nvPr/>
          </p:nvSpPr>
          <p:spPr bwMode="auto">
            <a:xfrm>
              <a:off x="3920" y="2732"/>
              <a:ext cx="41" cy="46"/>
            </a:xfrm>
            <a:custGeom>
              <a:avLst/>
              <a:gdLst>
                <a:gd name="T0" fmla="*/ 2 w 41"/>
                <a:gd name="T1" fmla="*/ 0 h 46"/>
                <a:gd name="T2" fmla="*/ 2 w 41"/>
                <a:gd name="T3" fmla="*/ 0 h 46"/>
                <a:gd name="T4" fmla="*/ 38 w 41"/>
                <a:gd name="T5" fmla="*/ 0 h 46"/>
                <a:gd name="T6" fmla="*/ 38 w 41"/>
                <a:gd name="T7" fmla="*/ 0 h 46"/>
                <a:gd name="T8" fmla="*/ 41 w 41"/>
                <a:gd name="T9" fmla="*/ 0 h 46"/>
                <a:gd name="T10" fmla="*/ 41 w 41"/>
                <a:gd name="T11" fmla="*/ 5 h 46"/>
                <a:gd name="T12" fmla="*/ 41 w 41"/>
                <a:gd name="T13" fmla="*/ 5 h 46"/>
                <a:gd name="T14" fmla="*/ 41 w 41"/>
                <a:gd name="T15" fmla="*/ 36 h 46"/>
                <a:gd name="T16" fmla="*/ 41 w 41"/>
                <a:gd name="T17" fmla="*/ 36 h 46"/>
                <a:gd name="T18" fmla="*/ 41 w 41"/>
                <a:gd name="T19" fmla="*/ 39 h 46"/>
                <a:gd name="T20" fmla="*/ 38 w 41"/>
                <a:gd name="T21" fmla="*/ 41 h 46"/>
                <a:gd name="T22" fmla="*/ 38 w 41"/>
                <a:gd name="T23" fmla="*/ 41 h 46"/>
                <a:gd name="T24" fmla="*/ 2 w 41"/>
                <a:gd name="T25" fmla="*/ 46 h 46"/>
                <a:gd name="T26" fmla="*/ 2 w 41"/>
                <a:gd name="T27" fmla="*/ 46 h 46"/>
                <a:gd name="T28" fmla="*/ 0 w 41"/>
                <a:gd name="T29" fmla="*/ 46 h 46"/>
                <a:gd name="T30" fmla="*/ 0 w 41"/>
                <a:gd name="T31" fmla="*/ 41 h 46"/>
                <a:gd name="T32" fmla="*/ 0 w 41"/>
                <a:gd name="T33" fmla="*/ 41 h 46"/>
                <a:gd name="T34" fmla="*/ 0 w 41"/>
                <a:gd name="T35" fmla="*/ 5 h 46"/>
                <a:gd name="T36" fmla="*/ 0 w 41"/>
                <a:gd name="T37" fmla="*/ 5 h 46"/>
                <a:gd name="T38" fmla="*/ 0 w 41"/>
                <a:gd name="T39" fmla="*/ 3 h 46"/>
                <a:gd name="T40" fmla="*/ 2 w 41"/>
                <a:gd name="T41" fmla="*/ 0 h 46"/>
                <a:gd name="T42" fmla="*/ 2 w 41"/>
                <a:gd name="T43" fmla="*/ 0 h 46"/>
                <a:gd name="T44" fmla="*/ 2 w 41"/>
                <a:gd name="T45" fmla="*/ 0 h 46"/>
                <a:gd name="T46" fmla="*/ 2 w 41"/>
                <a:gd name="T4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46">
                  <a:moveTo>
                    <a:pt x="2" y="0"/>
                  </a:moveTo>
                  <a:lnTo>
                    <a:pt x="2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41" y="39"/>
                  </a:lnTo>
                  <a:lnTo>
                    <a:pt x="38" y="41"/>
                  </a:lnTo>
                  <a:lnTo>
                    <a:pt x="38" y="41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8" name="Freeform 221"/>
            <p:cNvSpPr>
              <a:spLocks/>
            </p:cNvSpPr>
            <p:nvPr/>
          </p:nvSpPr>
          <p:spPr bwMode="auto">
            <a:xfrm>
              <a:off x="3920" y="2795"/>
              <a:ext cx="41" cy="24"/>
            </a:xfrm>
            <a:custGeom>
              <a:avLst/>
              <a:gdLst>
                <a:gd name="T0" fmla="*/ 2 w 41"/>
                <a:gd name="T1" fmla="*/ 9 h 24"/>
                <a:gd name="T2" fmla="*/ 2 w 41"/>
                <a:gd name="T3" fmla="*/ 9 h 24"/>
                <a:gd name="T4" fmla="*/ 38 w 41"/>
                <a:gd name="T5" fmla="*/ 0 h 24"/>
                <a:gd name="T6" fmla="*/ 38 w 41"/>
                <a:gd name="T7" fmla="*/ 0 h 24"/>
                <a:gd name="T8" fmla="*/ 41 w 41"/>
                <a:gd name="T9" fmla="*/ 2 h 24"/>
                <a:gd name="T10" fmla="*/ 41 w 41"/>
                <a:gd name="T11" fmla="*/ 4 h 24"/>
                <a:gd name="T12" fmla="*/ 41 w 41"/>
                <a:gd name="T13" fmla="*/ 4 h 24"/>
                <a:gd name="T14" fmla="*/ 41 w 41"/>
                <a:gd name="T15" fmla="*/ 9 h 24"/>
                <a:gd name="T16" fmla="*/ 41 w 41"/>
                <a:gd name="T17" fmla="*/ 9 h 24"/>
                <a:gd name="T18" fmla="*/ 41 w 41"/>
                <a:gd name="T19" fmla="*/ 12 h 24"/>
                <a:gd name="T20" fmla="*/ 38 w 41"/>
                <a:gd name="T21" fmla="*/ 14 h 24"/>
                <a:gd name="T22" fmla="*/ 38 w 41"/>
                <a:gd name="T23" fmla="*/ 14 h 24"/>
                <a:gd name="T24" fmla="*/ 2 w 41"/>
                <a:gd name="T25" fmla="*/ 24 h 24"/>
                <a:gd name="T26" fmla="*/ 2 w 41"/>
                <a:gd name="T27" fmla="*/ 24 h 24"/>
                <a:gd name="T28" fmla="*/ 0 w 41"/>
                <a:gd name="T29" fmla="*/ 21 h 24"/>
                <a:gd name="T30" fmla="*/ 0 w 41"/>
                <a:gd name="T31" fmla="*/ 16 h 24"/>
                <a:gd name="T32" fmla="*/ 0 w 41"/>
                <a:gd name="T33" fmla="*/ 16 h 24"/>
                <a:gd name="T34" fmla="*/ 0 w 41"/>
                <a:gd name="T35" fmla="*/ 14 h 24"/>
                <a:gd name="T36" fmla="*/ 0 w 41"/>
                <a:gd name="T37" fmla="*/ 14 h 24"/>
                <a:gd name="T38" fmla="*/ 0 w 41"/>
                <a:gd name="T39" fmla="*/ 12 h 24"/>
                <a:gd name="T40" fmla="*/ 2 w 41"/>
                <a:gd name="T41" fmla="*/ 9 h 24"/>
                <a:gd name="T42" fmla="*/ 2 w 41"/>
                <a:gd name="T43" fmla="*/ 9 h 24"/>
                <a:gd name="T44" fmla="*/ 2 w 41"/>
                <a:gd name="T45" fmla="*/ 9 h 24"/>
                <a:gd name="T46" fmla="*/ 2 w 41"/>
                <a:gd name="T47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4">
                  <a:moveTo>
                    <a:pt x="2" y="9"/>
                  </a:moveTo>
                  <a:lnTo>
                    <a:pt x="2" y="9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1" y="2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1" y="12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9" name="Freeform 222"/>
            <p:cNvSpPr>
              <a:spLocks/>
            </p:cNvSpPr>
            <p:nvPr/>
          </p:nvSpPr>
          <p:spPr bwMode="auto">
            <a:xfrm>
              <a:off x="3920" y="2814"/>
              <a:ext cx="41" cy="21"/>
            </a:xfrm>
            <a:custGeom>
              <a:avLst/>
              <a:gdLst>
                <a:gd name="T0" fmla="*/ 2 w 41"/>
                <a:gd name="T1" fmla="*/ 9 h 21"/>
                <a:gd name="T2" fmla="*/ 2 w 41"/>
                <a:gd name="T3" fmla="*/ 9 h 21"/>
                <a:gd name="T4" fmla="*/ 38 w 41"/>
                <a:gd name="T5" fmla="*/ 0 h 21"/>
                <a:gd name="T6" fmla="*/ 38 w 41"/>
                <a:gd name="T7" fmla="*/ 0 h 21"/>
                <a:gd name="T8" fmla="*/ 41 w 41"/>
                <a:gd name="T9" fmla="*/ 0 h 21"/>
                <a:gd name="T10" fmla="*/ 41 w 41"/>
                <a:gd name="T11" fmla="*/ 2 h 21"/>
                <a:gd name="T12" fmla="*/ 41 w 41"/>
                <a:gd name="T13" fmla="*/ 2 h 21"/>
                <a:gd name="T14" fmla="*/ 41 w 41"/>
                <a:gd name="T15" fmla="*/ 5 h 21"/>
                <a:gd name="T16" fmla="*/ 41 w 41"/>
                <a:gd name="T17" fmla="*/ 5 h 21"/>
                <a:gd name="T18" fmla="*/ 41 w 41"/>
                <a:gd name="T19" fmla="*/ 9 h 21"/>
                <a:gd name="T20" fmla="*/ 38 w 41"/>
                <a:gd name="T21" fmla="*/ 9 h 21"/>
                <a:gd name="T22" fmla="*/ 38 w 41"/>
                <a:gd name="T23" fmla="*/ 9 h 21"/>
                <a:gd name="T24" fmla="*/ 2 w 41"/>
                <a:gd name="T25" fmla="*/ 21 h 21"/>
                <a:gd name="T26" fmla="*/ 2 w 41"/>
                <a:gd name="T27" fmla="*/ 21 h 21"/>
                <a:gd name="T28" fmla="*/ 0 w 41"/>
                <a:gd name="T29" fmla="*/ 21 h 21"/>
                <a:gd name="T30" fmla="*/ 0 w 41"/>
                <a:gd name="T31" fmla="*/ 17 h 21"/>
                <a:gd name="T32" fmla="*/ 0 w 41"/>
                <a:gd name="T33" fmla="*/ 17 h 21"/>
                <a:gd name="T34" fmla="*/ 0 w 41"/>
                <a:gd name="T35" fmla="*/ 14 h 21"/>
                <a:gd name="T36" fmla="*/ 0 w 41"/>
                <a:gd name="T37" fmla="*/ 14 h 21"/>
                <a:gd name="T38" fmla="*/ 0 w 41"/>
                <a:gd name="T39" fmla="*/ 9 h 21"/>
                <a:gd name="T40" fmla="*/ 2 w 41"/>
                <a:gd name="T41" fmla="*/ 9 h 21"/>
                <a:gd name="T42" fmla="*/ 2 w 41"/>
                <a:gd name="T43" fmla="*/ 9 h 21"/>
                <a:gd name="T44" fmla="*/ 2 w 41"/>
                <a:gd name="T45" fmla="*/ 9 h 21"/>
                <a:gd name="T46" fmla="*/ 2 w 41"/>
                <a:gd name="T47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1">
                  <a:moveTo>
                    <a:pt x="2" y="9"/>
                  </a:moveTo>
                  <a:lnTo>
                    <a:pt x="2" y="9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1" y="0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0" name="Freeform 223"/>
            <p:cNvSpPr>
              <a:spLocks/>
            </p:cNvSpPr>
            <p:nvPr/>
          </p:nvSpPr>
          <p:spPr bwMode="auto">
            <a:xfrm>
              <a:off x="3977" y="2545"/>
              <a:ext cx="60" cy="298"/>
            </a:xfrm>
            <a:custGeom>
              <a:avLst/>
              <a:gdLst>
                <a:gd name="T0" fmla="*/ 5 w 60"/>
                <a:gd name="T1" fmla="*/ 0 h 298"/>
                <a:gd name="T2" fmla="*/ 5 w 60"/>
                <a:gd name="T3" fmla="*/ 0 h 298"/>
                <a:gd name="T4" fmla="*/ 55 w 60"/>
                <a:gd name="T5" fmla="*/ 27 h 298"/>
                <a:gd name="T6" fmla="*/ 55 w 60"/>
                <a:gd name="T7" fmla="*/ 27 h 298"/>
                <a:gd name="T8" fmla="*/ 60 w 60"/>
                <a:gd name="T9" fmla="*/ 27 h 298"/>
                <a:gd name="T10" fmla="*/ 60 w 60"/>
                <a:gd name="T11" fmla="*/ 29 h 298"/>
                <a:gd name="T12" fmla="*/ 60 w 60"/>
                <a:gd name="T13" fmla="*/ 32 h 298"/>
                <a:gd name="T14" fmla="*/ 60 w 60"/>
                <a:gd name="T15" fmla="*/ 32 h 298"/>
                <a:gd name="T16" fmla="*/ 60 w 60"/>
                <a:gd name="T17" fmla="*/ 151 h 298"/>
                <a:gd name="T18" fmla="*/ 60 w 60"/>
                <a:gd name="T19" fmla="*/ 151 h 298"/>
                <a:gd name="T20" fmla="*/ 60 w 60"/>
                <a:gd name="T21" fmla="*/ 269 h 298"/>
                <a:gd name="T22" fmla="*/ 60 w 60"/>
                <a:gd name="T23" fmla="*/ 269 h 298"/>
                <a:gd name="T24" fmla="*/ 58 w 60"/>
                <a:gd name="T25" fmla="*/ 274 h 298"/>
                <a:gd name="T26" fmla="*/ 58 w 60"/>
                <a:gd name="T27" fmla="*/ 276 h 298"/>
                <a:gd name="T28" fmla="*/ 55 w 60"/>
                <a:gd name="T29" fmla="*/ 278 h 298"/>
                <a:gd name="T30" fmla="*/ 55 w 60"/>
                <a:gd name="T31" fmla="*/ 278 h 298"/>
                <a:gd name="T32" fmla="*/ 3 w 60"/>
                <a:gd name="T33" fmla="*/ 298 h 298"/>
                <a:gd name="T34" fmla="*/ 3 w 60"/>
                <a:gd name="T35" fmla="*/ 298 h 298"/>
                <a:gd name="T36" fmla="*/ 3 w 60"/>
                <a:gd name="T37" fmla="*/ 298 h 298"/>
                <a:gd name="T38" fmla="*/ 0 w 60"/>
                <a:gd name="T39" fmla="*/ 295 h 298"/>
                <a:gd name="T40" fmla="*/ 0 w 60"/>
                <a:gd name="T41" fmla="*/ 290 h 298"/>
                <a:gd name="T42" fmla="*/ 0 w 60"/>
                <a:gd name="T43" fmla="*/ 290 h 298"/>
                <a:gd name="T44" fmla="*/ 0 w 60"/>
                <a:gd name="T45" fmla="*/ 149 h 298"/>
                <a:gd name="T46" fmla="*/ 0 w 60"/>
                <a:gd name="T47" fmla="*/ 149 h 298"/>
                <a:gd name="T48" fmla="*/ 3 w 60"/>
                <a:gd name="T49" fmla="*/ 5 h 298"/>
                <a:gd name="T50" fmla="*/ 3 w 60"/>
                <a:gd name="T51" fmla="*/ 5 h 298"/>
                <a:gd name="T52" fmla="*/ 3 w 60"/>
                <a:gd name="T53" fmla="*/ 3 h 298"/>
                <a:gd name="T54" fmla="*/ 3 w 60"/>
                <a:gd name="T55" fmla="*/ 0 h 298"/>
                <a:gd name="T56" fmla="*/ 3 w 60"/>
                <a:gd name="T57" fmla="*/ 0 h 298"/>
                <a:gd name="T58" fmla="*/ 5 w 60"/>
                <a:gd name="T59" fmla="*/ 0 h 298"/>
                <a:gd name="T60" fmla="*/ 5 w 60"/>
                <a:gd name="T61" fmla="*/ 0 h 298"/>
                <a:gd name="T62" fmla="*/ 5 w 60"/>
                <a:gd name="T63" fmla="*/ 0 h 298"/>
                <a:gd name="T64" fmla="*/ 5 w 60"/>
                <a:gd name="T65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0" h="298">
                  <a:moveTo>
                    <a:pt x="5" y="0"/>
                  </a:moveTo>
                  <a:lnTo>
                    <a:pt x="5" y="0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60" y="27"/>
                  </a:lnTo>
                  <a:lnTo>
                    <a:pt x="60" y="29"/>
                  </a:lnTo>
                  <a:lnTo>
                    <a:pt x="60" y="32"/>
                  </a:lnTo>
                  <a:lnTo>
                    <a:pt x="60" y="32"/>
                  </a:lnTo>
                  <a:lnTo>
                    <a:pt x="60" y="151"/>
                  </a:lnTo>
                  <a:lnTo>
                    <a:pt x="60" y="151"/>
                  </a:lnTo>
                  <a:lnTo>
                    <a:pt x="60" y="269"/>
                  </a:lnTo>
                  <a:lnTo>
                    <a:pt x="60" y="269"/>
                  </a:lnTo>
                  <a:lnTo>
                    <a:pt x="58" y="274"/>
                  </a:lnTo>
                  <a:lnTo>
                    <a:pt x="58" y="276"/>
                  </a:lnTo>
                  <a:lnTo>
                    <a:pt x="55" y="278"/>
                  </a:lnTo>
                  <a:lnTo>
                    <a:pt x="55" y="27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0" y="295"/>
                  </a:lnTo>
                  <a:lnTo>
                    <a:pt x="0" y="290"/>
                  </a:lnTo>
                  <a:lnTo>
                    <a:pt x="0" y="290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1" name="Freeform 224"/>
            <p:cNvSpPr>
              <a:spLocks/>
            </p:cNvSpPr>
            <p:nvPr/>
          </p:nvSpPr>
          <p:spPr bwMode="auto">
            <a:xfrm>
              <a:off x="3984" y="2574"/>
              <a:ext cx="41" cy="53"/>
            </a:xfrm>
            <a:custGeom>
              <a:avLst/>
              <a:gdLst>
                <a:gd name="T0" fmla="*/ 0 w 41"/>
                <a:gd name="T1" fmla="*/ 0 h 53"/>
                <a:gd name="T2" fmla="*/ 0 w 41"/>
                <a:gd name="T3" fmla="*/ 0 h 53"/>
                <a:gd name="T4" fmla="*/ 39 w 41"/>
                <a:gd name="T5" fmla="*/ 17 h 53"/>
                <a:gd name="T6" fmla="*/ 39 w 41"/>
                <a:gd name="T7" fmla="*/ 17 h 53"/>
                <a:gd name="T8" fmla="*/ 39 w 41"/>
                <a:gd name="T9" fmla="*/ 19 h 53"/>
                <a:gd name="T10" fmla="*/ 41 w 41"/>
                <a:gd name="T11" fmla="*/ 19 h 53"/>
                <a:gd name="T12" fmla="*/ 41 w 41"/>
                <a:gd name="T13" fmla="*/ 19 h 53"/>
                <a:gd name="T14" fmla="*/ 41 w 41"/>
                <a:gd name="T15" fmla="*/ 48 h 53"/>
                <a:gd name="T16" fmla="*/ 41 w 41"/>
                <a:gd name="T17" fmla="*/ 48 h 53"/>
                <a:gd name="T18" fmla="*/ 39 w 41"/>
                <a:gd name="T19" fmla="*/ 50 h 53"/>
                <a:gd name="T20" fmla="*/ 39 w 41"/>
                <a:gd name="T21" fmla="*/ 53 h 53"/>
                <a:gd name="T22" fmla="*/ 39 w 41"/>
                <a:gd name="T23" fmla="*/ 53 h 53"/>
                <a:gd name="T24" fmla="*/ 0 w 41"/>
                <a:gd name="T25" fmla="*/ 41 h 53"/>
                <a:gd name="T26" fmla="*/ 0 w 41"/>
                <a:gd name="T27" fmla="*/ 41 h 53"/>
                <a:gd name="T28" fmla="*/ 0 w 41"/>
                <a:gd name="T29" fmla="*/ 38 h 53"/>
                <a:gd name="T30" fmla="*/ 0 w 41"/>
                <a:gd name="T31" fmla="*/ 34 h 53"/>
                <a:gd name="T32" fmla="*/ 0 w 41"/>
                <a:gd name="T33" fmla="*/ 34 h 53"/>
                <a:gd name="T34" fmla="*/ 0 w 41"/>
                <a:gd name="T35" fmla="*/ 3 h 53"/>
                <a:gd name="T36" fmla="*/ 0 w 41"/>
                <a:gd name="T37" fmla="*/ 3 h 53"/>
                <a:gd name="T38" fmla="*/ 0 w 41"/>
                <a:gd name="T39" fmla="*/ 0 h 53"/>
                <a:gd name="T40" fmla="*/ 0 w 41"/>
                <a:gd name="T41" fmla="*/ 0 h 53"/>
                <a:gd name="T42" fmla="*/ 0 w 41"/>
                <a:gd name="T43" fmla="*/ 0 h 53"/>
                <a:gd name="T44" fmla="*/ 0 w 41"/>
                <a:gd name="T45" fmla="*/ 0 h 53"/>
                <a:gd name="T46" fmla="*/ 0 w 41"/>
                <a:gd name="T4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53">
                  <a:moveTo>
                    <a:pt x="0" y="0"/>
                  </a:moveTo>
                  <a:lnTo>
                    <a:pt x="0" y="0"/>
                  </a:lnTo>
                  <a:lnTo>
                    <a:pt x="39" y="17"/>
                  </a:lnTo>
                  <a:lnTo>
                    <a:pt x="39" y="17"/>
                  </a:lnTo>
                  <a:lnTo>
                    <a:pt x="39" y="19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1" y="48"/>
                  </a:lnTo>
                  <a:lnTo>
                    <a:pt x="41" y="48"/>
                  </a:lnTo>
                  <a:lnTo>
                    <a:pt x="39" y="50"/>
                  </a:lnTo>
                  <a:lnTo>
                    <a:pt x="39" y="53"/>
                  </a:lnTo>
                  <a:lnTo>
                    <a:pt x="39" y="53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2" name="Freeform 225"/>
            <p:cNvSpPr>
              <a:spLocks/>
            </p:cNvSpPr>
            <p:nvPr/>
          </p:nvSpPr>
          <p:spPr bwMode="auto">
            <a:xfrm>
              <a:off x="3984" y="2627"/>
              <a:ext cx="41" cy="45"/>
            </a:xfrm>
            <a:custGeom>
              <a:avLst/>
              <a:gdLst>
                <a:gd name="T0" fmla="*/ 0 w 41"/>
                <a:gd name="T1" fmla="*/ 0 h 45"/>
                <a:gd name="T2" fmla="*/ 0 w 41"/>
                <a:gd name="T3" fmla="*/ 0 h 45"/>
                <a:gd name="T4" fmla="*/ 39 w 41"/>
                <a:gd name="T5" fmla="*/ 9 h 45"/>
                <a:gd name="T6" fmla="*/ 39 w 41"/>
                <a:gd name="T7" fmla="*/ 9 h 45"/>
                <a:gd name="T8" fmla="*/ 39 w 41"/>
                <a:gd name="T9" fmla="*/ 12 h 45"/>
                <a:gd name="T10" fmla="*/ 41 w 41"/>
                <a:gd name="T11" fmla="*/ 14 h 45"/>
                <a:gd name="T12" fmla="*/ 41 w 41"/>
                <a:gd name="T13" fmla="*/ 14 h 45"/>
                <a:gd name="T14" fmla="*/ 39 w 41"/>
                <a:gd name="T15" fmla="*/ 43 h 45"/>
                <a:gd name="T16" fmla="*/ 39 w 41"/>
                <a:gd name="T17" fmla="*/ 43 h 45"/>
                <a:gd name="T18" fmla="*/ 39 w 41"/>
                <a:gd name="T19" fmla="*/ 45 h 45"/>
                <a:gd name="T20" fmla="*/ 39 w 41"/>
                <a:gd name="T21" fmla="*/ 45 h 45"/>
                <a:gd name="T22" fmla="*/ 39 w 41"/>
                <a:gd name="T23" fmla="*/ 45 h 45"/>
                <a:gd name="T24" fmla="*/ 0 w 41"/>
                <a:gd name="T25" fmla="*/ 38 h 45"/>
                <a:gd name="T26" fmla="*/ 0 w 41"/>
                <a:gd name="T27" fmla="*/ 38 h 45"/>
                <a:gd name="T28" fmla="*/ 0 w 41"/>
                <a:gd name="T29" fmla="*/ 38 h 45"/>
                <a:gd name="T30" fmla="*/ 0 w 41"/>
                <a:gd name="T31" fmla="*/ 33 h 45"/>
                <a:gd name="T32" fmla="*/ 0 w 41"/>
                <a:gd name="T33" fmla="*/ 33 h 45"/>
                <a:gd name="T34" fmla="*/ 0 w 41"/>
                <a:gd name="T35" fmla="*/ 2 h 45"/>
                <a:gd name="T36" fmla="*/ 0 w 41"/>
                <a:gd name="T37" fmla="*/ 2 h 45"/>
                <a:gd name="T38" fmla="*/ 0 w 41"/>
                <a:gd name="T39" fmla="*/ 0 h 45"/>
                <a:gd name="T40" fmla="*/ 0 w 41"/>
                <a:gd name="T41" fmla="*/ 0 h 45"/>
                <a:gd name="T42" fmla="*/ 0 w 41"/>
                <a:gd name="T43" fmla="*/ 0 h 45"/>
                <a:gd name="T44" fmla="*/ 0 w 41"/>
                <a:gd name="T45" fmla="*/ 0 h 45"/>
                <a:gd name="T46" fmla="*/ 0 w 41"/>
                <a:gd name="T4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45">
                  <a:moveTo>
                    <a:pt x="0" y="0"/>
                  </a:moveTo>
                  <a:lnTo>
                    <a:pt x="0" y="0"/>
                  </a:lnTo>
                  <a:lnTo>
                    <a:pt x="39" y="9"/>
                  </a:lnTo>
                  <a:lnTo>
                    <a:pt x="39" y="9"/>
                  </a:lnTo>
                  <a:lnTo>
                    <a:pt x="39" y="12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39" y="43"/>
                  </a:lnTo>
                  <a:lnTo>
                    <a:pt x="39" y="43"/>
                  </a:lnTo>
                  <a:lnTo>
                    <a:pt x="39" y="45"/>
                  </a:lnTo>
                  <a:lnTo>
                    <a:pt x="39" y="45"/>
                  </a:lnTo>
                  <a:lnTo>
                    <a:pt x="39" y="45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3" name="Freeform 226"/>
            <p:cNvSpPr>
              <a:spLocks/>
            </p:cNvSpPr>
            <p:nvPr/>
          </p:nvSpPr>
          <p:spPr bwMode="auto">
            <a:xfrm>
              <a:off x="3984" y="2680"/>
              <a:ext cx="41" cy="33"/>
            </a:xfrm>
            <a:custGeom>
              <a:avLst/>
              <a:gdLst>
                <a:gd name="T0" fmla="*/ 3 w 41"/>
                <a:gd name="T1" fmla="*/ 0 h 33"/>
                <a:gd name="T2" fmla="*/ 3 w 41"/>
                <a:gd name="T3" fmla="*/ 0 h 33"/>
                <a:gd name="T4" fmla="*/ 39 w 41"/>
                <a:gd name="T5" fmla="*/ 2 h 33"/>
                <a:gd name="T6" fmla="*/ 39 w 41"/>
                <a:gd name="T7" fmla="*/ 2 h 33"/>
                <a:gd name="T8" fmla="*/ 41 w 41"/>
                <a:gd name="T9" fmla="*/ 4 h 33"/>
                <a:gd name="T10" fmla="*/ 41 w 41"/>
                <a:gd name="T11" fmla="*/ 7 h 33"/>
                <a:gd name="T12" fmla="*/ 41 w 41"/>
                <a:gd name="T13" fmla="*/ 7 h 33"/>
                <a:gd name="T14" fmla="*/ 41 w 41"/>
                <a:gd name="T15" fmla="*/ 31 h 33"/>
                <a:gd name="T16" fmla="*/ 41 w 41"/>
                <a:gd name="T17" fmla="*/ 31 h 33"/>
                <a:gd name="T18" fmla="*/ 41 w 41"/>
                <a:gd name="T19" fmla="*/ 33 h 33"/>
                <a:gd name="T20" fmla="*/ 39 w 41"/>
                <a:gd name="T21" fmla="*/ 33 h 33"/>
                <a:gd name="T22" fmla="*/ 39 w 41"/>
                <a:gd name="T23" fmla="*/ 33 h 33"/>
                <a:gd name="T24" fmla="*/ 3 w 41"/>
                <a:gd name="T25" fmla="*/ 33 h 33"/>
                <a:gd name="T26" fmla="*/ 3 w 41"/>
                <a:gd name="T27" fmla="*/ 33 h 33"/>
                <a:gd name="T28" fmla="*/ 0 w 41"/>
                <a:gd name="T29" fmla="*/ 33 h 33"/>
                <a:gd name="T30" fmla="*/ 0 w 41"/>
                <a:gd name="T31" fmla="*/ 31 h 33"/>
                <a:gd name="T32" fmla="*/ 0 w 41"/>
                <a:gd name="T33" fmla="*/ 31 h 33"/>
                <a:gd name="T34" fmla="*/ 0 w 41"/>
                <a:gd name="T35" fmla="*/ 2 h 33"/>
                <a:gd name="T36" fmla="*/ 0 w 41"/>
                <a:gd name="T37" fmla="*/ 2 h 33"/>
                <a:gd name="T38" fmla="*/ 0 w 41"/>
                <a:gd name="T39" fmla="*/ 0 h 33"/>
                <a:gd name="T40" fmla="*/ 3 w 41"/>
                <a:gd name="T41" fmla="*/ 0 h 33"/>
                <a:gd name="T42" fmla="*/ 3 w 41"/>
                <a:gd name="T43" fmla="*/ 0 h 33"/>
                <a:gd name="T44" fmla="*/ 3 w 41"/>
                <a:gd name="T45" fmla="*/ 0 h 33"/>
                <a:gd name="T46" fmla="*/ 3 w 41"/>
                <a:gd name="T4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3">
                  <a:moveTo>
                    <a:pt x="3" y="0"/>
                  </a:moveTo>
                  <a:lnTo>
                    <a:pt x="3" y="0"/>
                  </a:lnTo>
                  <a:lnTo>
                    <a:pt x="39" y="2"/>
                  </a:lnTo>
                  <a:lnTo>
                    <a:pt x="39" y="2"/>
                  </a:lnTo>
                  <a:lnTo>
                    <a:pt x="41" y="4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1" y="31"/>
                  </a:lnTo>
                  <a:lnTo>
                    <a:pt x="41" y="31"/>
                  </a:lnTo>
                  <a:lnTo>
                    <a:pt x="41" y="33"/>
                  </a:lnTo>
                  <a:lnTo>
                    <a:pt x="39" y="33"/>
                  </a:lnTo>
                  <a:lnTo>
                    <a:pt x="39" y="33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0" y="33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4" name="Freeform 227"/>
            <p:cNvSpPr>
              <a:spLocks/>
            </p:cNvSpPr>
            <p:nvPr/>
          </p:nvSpPr>
          <p:spPr bwMode="auto">
            <a:xfrm>
              <a:off x="3984" y="2725"/>
              <a:ext cx="41" cy="41"/>
            </a:xfrm>
            <a:custGeom>
              <a:avLst/>
              <a:gdLst>
                <a:gd name="T0" fmla="*/ 0 w 41"/>
                <a:gd name="T1" fmla="*/ 3 h 41"/>
                <a:gd name="T2" fmla="*/ 0 w 41"/>
                <a:gd name="T3" fmla="*/ 3 h 41"/>
                <a:gd name="T4" fmla="*/ 39 w 41"/>
                <a:gd name="T5" fmla="*/ 0 h 41"/>
                <a:gd name="T6" fmla="*/ 39 w 41"/>
                <a:gd name="T7" fmla="*/ 0 h 41"/>
                <a:gd name="T8" fmla="*/ 41 w 41"/>
                <a:gd name="T9" fmla="*/ 3 h 41"/>
                <a:gd name="T10" fmla="*/ 41 w 41"/>
                <a:gd name="T11" fmla="*/ 5 h 41"/>
                <a:gd name="T12" fmla="*/ 41 w 41"/>
                <a:gd name="T13" fmla="*/ 5 h 41"/>
                <a:gd name="T14" fmla="*/ 41 w 41"/>
                <a:gd name="T15" fmla="*/ 31 h 41"/>
                <a:gd name="T16" fmla="*/ 41 w 41"/>
                <a:gd name="T17" fmla="*/ 31 h 41"/>
                <a:gd name="T18" fmla="*/ 41 w 41"/>
                <a:gd name="T19" fmla="*/ 34 h 41"/>
                <a:gd name="T20" fmla="*/ 39 w 41"/>
                <a:gd name="T21" fmla="*/ 36 h 41"/>
                <a:gd name="T22" fmla="*/ 39 w 41"/>
                <a:gd name="T23" fmla="*/ 36 h 41"/>
                <a:gd name="T24" fmla="*/ 0 w 41"/>
                <a:gd name="T25" fmla="*/ 41 h 41"/>
                <a:gd name="T26" fmla="*/ 0 w 41"/>
                <a:gd name="T27" fmla="*/ 41 h 41"/>
                <a:gd name="T28" fmla="*/ 0 w 41"/>
                <a:gd name="T29" fmla="*/ 41 h 41"/>
                <a:gd name="T30" fmla="*/ 0 w 41"/>
                <a:gd name="T31" fmla="*/ 39 h 41"/>
                <a:gd name="T32" fmla="*/ 0 w 41"/>
                <a:gd name="T33" fmla="*/ 39 h 41"/>
                <a:gd name="T34" fmla="*/ 0 w 41"/>
                <a:gd name="T35" fmla="*/ 7 h 41"/>
                <a:gd name="T36" fmla="*/ 0 w 41"/>
                <a:gd name="T37" fmla="*/ 7 h 41"/>
                <a:gd name="T38" fmla="*/ 0 w 41"/>
                <a:gd name="T39" fmla="*/ 3 h 41"/>
                <a:gd name="T40" fmla="*/ 0 w 41"/>
                <a:gd name="T41" fmla="*/ 3 h 41"/>
                <a:gd name="T42" fmla="*/ 0 w 41"/>
                <a:gd name="T43" fmla="*/ 3 h 41"/>
                <a:gd name="T44" fmla="*/ 0 w 41"/>
                <a:gd name="T45" fmla="*/ 3 h 41"/>
                <a:gd name="T46" fmla="*/ 0 w 41"/>
                <a:gd name="T47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41">
                  <a:moveTo>
                    <a:pt x="0" y="3"/>
                  </a:moveTo>
                  <a:lnTo>
                    <a:pt x="0" y="3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41" y="3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31"/>
                  </a:lnTo>
                  <a:lnTo>
                    <a:pt x="41" y="31"/>
                  </a:lnTo>
                  <a:lnTo>
                    <a:pt x="41" y="34"/>
                  </a:lnTo>
                  <a:lnTo>
                    <a:pt x="39" y="36"/>
                  </a:lnTo>
                  <a:lnTo>
                    <a:pt x="39" y="36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5" name="Freeform 228"/>
            <p:cNvSpPr>
              <a:spLocks/>
            </p:cNvSpPr>
            <p:nvPr/>
          </p:nvSpPr>
          <p:spPr bwMode="auto">
            <a:xfrm>
              <a:off x="3984" y="2778"/>
              <a:ext cx="41" cy="24"/>
            </a:xfrm>
            <a:custGeom>
              <a:avLst/>
              <a:gdLst>
                <a:gd name="T0" fmla="*/ 0 w 41"/>
                <a:gd name="T1" fmla="*/ 9 h 24"/>
                <a:gd name="T2" fmla="*/ 0 w 41"/>
                <a:gd name="T3" fmla="*/ 9 h 24"/>
                <a:gd name="T4" fmla="*/ 39 w 41"/>
                <a:gd name="T5" fmla="*/ 0 h 24"/>
                <a:gd name="T6" fmla="*/ 39 w 41"/>
                <a:gd name="T7" fmla="*/ 0 h 24"/>
                <a:gd name="T8" fmla="*/ 41 w 41"/>
                <a:gd name="T9" fmla="*/ 0 h 24"/>
                <a:gd name="T10" fmla="*/ 41 w 41"/>
                <a:gd name="T11" fmla="*/ 2 h 24"/>
                <a:gd name="T12" fmla="*/ 41 w 41"/>
                <a:gd name="T13" fmla="*/ 2 h 24"/>
                <a:gd name="T14" fmla="*/ 41 w 41"/>
                <a:gd name="T15" fmla="*/ 7 h 24"/>
                <a:gd name="T16" fmla="*/ 41 w 41"/>
                <a:gd name="T17" fmla="*/ 7 h 24"/>
                <a:gd name="T18" fmla="*/ 41 w 41"/>
                <a:gd name="T19" fmla="*/ 9 h 24"/>
                <a:gd name="T20" fmla="*/ 39 w 41"/>
                <a:gd name="T21" fmla="*/ 12 h 24"/>
                <a:gd name="T22" fmla="*/ 39 w 41"/>
                <a:gd name="T23" fmla="*/ 12 h 24"/>
                <a:gd name="T24" fmla="*/ 0 w 41"/>
                <a:gd name="T25" fmla="*/ 24 h 24"/>
                <a:gd name="T26" fmla="*/ 0 w 41"/>
                <a:gd name="T27" fmla="*/ 24 h 24"/>
                <a:gd name="T28" fmla="*/ 0 w 41"/>
                <a:gd name="T29" fmla="*/ 21 h 24"/>
                <a:gd name="T30" fmla="*/ 0 w 41"/>
                <a:gd name="T31" fmla="*/ 17 h 24"/>
                <a:gd name="T32" fmla="*/ 0 w 41"/>
                <a:gd name="T33" fmla="*/ 17 h 24"/>
                <a:gd name="T34" fmla="*/ 0 w 41"/>
                <a:gd name="T35" fmla="*/ 14 h 24"/>
                <a:gd name="T36" fmla="*/ 0 w 41"/>
                <a:gd name="T37" fmla="*/ 14 h 24"/>
                <a:gd name="T38" fmla="*/ 0 w 41"/>
                <a:gd name="T39" fmla="*/ 12 h 24"/>
                <a:gd name="T40" fmla="*/ 0 w 41"/>
                <a:gd name="T41" fmla="*/ 9 h 24"/>
                <a:gd name="T42" fmla="*/ 0 w 41"/>
                <a:gd name="T43" fmla="*/ 9 h 24"/>
                <a:gd name="T44" fmla="*/ 0 w 41"/>
                <a:gd name="T45" fmla="*/ 9 h 24"/>
                <a:gd name="T46" fmla="*/ 0 w 41"/>
                <a:gd name="T47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4">
                  <a:moveTo>
                    <a:pt x="0" y="9"/>
                  </a:moveTo>
                  <a:lnTo>
                    <a:pt x="0" y="9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1" y="9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6" name="Freeform 229"/>
            <p:cNvSpPr>
              <a:spLocks/>
            </p:cNvSpPr>
            <p:nvPr/>
          </p:nvSpPr>
          <p:spPr bwMode="auto">
            <a:xfrm>
              <a:off x="3984" y="2795"/>
              <a:ext cx="41" cy="24"/>
            </a:xfrm>
            <a:custGeom>
              <a:avLst/>
              <a:gdLst>
                <a:gd name="T0" fmla="*/ 0 w 41"/>
                <a:gd name="T1" fmla="*/ 12 h 24"/>
                <a:gd name="T2" fmla="*/ 0 w 41"/>
                <a:gd name="T3" fmla="*/ 12 h 24"/>
                <a:gd name="T4" fmla="*/ 39 w 41"/>
                <a:gd name="T5" fmla="*/ 0 h 24"/>
                <a:gd name="T6" fmla="*/ 39 w 41"/>
                <a:gd name="T7" fmla="*/ 0 h 24"/>
                <a:gd name="T8" fmla="*/ 41 w 41"/>
                <a:gd name="T9" fmla="*/ 2 h 24"/>
                <a:gd name="T10" fmla="*/ 41 w 41"/>
                <a:gd name="T11" fmla="*/ 4 h 24"/>
                <a:gd name="T12" fmla="*/ 41 w 41"/>
                <a:gd name="T13" fmla="*/ 4 h 24"/>
                <a:gd name="T14" fmla="*/ 41 w 41"/>
                <a:gd name="T15" fmla="*/ 7 h 24"/>
                <a:gd name="T16" fmla="*/ 41 w 41"/>
                <a:gd name="T17" fmla="*/ 7 h 24"/>
                <a:gd name="T18" fmla="*/ 41 w 41"/>
                <a:gd name="T19" fmla="*/ 9 h 24"/>
                <a:gd name="T20" fmla="*/ 39 w 41"/>
                <a:gd name="T21" fmla="*/ 12 h 24"/>
                <a:gd name="T22" fmla="*/ 39 w 41"/>
                <a:gd name="T23" fmla="*/ 12 h 24"/>
                <a:gd name="T24" fmla="*/ 0 w 41"/>
                <a:gd name="T25" fmla="*/ 24 h 24"/>
                <a:gd name="T26" fmla="*/ 0 w 41"/>
                <a:gd name="T27" fmla="*/ 24 h 24"/>
                <a:gd name="T28" fmla="*/ 0 w 41"/>
                <a:gd name="T29" fmla="*/ 24 h 24"/>
                <a:gd name="T30" fmla="*/ 0 w 41"/>
                <a:gd name="T31" fmla="*/ 19 h 24"/>
                <a:gd name="T32" fmla="*/ 0 w 41"/>
                <a:gd name="T33" fmla="*/ 19 h 24"/>
                <a:gd name="T34" fmla="*/ 0 w 41"/>
                <a:gd name="T35" fmla="*/ 16 h 24"/>
                <a:gd name="T36" fmla="*/ 0 w 41"/>
                <a:gd name="T37" fmla="*/ 16 h 24"/>
                <a:gd name="T38" fmla="*/ 0 w 41"/>
                <a:gd name="T39" fmla="*/ 14 h 24"/>
                <a:gd name="T40" fmla="*/ 0 w 41"/>
                <a:gd name="T41" fmla="*/ 12 h 24"/>
                <a:gd name="T42" fmla="*/ 0 w 41"/>
                <a:gd name="T43" fmla="*/ 12 h 24"/>
                <a:gd name="T44" fmla="*/ 0 w 41"/>
                <a:gd name="T45" fmla="*/ 12 h 24"/>
                <a:gd name="T46" fmla="*/ 0 w 41"/>
                <a:gd name="T4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4">
                  <a:moveTo>
                    <a:pt x="0" y="12"/>
                  </a:moveTo>
                  <a:lnTo>
                    <a:pt x="0" y="12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41" y="2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1" y="9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7" name="Freeform 230"/>
            <p:cNvSpPr>
              <a:spLocks/>
            </p:cNvSpPr>
            <p:nvPr/>
          </p:nvSpPr>
          <p:spPr bwMode="auto">
            <a:xfrm>
              <a:off x="4042" y="2579"/>
              <a:ext cx="57" cy="240"/>
            </a:xfrm>
            <a:custGeom>
              <a:avLst/>
              <a:gdLst>
                <a:gd name="T0" fmla="*/ 5 w 57"/>
                <a:gd name="T1" fmla="*/ 2 h 240"/>
                <a:gd name="T2" fmla="*/ 5 w 57"/>
                <a:gd name="T3" fmla="*/ 2 h 240"/>
                <a:gd name="T4" fmla="*/ 55 w 57"/>
                <a:gd name="T5" fmla="*/ 29 h 240"/>
                <a:gd name="T6" fmla="*/ 55 w 57"/>
                <a:gd name="T7" fmla="*/ 29 h 240"/>
                <a:gd name="T8" fmla="*/ 57 w 57"/>
                <a:gd name="T9" fmla="*/ 29 h 240"/>
                <a:gd name="T10" fmla="*/ 57 w 57"/>
                <a:gd name="T11" fmla="*/ 33 h 240"/>
                <a:gd name="T12" fmla="*/ 57 w 57"/>
                <a:gd name="T13" fmla="*/ 33 h 240"/>
                <a:gd name="T14" fmla="*/ 57 w 57"/>
                <a:gd name="T15" fmla="*/ 125 h 240"/>
                <a:gd name="T16" fmla="*/ 57 w 57"/>
                <a:gd name="T17" fmla="*/ 125 h 240"/>
                <a:gd name="T18" fmla="*/ 57 w 57"/>
                <a:gd name="T19" fmla="*/ 213 h 240"/>
                <a:gd name="T20" fmla="*/ 57 w 57"/>
                <a:gd name="T21" fmla="*/ 213 h 240"/>
                <a:gd name="T22" fmla="*/ 57 w 57"/>
                <a:gd name="T23" fmla="*/ 218 h 240"/>
                <a:gd name="T24" fmla="*/ 55 w 57"/>
                <a:gd name="T25" fmla="*/ 218 h 240"/>
                <a:gd name="T26" fmla="*/ 55 w 57"/>
                <a:gd name="T27" fmla="*/ 220 h 240"/>
                <a:gd name="T28" fmla="*/ 55 w 57"/>
                <a:gd name="T29" fmla="*/ 220 h 240"/>
                <a:gd name="T30" fmla="*/ 2 w 57"/>
                <a:gd name="T31" fmla="*/ 240 h 240"/>
                <a:gd name="T32" fmla="*/ 2 w 57"/>
                <a:gd name="T33" fmla="*/ 240 h 240"/>
                <a:gd name="T34" fmla="*/ 2 w 57"/>
                <a:gd name="T35" fmla="*/ 240 h 240"/>
                <a:gd name="T36" fmla="*/ 0 w 57"/>
                <a:gd name="T37" fmla="*/ 237 h 240"/>
                <a:gd name="T38" fmla="*/ 0 w 57"/>
                <a:gd name="T39" fmla="*/ 235 h 240"/>
                <a:gd name="T40" fmla="*/ 0 w 57"/>
                <a:gd name="T41" fmla="*/ 232 h 240"/>
                <a:gd name="T42" fmla="*/ 0 w 57"/>
                <a:gd name="T43" fmla="*/ 232 h 240"/>
                <a:gd name="T44" fmla="*/ 0 w 57"/>
                <a:gd name="T45" fmla="*/ 120 h 240"/>
                <a:gd name="T46" fmla="*/ 0 w 57"/>
                <a:gd name="T47" fmla="*/ 120 h 240"/>
                <a:gd name="T48" fmla="*/ 0 w 57"/>
                <a:gd name="T49" fmla="*/ 5 h 240"/>
                <a:gd name="T50" fmla="*/ 0 w 57"/>
                <a:gd name="T51" fmla="*/ 5 h 240"/>
                <a:gd name="T52" fmla="*/ 0 w 57"/>
                <a:gd name="T53" fmla="*/ 5 h 240"/>
                <a:gd name="T54" fmla="*/ 2 w 57"/>
                <a:gd name="T55" fmla="*/ 2 h 240"/>
                <a:gd name="T56" fmla="*/ 2 w 57"/>
                <a:gd name="T57" fmla="*/ 0 h 240"/>
                <a:gd name="T58" fmla="*/ 5 w 57"/>
                <a:gd name="T59" fmla="*/ 2 h 240"/>
                <a:gd name="T60" fmla="*/ 5 w 57"/>
                <a:gd name="T61" fmla="*/ 2 h 240"/>
                <a:gd name="T62" fmla="*/ 5 w 57"/>
                <a:gd name="T63" fmla="*/ 2 h 240"/>
                <a:gd name="T64" fmla="*/ 5 w 57"/>
                <a:gd name="T65" fmla="*/ 2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7" h="240">
                  <a:moveTo>
                    <a:pt x="5" y="2"/>
                  </a:moveTo>
                  <a:lnTo>
                    <a:pt x="5" y="2"/>
                  </a:lnTo>
                  <a:lnTo>
                    <a:pt x="55" y="29"/>
                  </a:lnTo>
                  <a:lnTo>
                    <a:pt x="55" y="29"/>
                  </a:lnTo>
                  <a:lnTo>
                    <a:pt x="57" y="29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57" y="125"/>
                  </a:lnTo>
                  <a:lnTo>
                    <a:pt x="57" y="125"/>
                  </a:lnTo>
                  <a:lnTo>
                    <a:pt x="57" y="213"/>
                  </a:lnTo>
                  <a:lnTo>
                    <a:pt x="57" y="213"/>
                  </a:lnTo>
                  <a:lnTo>
                    <a:pt x="57" y="218"/>
                  </a:lnTo>
                  <a:lnTo>
                    <a:pt x="55" y="218"/>
                  </a:lnTo>
                  <a:lnTo>
                    <a:pt x="55" y="220"/>
                  </a:lnTo>
                  <a:lnTo>
                    <a:pt x="55" y="220"/>
                  </a:lnTo>
                  <a:lnTo>
                    <a:pt x="2" y="240"/>
                  </a:lnTo>
                  <a:lnTo>
                    <a:pt x="2" y="240"/>
                  </a:lnTo>
                  <a:lnTo>
                    <a:pt x="2" y="240"/>
                  </a:lnTo>
                  <a:lnTo>
                    <a:pt x="0" y="237"/>
                  </a:lnTo>
                  <a:lnTo>
                    <a:pt x="0" y="235"/>
                  </a:lnTo>
                  <a:lnTo>
                    <a:pt x="0" y="232"/>
                  </a:lnTo>
                  <a:lnTo>
                    <a:pt x="0" y="2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2"/>
                  </a:lnTo>
                  <a:lnTo>
                    <a:pt x="2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8" name="Freeform 231"/>
            <p:cNvSpPr>
              <a:spLocks/>
            </p:cNvSpPr>
            <p:nvPr/>
          </p:nvSpPr>
          <p:spPr bwMode="auto">
            <a:xfrm>
              <a:off x="4047" y="2603"/>
              <a:ext cx="40" cy="41"/>
            </a:xfrm>
            <a:custGeom>
              <a:avLst/>
              <a:gdLst>
                <a:gd name="T0" fmla="*/ 2 w 40"/>
                <a:gd name="T1" fmla="*/ 0 h 41"/>
                <a:gd name="T2" fmla="*/ 2 w 40"/>
                <a:gd name="T3" fmla="*/ 0 h 41"/>
                <a:gd name="T4" fmla="*/ 40 w 40"/>
                <a:gd name="T5" fmla="*/ 14 h 41"/>
                <a:gd name="T6" fmla="*/ 40 w 40"/>
                <a:gd name="T7" fmla="*/ 14 h 41"/>
                <a:gd name="T8" fmla="*/ 40 w 40"/>
                <a:gd name="T9" fmla="*/ 17 h 41"/>
                <a:gd name="T10" fmla="*/ 40 w 40"/>
                <a:gd name="T11" fmla="*/ 19 h 41"/>
                <a:gd name="T12" fmla="*/ 40 w 40"/>
                <a:gd name="T13" fmla="*/ 19 h 41"/>
                <a:gd name="T14" fmla="*/ 40 w 40"/>
                <a:gd name="T15" fmla="*/ 38 h 41"/>
                <a:gd name="T16" fmla="*/ 40 w 40"/>
                <a:gd name="T17" fmla="*/ 38 h 41"/>
                <a:gd name="T18" fmla="*/ 40 w 40"/>
                <a:gd name="T19" fmla="*/ 38 h 41"/>
                <a:gd name="T20" fmla="*/ 40 w 40"/>
                <a:gd name="T21" fmla="*/ 41 h 41"/>
                <a:gd name="T22" fmla="*/ 40 w 40"/>
                <a:gd name="T23" fmla="*/ 41 h 41"/>
                <a:gd name="T24" fmla="*/ 2 w 40"/>
                <a:gd name="T25" fmla="*/ 29 h 41"/>
                <a:gd name="T26" fmla="*/ 2 w 40"/>
                <a:gd name="T27" fmla="*/ 29 h 41"/>
                <a:gd name="T28" fmla="*/ 2 w 40"/>
                <a:gd name="T29" fmla="*/ 29 h 41"/>
                <a:gd name="T30" fmla="*/ 0 w 40"/>
                <a:gd name="T31" fmla="*/ 26 h 41"/>
                <a:gd name="T32" fmla="*/ 0 w 40"/>
                <a:gd name="T33" fmla="*/ 26 h 41"/>
                <a:gd name="T34" fmla="*/ 0 w 40"/>
                <a:gd name="T35" fmla="*/ 2 h 41"/>
                <a:gd name="T36" fmla="*/ 0 w 40"/>
                <a:gd name="T37" fmla="*/ 2 h 41"/>
                <a:gd name="T38" fmla="*/ 2 w 40"/>
                <a:gd name="T39" fmla="*/ 0 h 41"/>
                <a:gd name="T40" fmla="*/ 2 w 40"/>
                <a:gd name="T41" fmla="*/ 0 h 41"/>
                <a:gd name="T42" fmla="*/ 2 w 40"/>
                <a:gd name="T43" fmla="*/ 0 h 41"/>
                <a:gd name="T44" fmla="*/ 2 w 40"/>
                <a:gd name="T45" fmla="*/ 0 h 41"/>
                <a:gd name="T46" fmla="*/ 2 w 40"/>
                <a:gd name="T4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41">
                  <a:moveTo>
                    <a:pt x="2" y="0"/>
                  </a:moveTo>
                  <a:lnTo>
                    <a:pt x="2" y="0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7"/>
                  </a:lnTo>
                  <a:lnTo>
                    <a:pt x="40" y="19"/>
                  </a:lnTo>
                  <a:lnTo>
                    <a:pt x="40" y="19"/>
                  </a:lnTo>
                  <a:lnTo>
                    <a:pt x="40" y="38"/>
                  </a:lnTo>
                  <a:lnTo>
                    <a:pt x="40" y="38"/>
                  </a:lnTo>
                  <a:lnTo>
                    <a:pt x="40" y="38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9" name="Freeform 232"/>
            <p:cNvSpPr>
              <a:spLocks/>
            </p:cNvSpPr>
            <p:nvPr/>
          </p:nvSpPr>
          <p:spPr bwMode="auto">
            <a:xfrm>
              <a:off x="4047" y="2644"/>
              <a:ext cx="40" cy="36"/>
            </a:xfrm>
            <a:custGeom>
              <a:avLst/>
              <a:gdLst>
                <a:gd name="T0" fmla="*/ 2 w 40"/>
                <a:gd name="T1" fmla="*/ 0 h 36"/>
                <a:gd name="T2" fmla="*/ 2 w 40"/>
                <a:gd name="T3" fmla="*/ 0 h 36"/>
                <a:gd name="T4" fmla="*/ 40 w 40"/>
                <a:gd name="T5" fmla="*/ 9 h 36"/>
                <a:gd name="T6" fmla="*/ 40 w 40"/>
                <a:gd name="T7" fmla="*/ 9 h 36"/>
                <a:gd name="T8" fmla="*/ 40 w 40"/>
                <a:gd name="T9" fmla="*/ 12 h 36"/>
                <a:gd name="T10" fmla="*/ 40 w 40"/>
                <a:gd name="T11" fmla="*/ 12 h 36"/>
                <a:gd name="T12" fmla="*/ 40 w 40"/>
                <a:gd name="T13" fmla="*/ 12 h 36"/>
                <a:gd name="T14" fmla="*/ 40 w 40"/>
                <a:gd name="T15" fmla="*/ 33 h 36"/>
                <a:gd name="T16" fmla="*/ 40 w 40"/>
                <a:gd name="T17" fmla="*/ 33 h 36"/>
                <a:gd name="T18" fmla="*/ 40 w 40"/>
                <a:gd name="T19" fmla="*/ 33 h 36"/>
                <a:gd name="T20" fmla="*/ 40 w 40"/>
                <a:gd name="T21" fmla="*/ 36 h 36"/>
                <a:gd name="T22" fmla="*/ 40 w 40"/>
                <a:gd name="T23" fmla="*/ 36 h 36"/>
                <a:gd name="T24" fmla="*/ 2 w 40"/>
                <a:gd name="T25" fmla="*/ 28 h 36"/>
                <a:gd name="T26" fmla="*/ 2 w 40"/>
                <a:gd name="T27" fmla="*/ 28 h 36"/>
                <a:gd name="T28" fmla="*/ 2 w 40"/>
                <a:gd name="T29" fmla="*/ 28 h 36"/>
                <a:gd name="T30" fmla="*/ 0 w 40"/>
                <a:gd name="T31" fmla="*/ 26 h 36"/>
                <a:gd name="T32" fmla="*/ 0 w 40"/>
                <a:gd name="T33" fmla="*/ 26 h 36"/>
                <a:gd name="T34" fmla="*/ 0 w 40"/>
                <a:gd name="T35" fmla="*/ 4 h 36"/>
                <a:gd name="T36" fmla="*/ 0 w 40"/>
                <a:gd name="T37" fmla="*/ 4 h 36"/>
                <a:gd name="T38" fmla="*/ 2 w 40"/>
                <a:gd name="T39" fmla="*/ 2 h 36"/>
                <a:gd name="T40" fmla="*/ 2 w 40"/>
                <a:gd name="T41" fmla="*/ 0 h 36"/>
                <a:gd name="T42" fmla="*/ 2 w 40"/>
                <a:gd name="T43" fmla="*/ 0 h 36"/>
                <a:gd name="T44" fmla="*/ 2 w 40"/>
                <a:gd name="T45" fmla="*/ 0 h 36"/>
                <a:gd name="T46" fmla="*/ 2 w 40"/>
                <a:gd name="T4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36">
                  <a:moveTo>
                    <a:pt x="2" y="0"/>
                  </a:moveTo>
                  <a:lnTo>
                    <a:pt x="2" y="0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0" name="Freeform 233"/>
            <p:cNvSpPr>
              <a:spLocks/>
            </p:cNvSpPr>
            <p:nvPr/>
          </p:nvSpPr>
          <p:spPr bwMode="auto">
            <a:xfrm>
              <a:off x="4047" y="2684"/>
              <a:ext cx="40" cy="29"/>
            </a:xfrm>
            <a:custGeom>
              <a:avLst/>
              <a:gdLst>
                <a:gd name="T0" fmla="*/ 2 w 40"/>
                <a:gd name="T1" fmla="*/ 0 h 29"/>
                <a:gd name="T2" fmla="*/ 2 w 40"/>
                <a:gd name="T3" fmla="*/ 0 h 29"/>
                <a:gd name="T4" fmla="*/ 40 w 40"/>
                <a:gd name="T5" fmla="*/ 5 h 29"/>
                <a:gd name="T6" fmla="*/ 40 w 40"/>
                <a:gd name="T7" fmla="*/ 5 h 29"/>
                <a:gd name="T8" fmla="*/ 40 w 40"/>
                <a:gd name="T9" fmla="*/ 5 h 29"/>
                <a:gd name="T10" fmla="*/ 40 w 40"/>
                <a:gd name="T11" fmla="*/ 8 h 29"/>
                <a:gd name="T12" fmla="*/ 40 w 40"/>
                <a:gd name="T13" fmla="*/ 8 h 29"/>
                <a:gd name="T14" fmla="*/ 40 w 40"/>
                <a:gd name="T15" fmla="*/ 27 h 29"/>
                <a:gd name="T16" fmla="*/ 40 w 40"/>
                <a:gd name="T17" fmla="*/ 27 h 29"/>
                <a:gd name="T18" fmla="*/ 40 w 40"/>
                <a:gd name="T19" fmla="*/ 29 h 29"/>
                <a:gd name="T20" fmla="*/ 40 w 40"/>
                <a:gd name="T21" fmla="*/ 29 h 29"/>
                <a:gd name="T22" fmla="*/ 40 w 40"/>
                <a:gd name="T23" fmla="*/ 29 h 29"/>
                <a:gd name="T24" fmla="*/ 2 w 40"/>
                <a:gd name="T25" fmla="*/ 29 h 29"/>
                <a:gd name="T26" fmla="*/ 2 w 40"/>
                <a:gd name="T27" fmla="*/ 29 h 29"/>
                <a:gd name="T28" fmla="*/ 2 w 40"/>
                <a:gd name="T29" fmla="*/ 29 h 29"/>
                <a:gd name="T30" fmla="*/ 0 w 40"/>
                <a:gd name="T31" fmla="*/ 27 h 29"/>
                <a:gd name="T32" fmla="*/ 0 w 40"/>
                <a:gd name="T33" fmla="*/ 27 h 29"/>
                <a:gd name="T34" fmla="*/ 0 w 40"/>
                <a:gd name="T35" fmla="*/ 3 h 29"/>
                <a:gd name="T36" fmla="*/ 0 w 40"/>
                <a:gd name="T37" fmla="*/ 3 h 29"/>
                <a:gd name="T38" fmla="*/ 2 w 40"/>
                <a:gd name="T39" fmla="*/ 0 h 29"/>
                <a:gd name="T40" fmla="*/ 2 w 40"/>
                <a:gd name="T41" fmla="*/ 0 h 29"/>
                <a:gd name="T42" fmla="*/ 2 w 40"/>
                <a:gd name="T43" fmla="*/ 0 h 29"/>
                <a:gd name="T44" fmla="*/ 2 w 40"/>
                <a:gd name="T45" fmla="*/ 0 h 29"/>
                <a:gd name="T46" fmla="*/ 2 w 40"/>
                <a:gd name="T4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29">
                  <a:moveTo>
                    <a:pt x="2" y="0"/>
                  </a:moveTo>
                  <a:lnTo>
                    <a:pt x="2" y="0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8"/>
                  </a:lnTo>
                  <a:lnTo>
                    <a:pt x="40" y="8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1" name="Freeform 234"/>
            <p:cNvSpPr>
              <a:spLocks/>
            </p:cNvSpPr>
            <p:nvPr/>
          </p:nvSpPr>
          <p:spPr bwMode="auto">
            <a:xfrm>
              <a:off x="4047" y="2725"/>
              <a:ext cx="40" cy="36"/>
            </a:xfrm>
            <a:custGeom>
              <a:avLst/>
              <a:gdLst>
                <a:gd name="T0" fmla="*/ 2 w 40"/>
                <a:gd name="T1" fmla="*/ 3 h 36"/>
                <a:gd name="T2" fmla="*/ 2 w 40"/>
                <a:gd name="T3" fmla="*/ 3 h 36"/>
                <a:gd name="T4" fmla="*/ 40 w 40"/>
                <a:gd name="T5" fmla="*/ 0 h 36"/>
                <a:gd name="T6" fmla="*/ 40 w 40"/>
                <a:gd name="T7" fmla="*/ 0 h 36"/>
                <a:gd name="T8" fmla="*/ 40 w 40"/>
                <a:gd name="T9" fmla="*/ 3 h 36"/>
                <a:gd name="T10" fmla="*/ 40 w 40"/>
                <a:gd name="T11" fmla="*/ 3 h 36"/>
                <a:gd name="T12" fmla="*/ 40 w 40"/>
                <a:gd name="T13" fmla="*/ 3 h 36"/>
                <a:gd name="T14" fmla="*/ 40 w 40"/>
                <a:gd name="T15" fmla="*/ 27 h 36"/>
                <a:gd name="T16" fmla="*/ 40 w 40"/>
                <a:gd name="T17" fmla="*/ 27 h 36"/>
                <a:gd name="T18" fmla="*/ 40 w 40"/>
                <a:gd name="T19" fmla="*/ 29 h 36"/>
                <a:gd name="T20" fmla="*/ 40 w 40"/>
                <a:gd name="T21" fmla="*/ 29 h 36"/>
                <a:gd name="T22" fmla="*/ 40 w 40"/>
                <a:gd name="T23" fmla="*/ 29 h 36"/>
                <a:gd name="T24" fmla="*/ 2 w 40"/>
                <a:gd name="T25" fmla="*/ 36 h 36"/>
                <a:gd name="T26" fmla="*/ 2 w 40"/>
                <a:gd name="T27" fmla="*/ 36 h 36"/>
                <a:gd name="T28" fmla="*/ 0 w 40"/>
                <a:gd name="T29" fmla="*/ 34 h 36"/>
                <a:gd name="T30" fmla="*/ 0 w 40"/>
                <a:gd name="T31" fmla="*/ 31 h 36"/>
                <a:gd name="T32" fmla="*/ 0 w 40"/>
                <a:gd name="T33" fmla="*/ 31 h 36"/>
                <a:gd name="T34" fmla="*/ 0 w 40"/>
                <a:gd name="T35" fmla="*/ 5 h 36"/>
                <a:gd name="T36" fmla="*/ 0 w 40"/>
                <a:gd name="T37" fmla="*/ 5 h 36"/>
                <a:gd name="T38" fmla="*/ 2 w 40"/>
                <a:gd name="T39" fmla="*/ 3 h 36"/>
                <a:gd name="T40" fmla="*/ 2 w 40"/>
                <a:gd name="T41" fmla="*/ 3 h 36"/>
                <a:gd name="T42" fmla="*/ 2 w 40"/>
                <a:gd name="T43" fmla="*/ 3 h 36"/>
                <a:gd name="T44" fmla="*/ 2 w 40"/>
                <a:gd name="T45" fmla="*/ 3 h 36"/>
                <a:gd name="T46" fmla="*/ 2 w 40"/>
                <a:gd name="T4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36">
                  <a:moveTo>
                    <a:pt x="2" y="3"/>
                  </a:moveTo>
                  <a:lnTo>
                    <a:pt x="2" y="3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0" y="34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2" name="Freeform 235"/>
            <p:cNvSpPr>
              <a:spLocks/>
            </p:cNvSpPr>
            <p:nvPr/>
          </p:nvSpPr>
          <p:spPr bwMode="auto">
            <a:xfrm>
              <a:off x="4047" y="2766"/>
              <a:ext cx="40" cy="17"/>
            </a:xfrm>
            <a:custGeom>
              <a:avLst/>
              <a:gdLst>
                <a:gd name="T0" fmla="*/ 2 w 40"/>
                <a:gd name="T1" fmla="*/ 9 h 17"/>
                <a:gd name="T2" fmla="*/ 2 w 40"/>
                <a:gd name="T3" fmla="*/ 9 h 17"/>
                <a:gd name="T4" fmla="*/ 40 w 40"/>
                <a:gd name="T5" fmla="*/ 0 h 17"/>
                <a:gd name="T6" fmla="*/ 40 w 40"/>
                <a:gd name="T7" fmla="*/ 0 h 17"/>
                <a:gd name="T8" fmla="*/ 40 w 40"/>
                <a:gd name="T9" fmla="*/ 2 h 17"/>
                <a:gd name="T10" fmla="*/ 40 w 40"/>
                <a:gd name="T11" fmla="*/ 2 h 17"/>
                <a:gd name="T12" fmla="*/ 40 w 40"/>
                <a:gd name="T13" fmla="*/ 2 h 17"/>
                <a:gd name="T14" fmla="*/ 40 w 40"/>
                <a:gd name="T15" fmla="*/ 5 h 17"/>
                <a:gd name="T16" fmla="*/ 40 w 40"/>
                <a:gd name="T17" fmla="*/ 5 h 17"/>
                <a:gd name="T18" fmla="*/ 40 w 40"/>
                <a:gd name="T19" fmla="*/ 7 h 17"/>
                <a:gd name="T20" fmla="*/ 40 w 40"/>
                <a:gd name="T21" fmla="*/ 7 h 17"/>
                <a:gd name="T22" fmla="*/ 40 w 40"/>
                <a:gd name="T23" fmla="*/ 7 h 17"/>
                <a:gd name="T24" fmla="*/ 2 w 40"/>
                <a:gd name="T25" fmla="*/ 17 h 17"/>
                <a:gd name="T26" fmla="*/ 2 w 40"/>
                <a:gd name="T27" fmla="*/ 17 h 17"/>
                <a:gd name="T28" fmla="*/ 0 w 40"/>
                <a:gd name="T29" fmla="*/ 17 h 17"/>
                <a:gd name="T30" fmla="*/ 0 w 40"/>
                <a:gd name="T31" fmla="*/ 14 h 17"/>
                <a:gd name="T32" fmla="*/ 0 w 40"/>
                <a:gd name="T33" fmla="*/ 14 h 17"/>
                <a:gd name="T34" fmla="*/ 0 w 40"/>
                <a:gd name="T35" fmla="*/ 12 h 17"/>
                <a:gd name="T36" fmla="*/ 0 w 40"/>
                <a:gd name="T37" fmla="*/ 12 h 17"/>
                <a:gd name="T38" fmla="*/ 0 w 40"/>
                <a:gd name="T39" fmla="*/ 9 h 17"/>
                <a:gd name="T40" fmla="*/ 2 w 40"/>
                <a:gd name="T41" fmla="*/ 9 h 17"/>
                <a:gd name="T42" fmla="*/ 2 w 40"/>
                <a:gd name="T43" fmla="*/ 9 h 17"/>
                <a:gd name="T44" fmla="*/ 2 w 40"/>
                <a:gd name="T45" fmla="*/ 9 h 17"/>
                <a:gd name="T46" fmla="*/ 2 w 40"/>
                <a:gd name="T47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17">
                  <a:moveTo>
                    <a:pt x="2" y="9"/>
                  </a:moveTo>
                  <a:lnTo>
                    <a:pt x="2" y="9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3" name="Freeform 236"/>
            <p:cNvSpPr>
              <a:spLocks/>
            </p:cNvSpPr>
            <p:nvPr/>
          </p:nvSpPr>
          <p:spPr bwMode="auto">
            <a:xfrm>
              <a:off x="4047" y="2778"/>
              <a:ext cx="40" cy="17"/>
            </a:xfrm>
            <a:custGeom>
              <a:avLst/>
              <a:gdLst>
                <a:gd name="T0" fmla="*/ 2 w 40"/>
                <a:gd name="T1" fmla="*/ 9 h 17"/>
                <a:gd name="T2" fmla="*/ 2 w 40"/>
                <a:gd name="T3" fmla="*/ 9 h 17"/>
                <a:gd name="T4" fmla="*/ 40 w 40"/>
                <a:gd name="T5" fmla="*/ 0 h 17"/>
                <a:gd name="T6" fmla="*/ 40 w 40"/>
                <a:gd name="T7" fmla="*/ 0 h 17"/>
                <a:gd name="T8" fmla="*/ 40 w 40"/>
                <a:gd name="T9" fmla="*/ 2 h 17"/>
                <a:gd name="T10" fmla="*/ 40 w 40"/>
                <a:gd name="T11" fmla="*/ 2 h 17"/>
                <a:gd name="T12" fmla="*/ 40 w 40"/>
                <a:gd name="T13" fmla="*/ 2 h 17"/>
                <a:gd name="T14" fmla="*/ 40 w 40"/>
                <a:gd name="T15" fmla="*/ 5 h 17"/>
                <a:gd name="T16" fmla="*/ 40 w 40"/>
                <a:gd name="T17" fmla="*/ 5 h 17"/>
                <a:gd name="T18" fmla="*/ 40 w 40"/>
                <a:gd name="T19" fmla="*/ 7 h 17"/>
                <a:gd name="T20" fmla="*/ 40 w 40"/>
                <a:gd name="T21" fmla="*/ 7 h 17"/>
                <a:gd name="T22" fmla="*/ 40 w 40"/>
                <a:gd name="T23" fmla="*/ 7 h 17"/>
                <a:gd name="T24" fmla="*/ 2 w 40"/>
                <a:gd name="T25" fmla="*/ 17 h 17"/>
                <a:gd name="T26" fmla="*/ 2 w 40"/>
                <a:gd name="T27" fmla="*/ 17 h 17"/>
                <a:gd name="T28" fmla="*/ 0 w 40"/>
                <a:gd name="T29" fmla="*/ 17 h 17"/>
                <a:gd name="T30" fmla="*/ 0 w 40"/>
                <a:gd name="T31" fmla="*/ 14 h 17"/>
                <a:gd name="T32" fmla="*/ 0 w 40"/>
                <a:gd name="T33" fmla="*/ 14 h 17"/>
                <a:gd name="T34" fmla="*/ 0 w 40"/>
                <a:gd name="T35" fmla="*/ 12 h 17"/>
                <a:gd name="T36" fmla="*/ 0 w 40"/>
                <a:gd name="T37" fmla="*/ 12 h 17"/>
                <a:gd name="T38" fmla="*/ 0 w 40"/>
                <a:gd name="T39" fmla="*/ 9 h 17"/>
                <a:gd name="T40" fmla="*/ 2 w 40"/>
                <a:gd name="T41" fmla="*/ 9 h 17"/>
                <a:gd name="T42" fmla="*/ 2 w 40"/>
                <a:gd name="T43" fmla="*/ 9 h 17"/>
                <a:gd name="T44" fmla="*/ 2 w 40"/>
                <a:gd name="T45" fmla="*/ 9 h 17"/>
                <a:gd name="T46" fmla="*/ 2 w 40"/>
                <a:gd name="T47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17">
                  <a:moveTo>
                    <a:pt x="2" y="9"/>
                  </a:moveTo>
                  <a:lnTo>
                    <a:pt x="2" y="9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4" name="Freeform 237"/>
            <p:cNvSpPr>
              <a:spLocks/>
            </p:cNvSpPr>
            <p:nvPr/>
          </p:nvSpPr>
          <p:spPr bwMode="auto">
            <a:xfrm>
              <a:off x="4106" y="2608"/>
              <a:ext cx="58" cy="187"/>
            </a:xfrm>
            <a:custGeom>
              <a:avLst/>
              <a:gdLst>
                <a:gd name="T0" fmla="*/ 5 w 58"/>
                <a:gd name="T1" fmla="*/ 0 h 187"/>
                <a:gd name="T2" fmla="*/ 5 w 58"/>
                <a:gd name="T3" fmla="*/ 0 h 187"/>
                <a:gd name="T4" fmla="*/ 53 w 58"/>
                <a:gd name="T5" fmla="*/ 28 h 187"/>
                <a:gd name="T6" fmla="*/ 53 w 58"/>
                <a:gd name="T7" fmla="*/ 28 h 187"/>
                <a:gd name="T8" fmla="*/ 55 w 58"/>
                <a:gd name="T9" fmla="*/ 31 h 187"/>
                <a:gd name="T10" fmla="*/ 58 w 58"/>
                <a:gd name="T11" fmla="*/ 33 h 187"/>
                <a:gd name="T12" fmla="*/ 58 w 58"/>
                <a:gd name="T13" fmla="*/ 33 h 187"/>
                <a:gd name="T14" fmla="*/ 58 w 58"/>
                <a:gd name="T15" fmla="*/ 98 h 187"/>
                <a:gd name="T16" fmla="*/ 58 w 58"/>
                <a:gd name="T17" fmla="*/ 98 h 187"/>
                <a:gd name="T18" fmla="*/ 58 w 58"/>
                <a:gd name="T19" fmla="*/ 163 h 187"/>
                <a:gd name="T20" fmla="*/ 58 w 58"/>
                <a:gd name="T21" fmla="*/ 163 h 187"/>
                <a:gd name="T22" fmla="*/ 55 w 58"/>
                <a:gd name="T23" fmla="*/ 167 h 187"/>
                <a:gd name="T24" fmla="*/ 53 w 58"/>
                <a:gd name="T25" fmla="*/ 167 h 187"/>
                <a:gd name="T26" fmla="*/ 53 w 58"/>
                <a:gd name="T27" fmla="*/ 167 h 187"/>
                <a:gd name="T28" fmla="*/ 5 w 58"/>
                <a:gd name="T29" fmla="*/ 187 h 187"/>
                <a:gd name="T30" fmla="*/ 5 w 58"/>
                <a:gd name="T31" fmla="*/ 187 h 187"/>
                <a:gd name="T32" fmla="*/ 3 w 58"/>
                <a:gd name="T33" fmla="*/ 187 h 187"/>
                <a:gd name="T34" fmla="*/ 0 w 58"/>
                <a:gd name="T35" fmla="*/ 187 h 187"/>
                <a:gd name="T36" fmla="*/ 0 w 58"/>
                <a:gd name="T37" fmla="*/ 184 h 187"/>
                <a:gd name="T38" fmla="*/ 0 w 58"/>
                <a:gd name="T39" fmla="*/ 184 h 187"/>
                <a:gd name="T40" fmla="*/ 0 w 58"/>
                <a:gd name="T41" fmla="*/ 184 h 187"/>
                <a:gd name="T42" fmla="*/ 0 w 58"/>
                <a:gd name="T43" fmla="*/ 96 h 187"/>
                <a:gd name="T44" fmla="*/ 0 w 58"/>
                <a:gd name="T45" fmla="*/ 96 h 187"/>
                <a:gd name="T46" fmla="*/ 0 w 58"/>
                <a:gd name="T47" fmla="*/ 7 h 187"/>
                <a:gd name="T48" fmla="*/ 0 w 58"/>
                <a:gd name="T49" fmla="*/ 7 h 187"/>
                <a:gd name="T50" fmla="*/ 0 w 58"/>
                <a:gd name="T51" fmla="*/ 4 h 187"/>
                <a:gd name="T52" fmla="*/ 0 w 58"/>
                <a:gd name="T53" fmla="*/ 2 h 187"/>
                <a:gd name="T54" fmla="*/ 3 w 58"/>
                <a:gd name="T55" fmla="*/ 0 h 187"/>
                <a:gd name="T56" fmla="*/ 5 w 58"/>
                <a:gd name="T57" fmla="*/ 0 h 187"/>
                <a:gd name="T58" fmla="*/ 5 w 58"/>
                <a:gd name="T59" fmla="*/ 0 h 187"/>
                <a:gd name="T60" fmla="*/ 5 w 58"/>
                <a:gd name="T61" fmla="*/ 0 h 187"/>
                <a:gd name="T62" fmla="*/ 5 w 58"/>
                <a:gd name="T63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8" h="187">
                  <a:moveTo>
                    <a:pt x="5" y="0"/>
                  </a:moveTo>
                  <a:lnTo>
                    <a:pt x="5" y="0"/>
                  </a:lnTo>
                  <a:lnTo>
                    <a:pt x="53" y="28"/>
                  </a:lnTo>
                  <a:lnTo>
                    <a:pt x="53" y="28"/>
                  </a:lnTo>
                  <a:lnTo>
                    <a:pt x="55" y="31"/>
                  </a:lnTo>
                  <a:lnTo>
                    <a:pt x="58" y="33"/>
                  </a:lnTo>
                  <a:lnTo>
                    <a:pt x="58" y="33"/>
                  </a:lnTo>
                  <a:lnTo>
                    <a:pt x="58" y="98"/>
                  </a:lnTo>
                  <a:lnTo>
                    <a:pt x="58" y="98"/>
                  </a:lnTo>
                  <a:lnTo>
                    <a:pt x="58" y="163"/>
                  </a:lnTo>
                  <a:lnTo>
                    <a:pt x="58" y="163"/>
                  </a:lnTo>
                  <a:lnTo>
                    <a:pt x="55" y="167"/>
                  </a:lnTo>
                  <a:lnTo>
                    <a:pt x="53" y="167"/>
                  </a:lnTo>
                  <a:lnTo>
                    <a:pt x="53" y="167"/>
                  </a:lnTo>
                  <a:lnTo>
                    <a:pt x="5" y="187"/>
                  </a:lnTo>
                  <a:lnTo>
                    <a:pt x="5" y="187"/>
                  </a:lnTo>
                  <a:lnTo>
                    <a:pt x="3" y="187"/>
                  </a:lnTo>
                  <a:lnTo>
                    <a:pt x="0" y="187"/>
                  </a:lnTo>
                  <a:lnTo>
                    <a:pt x="0" y="184"/>
                  </a:lnTo>
                  <a:lnTo>
                    <a:pt x="0" y="184"/>
                  </a:lnTo>
                  <a:lnTo>
                    <a:pt x="0" y="1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5" name="Freeform 238"/>
            <p:cNvSpPr>
              <a:spLocks/>
            </p:cNvSpPr>
            <p:nvPr/>
          </p:nvSpPr>
          <p:spPr bwMode="auto">
            <a:xfrm>
              <a:off x="4111" y="2632"/>
              <a:ext cx="41" cy="36"/>
            </a:xfrm>
            <a:custGeom>
              <a:avLst/>
              <a:gdLst>
                <a:gd name="T0" fmla="*/ 2 w 41"/>
                <a:gd name="T1" fmla="*/ 0 h 36"/>
                <a:gd name="T2" fmla="*/ 2 w 41"/>
                <a:gd name="T3" fmla="*/ 0 h 36"/>
                <a:gd name="T4" fmla="*/ 41 w 41"/>
                <a:gd name="T5" fmla="*/ 16 h 36"/>
                <a:gd name="T6" fmla="*/ 41 w 41"/>
                <a:gd name="T7" fmla="*/ 16 h 36"/>
                <a:gd name="T8" fmla="*/ 41 w 41"/>
                <a:gd name="T9" fmla="*/ 16 h 36"/>
                <a:gd name="T10" fmla="*/ 41 w 41"/>
                <a:gd name="T11" fmla="*/ 19 h 36"/>
                <a:gd name="T12" fmla="*/ 41 w 41"/>
                <a:gd name="T13" fmla="*/ 19 h 36"/>
                <a:gd name="T14" fmla="*/ 41 w 41"/>
                <a:gd name="T15" fmla="*/ 33 h 36"/>
                <a:gd name="T16" fmla="*/ 41 w 41"/>
                <a:gd name="T17" fmla="*/ 33 h 36"/>
                <a:gd name="T18" fmla="*/ 41 w 41"/>
                <a:gd name="T19" fmla="*/ 36 h 36"/>
                <a:gd name="T20" fmla="*/ 41 w 41"/>
                <a:gd name="T21" fmla="*/ 36 h 36"/>
                <a:gd name="T22" fmla="*/ 41 w 41"/>
                <a:gd name="T23" fmla="*/ 36 h 36"/>
                <a:gd name="T24" fmla="*/ 2 w 41"/>
                <a:gd name="T25" fmla="*/ 24 h 36"/>
                <a:gd name="T26" fmla="*/ 2 w 41"/>
                <a:gd name="T27" fmla="*/ 24 h 36"/>
                <a:gd name="T28" fmla="*/ 2 w 41"/>
                <a:gd name="T29" fmla="*/ 24 h 36"/>
                <a:gd name="T30" fmla="*/ 0 w 41"/>
                <a:gd name="T31" fmla="*/ 21 h 36"/>
                <a:gd name="T32" fmla="*/ 0 w 41"/>
                <a:gd name="T33" fmla="*/ 21 h 36"/>
                <a:gd name="T34" fmla="*/ 0 w 41"/>
                <a:gd name="T35" fmla="*/ 2 h 36"/>
                <a:gd name="T36" fmla="*/ 0 w 41"/>
                <a:gd name="T37" fmla="*/ 2 h 36"/>
                <a:gd name="T38" fmla="*/ 2 w 41"/>
                <a:gd name="T39" fmla="*/ 0 h 36"/>
                <a:gd name="T40" fmla="*/ 2 w 41"/>
                <a:gd name="T41" fmla="*/ 0 h 36"/>
                <a:gd name="T42" fmla="*/ 2 w 41"/>
                <a:gd name="T43" fmla="*/ 0 h 36"/>
                <a:gd name="T44" fmla="*/ 2 w 41"/>
                <a:gd name="T45" fmla="*/ 0 h 36"/>
                <a:gd name="T46" fmla="*/ 2 w 41"/>
                <a:gd name="T4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2" y="0"/>
                  </a:moveTo>
                  <a:lnTo>
                    <a:pt x="2" y="0"/>
                  </a:lnTo>
                  <a:lnTo>
                    <a:pt x="41" y="16"/>
                  </a:lnTo>
                  <a:lnTo>
                    <a:pt x="41" y="16"/>
                  </a:lnTo>
                  <a:lnTo>
                    <a:pt x="41" y="16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1" y="33"/>
                  </a:lnTo>
                  <a:lnTo>
                    <a:pt x="41" y="33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6" name="Freeform 239"/>
            <p:cNvSpPr>
              <a:spLocks/>
            </p:cNvSpPr>
            <p:nvPr/>
          </p:nvSpPr>
          <p:spPr bwMode="auto">
            <a:xfrm>
              <a:off x="4111" y="2660"/>
              <a:ext cx="41" cy="32"/>
            </a:xfrm>
            <a:custGeom>
              <a:avLst/>
              <a:gdLst>
                <a:gd name="T0" fmla="*/ 2 w 41"/>
                <a:gd name="T1" fmla="*/ 0 h 32"/>
                <a:gd name="T2" fmla="*/ 2 w 41"/>
                <a:gd name="T3" fmla="*/ 0 h 32"/>
                <a:gd name="T4" fmla="*/ 41 w 41"/>
                <a:gd name="T5" fmla="*/ 12 h 32"/>
                <a:gd name="T6" fmla="*/ 41 w 41"/>
                <a:gd name="T7" fmla="*/ 12 h 32"/>
                <a:gd name="T8" fmla="*/ 41 w 41"/>
                <a:gd name="T9" fmla="*/ 12 h 32"/>
                <a:gd name="T10" fmla="*/ 41 w 41"/>
                <a:gd name="T11" fmla="*/ 15 h 32"/>
                <a:gd name="T12" fmla="*/ 41 w 41"/>
                <a:gd name="T13" fmla="*/ 15 h 32"/>
                <a:gd name="T14" fmla="*/ 41 w 41"/>
                <a:gd name="T15" fmla="*/ 29 h 32"/>
                <a:gd name="T16" fmla="*/ 41 w 41"/>
                <a:gd name="T17" fmla="*/ 29 h 32"/>
                <a:gd name="T18" fmla="*/ 41 w 41"/>
                <a:gd name="T19" fmla="*/ 32 h 32"/>
                <a:gd name="T20" fmla="*/ 41 w 41"/>
                <a:gd name="T21" fmla="*/ 32 h 32"/>
                <a:gd name="T22" fmla="*/ 41 w 41"/>
                <a:gd name="T23" fmla="*/ 32 h 32"/>
                <a:gd name="T24" fmla="*/ 2 w 41"/>
                <a:gd name="T25" fmla="*/ 24 h 32"/>
                <a:gd name="T26" fmla="*/ 2 w 41"/>
                <a:gd name="T27" fmla="*/ 24 h 32"/>
                <a:gd name="T28" fmla="*/ 2 w 41"/>
                <a:gd name="T29" fmla="*/ 24 h 32"/>
                <a:gd name="T30" fmla="*/ 0 w 41"/>
                <a:gd name="T31" fmla="*/ 22 h 32"/>
                <a:gd name="T32" fmla="*/ 0 w 41"/>
                <a:gd name="T33" fmla="*/ 22 h 32"/>
                <a:gd name="T34" fmla="*/ 0 w 41"/>
                <a:gd name="T35" fmla="*/ 3 h 32"/>
                <a:gd name="T36" fmla="*/ 0 w 41"/>
                <a:gd name="T37" fmla="*/ 3 h 32"/>
                <a:gd name="T38" fmla="*/ 2 w 41"/>
                <a:gd name="T39" fmla="*/ 3 h 32"/>
                <a:gd name="T40" fmla="*/ 2 w 41"/>
                <a:gd name="T41" fmla="*/ 0 h 32"/>
                <a:gd name="T42" fmla="*/ 2 w 41"/>
                <a:gd name="T43" fmla="*/ 0 h 32"/>
                <a:gd name="T44" fmla="*/ 2 w 41"/>
                <a:gd name="T45" fmla="*/ 0 h 32"/>
                <a:gd name="T46" fmla="*/ 2 w 41"/>
                <a:gd name="T4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2">
                  <a:moveTo>
                    <a:pt x="2" y="0"/>
                  </a:moveTo>
                  <a:lnTo>
                    <a:pt x="2" y="0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15"/>
                  </a:lnTo>
                  <a:lnTo>
                    <a:pt x="41" y="15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41" y="32"/>
                  </a:lnTo>
                  <a:lnTo>
                    <a:pt x="41" y="32"/>
                  </a:lnTo>
                  <a:lnTo>
                    <a:pt x="41" y="3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7" name="Freeform 240"/>
            <p:cNvSpPr>
              <a:spLocks/>
            </p:cNvSpPr>
            <p:nvPr/>
          </p:nvSpPr>
          <p:spPr bwMode="auto">
            <a:xfrm>
              <a:off x="4111" y="2696"/>
              <a:ext cx="41" cy="17"/>
            </a:xfrm>
            <a:custGeom>
              <a:avLst/>
              <a:gdLst>
                <a:gd name="T0" fmla="*/ 2 w 41"/>
                <a:gd name="T1" fmla="*/ 0 h 17"/>
                <a:gd name="T2" fmla="*/ 2 w 41"/>
                <a:gd name="T3" fmla="*/ 0 h 17"/>
                <a:gd name="T4" fmla="*/ 41 w 41"/>
                <a:gd name="T5" fmla="*/ 3 h 17"/>
                <a:gd name="T6" fmla="*/ 41 w 41"/>
                <a:gd name="T7" fmla="*/ 3 h 17"/>
                <a:gd name="T8" fmla="*/ 41 w 41"/>
                <a:gd name="T9" fmla="*/ 3 h 17"/>
                <a:gd name="T10" fmla="*/ 41 w 41"/>
                <a:gd name="T11" fmla="*/ 5 h 17"/>
                <a:gd name="T12" fmla="*/ 41 w 41"/>
                <a:gd name="T13" fmla="*/ 5 h 17"/>
                <a:gd name="T14" fmla="*/ 41 w 41"/>
                <a:gd name="T15" fmla="*/ 17 h 17"/>
                <a:gd name="T16" fmla="*/ 41 w 41"/>
                <a:gd name="T17" fmla="*/ 17 h 17"/>
                <a:gd name="T18" fmla="*/ 41 w 41"/>
                <a:gd name="T19" fmla="*/ 17 h 17"/>
                <a:gd name="T20" fmla="*/ 41 w 41"/>
                <a:gd name="T21" fmla="*/ 17 h 17"/>
                <a:gd name="T22" fmla="*/ 41 w 41"/>
                <a:gd name="T23" fmla="*/ 17 h 17"/>
                <a:gd name="T24" fmla="*/ 2 w 41"/>
                <a:gd name="T25" fmla="*/ 17 h 17"/>
                <a:gd name="T26" fmla="*/ 2 w 41"/>
                <a:gd name="T27" fmla="*/ 17 h 17"/>
                <a:gd name="T28" fmla="*/ 2 w 41"/>
                <a:gd name="T29" fmla="*/ 17 h 17"/>
                <a:gd name="T30" fmla="*/ 0 w 41"/>
                <a:gd name="T31" fmla="*/ 17 h 17"/>
                <a:gd name="T32" fmla="*/ 0 w 41"/>
                <a:gd name="T33" fmla="*/ 17 h 17"/>
                <a:gd name="T34" fmla="*/ 0 w 41"/>
                <a:gd name="T35" fmla="*/ 3 h 17"/>
                <a:gd name="T36" fmla="*/ 0 w 41"/>
                <a:gd name="T37" fmla="*/ 3 h 17"/>
                <a:gd name="T38" fmla="*/ 2 w 41"/>
                <a:gd name="T39" fmla="*/ 0 h 17"/>
                <a:gd name="T40" fmla="*/ 2 w 41"/>
                <a:gd name="T41" fmla="*/ 0 h 17"/>
                <a:gd name="T42" fmla="*/ 2 w 41"/>
                <a:gd name="T43" fmla="*/ 0 h 17"/>
                <a:gd name="T44" fmla="*/ 2 w 41"/>
                <a:gd name="T45" fmla="*/ 0 h 17"/>
                <a:gd name="T46" fmla="*/ 2 w 41"/>
                <a:gd name="T4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17">
                  <a:moveTo>
                    <a:pt x="2" y="0"/>
                  </a:moveTo>
                  <a:lnTo>
                    <a:pt x="2" y="0"/>
                  </a:lnTo>
                  <a:lnTo>
                    <a:pt x="41" y="3"/>
                  </a:lnTo>
                  <a:lnTo>
                    <a:pt x="41" y="3"/>
                  </a:lnTo>
                  <a:lnTo>
                    <a:pt x="41" y="3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17"/>
                  </a:lnTo>
                  <a:lnTo>
                    <a:pt x="41" y="17"/>
                  </a:lnTo>
                  <a:lnTo>
                    <a:pt x="41" y="17"/>
                  </a:lnTo>
                  <a:lnTo>
                    <a:pt x="41" y="17"/>
                  </a:lnTo>
                  <a:lnTo>
                    <a:pt x="41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8" name="Freeform 241"/>
            <p:cNvSpPr>
              <a:spLocks/>
            </p:cNvSpPr>
            <p:nvPr/>
          </p:nvSpPr>
          <p:spPr bwMode="auto">
            <a:xfrm>
              <a:off x="4111" y="2725"/>
              <a:ext cx="41" cy="24"/>
            </a:xfrm>
            <a:custGeom>
              <a:avLst/>
              <a:gdLst>
                <a:gd name="T0" fmla="*/ 2 w 41"/>
                <a:gd name="T1" fmla="*/ 3 h 24"/>
                <a:gd name="T2" fmla="*/ 2 w 41"/>
                <a:gd name="T3" fmla="*/ 3 h 24"/>
                <a:gd name="T4" fmla="*/ 41 w 41"/>
                <a:gd name="T5" fmla="*/ 0 h 24"/>
                <a:gd name="T6" fmla="*/ 41 w 41"/>
                <a:gd name="T7" fmla="*/ 0 h 24"/>
                <a:gd name="T8" fmla="*/ 41 w 41"/>
                <a:gd name="T9" fmla="*/ 0 h 24"/>
                <a:gd name="T10" fmla="*/ 41 w 41"/>
                <a:gd name="T11" fmla="*/ 3 h 24"/>
                <a:gd name="T12" fmla="*/ 41 w 41"/>
                <a:gd name="T13" fmla="*/ 3 h 24"/>
                <a:gd name="T14" fmla="*/ 41 w 41"/>
                <a:gd name="T15" fmla="*/ 17 h 24"/>
                <a:gd name="T16" fmla="*/ 41 w 41"/>
                <a:gd name="T17" fmla="*/ 17 h 24"/>
                <a:gd name="T18" fmla="*/ 41 w 41"/>
                <a:gd name="T19" fmla="*/ 17 h 24"/>
                <a:gd name="T20" fmla="*/ 41 w 41"/>
                <a:gd name="T21" fmla="*/ 19 h 24"/>
                <a:gd name="T22" fmla="*/ 41 w 41"/>
                <a:gd name="T23" fmla="*/ 19 h 24"/>
                <a:gd name="T24" fmla="*/ 2 w 41"/>
                <a:gd name="T25" fmla="*/ 24 h 24"/>
                <a:gd name="T26" fmla="*/ 2 w 41"/>
                <a:gd name="T27" fmla="*/ 24 h 24"/>
                <a:gd name="T28" fmla="*/ 2 w 41"/>
                <a:gd name="T29" fmla="*/ 22 h 24"/>
                <a:gd name="T30" fmla="*/ 0 w 41"/>
                <a:gd name="T31" fmla="*/ 22 h 24"/>
                <a:gd name="T32" fmla="*/ 0 w 41"/>
                <a:gd name="T33" fmla="*/ 22 h 24"/>
                <a:gd name="T34" fmla="*/ 0 w 41"/>
                <a:gd name="T35" fmla="*/ 5 h 24"/>
                <a:gd name="T36" fmla="*/ 0 w 41"/>
                <a:gd name="T37" fmla="*/ 5 h 24"/>
                <a:gd name="T38" fmla="*/ 2 w 41"/>
                <a:gd name="T39" fmla="*/ 3 h 24"/>
                <a:gd name="T40" fmla="*/ 2 w 41"/>
                <a:gd name="T41" fmla="*/ 3 h 24"/>
                <a:gd name="T42" fmla="*/ 2 w 41"/>
                <a:gd name="T43" fmla="*/ 3 h 24"/>
                <a:gd name="T44" fmla="*/ 2 w 41"/>
                <a:gd name="T45" fmla="*/ 3 h 24"/>
                <a:gd name="T46" fmla="*/ 2 w 41"/>
                <a:gd name="T47" fmla="*/ 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4">
                  <a:moveTo>
                    <a:pt x="2" y="3"/>
                  </a:moveTo>
                  <a:lnTo>
                    <a:pt x="2" y="3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3"/>
                  </a:lnTo>
                  <a:lnTo>
                    <a:pt x="41" y="3"/>
                  </a:lnTo>
                  <a:lnTo>
                    <a:pt x="41" y="17"/>
                  </a:lnTo>
                  <a:lnTo>
                    <a:pt x="41" y="17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9" name="Freeform 242"/>
            <p:cNvSpPr>
              <a:spLocks/>
            </p:cNvSpPr>
            <p:nvPr/>
          </p:nvSpPr>
          <p:spPr bwMode="auto">
            <a:xfrm>
              <a:off x="4111" y="2754"/>
              <a:ext cx="41" cy="12"/>
            </a:xfrm>
            <a:custGeom>
              <a:avLst/>
              <a:gdLst>
                <a:gd name="T0" fmla="*/ 2 w 41"/>
                <a:gd name="T1" fmla="*/ 7 h 12"/>
                <a:gd name="T2" fmla="*/ 2 w 41"/>
                <a:gd name="T3" fmla="*/ 7 h 12"/>
                <a:gd name="T4" fmla="*/ 41 w 41"/>
                <a:gd name="T5" fmla="*/ 0 h 12"/>
                <a:gd name="T6" fmla="*/ 41 w 41"/>
                <a:gd name="T7" fmla="*/ 0 h 12"/>
                <a:gd name="T8" fmla="*/ 41 w 41"/>
                <a:gd name="T9" fmla="*/ 0 h 12"/>
                <a:gd name="T10" fmla="*/ 41 w 41"/>
                <a:gd name="T11" fmla="*/ 2 h 12"/>
                <a:gd name="T12" fmla="*/ 41 w 41"/>
                <a:gd name="T13" fmla="*/ 2 h 12"/>
                <a:gd name="T14" fmla="*/ 41 w 41"/>
                <a:gd name="T15" fmla="*/ 2 h 12"/>
                <a:gd name="T16" fmla="*/ 41 w 41"/>
                <a:gd name="T17" fmla="*/ 2 h 12"/>
                <a:gd name="T18" fmla="*/ 41 w 41"/>
                <a:gd name="T19" fmla="*/ 5 h 12"/>
                <a:gd name="T20" fmla="*/ 41 w 41"/>
                <a:gd name="T21" fmla="*/ 5 h 12"/>
                <a:gd name="T22" fmla="*/ 41 w 41"/>
                <a:gd name="T23" fmla="*/ 5 h 12"/>
                <a:gd name="T24" fmla="*/ 2 w 41"/>
                <a:gd name="T25" fmla="*/ 12 h 12"/>
                <a:gd name="T26" fmla="*/ 2 w 41"/>
                <a:gd name="T27" fmla="*/ 12 h 12"/>
                <a:gd name="T28" fmla="*/ 2 w 41"/>
                <a:gd name="T29" fmla="*/ 12 h 12"/>
                <a:gd name="T30" fmla="*/ 0 w 41"/>
                <a:gd name="T31" fmla="*/ 10 h 12"/>
                <a:gd name="T32" fmla="*/ 0 w 41"/>
                <a:gd name="T33" fmla="*/ 10 h 12"/>
                <a:gd name="T34" fmla="*/ 0 w 41"/>
                <a:gd name="T35" fmla="*/ 7 h 12"/>
                <a:gd name="T36" fmla="*/ 0 w 41"/>
                <a:gd name="T37" fmla="*/ 7 h 12"/>
                <a:gd name="T38" fmla="*/ 2 w 41"/>
                <a:gd name="T39" fmla="*/ 7 h 12"/>
                <a:gd name="T40" fmla="*/ 2 w 41"/>
                <a:gd name="T41" fmla="*/ 7 h 12"/>
                <a:gd name="T42" fmla="*/ 2 w 41"/>
                <a:gd name="T43" fmla="*/ 7 h 12"/>
                <a:gd name="T44" fmla="*/ 2 w 41"/>
                <a:gd name="T45" fmla="*/ 7 h 12"/>
                <a:gd name="T46" fmla="*/ 2 w 41"/>
                <a:gd name="T47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12">
                  <a:moveTo>
                    <a:pt x="2" y="7"/>
                  </a:moveTo>
                  <a:lnTo>
                    <a:pt x="2" y="7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0" name="Freeform 243"/>
            <p:cNvSpPr>
              <a:spLocks/>
            </p:cNvSpPr>
            <p:nvPr/>
          </p:nvSpPr>
          <p:spPr bwMode="auto">
            <a:xfrm>
              <a:off x="4111" y="2761"/>
              <a:ext cx="41" cy="17"/>
            </a:xfrm>
            <a:custGeom>
              <a:avLst/>
              <a:gdLst>
                <a:gd name="T0" fmla="*/ 2 w 41"/>
                <a:gd name="T1" fmla="*/ 10 h 17"/>
                <a:gd name="T2" fmla="*/ 2 w 41"/>
                <a:gd name="T3" fmla="*/ 10 h 17"/>
                <a:gd name="T4" fmla="*/ 41 w 41"/>
                <a:gd name="T5" fmla="*/ 0 h 17"/>
                <a:gd name="T6" fmla="*/ 41 w 41"/>
                <a:gd name="T7" fmla="*/ 0 h 17"/>
                <a:gd name="T8" fmla="*/ 41 w 41"/>
                <a:gd name="T9" fmla="*/ 0 h 17"/>
                <a:gd name="T10" fmla="*/ 41 w 41"/>
                <a:gd name="T11" fmla="*/ 0 h 17"/>
                <a:gd name="T12" fmla="*/ 41 w 41"/>
                <a:gd name="T13" fmla="*/ 0 h 17"/>
                <a:gd name="T14" fmla="*/ 41 w 41"/>
                <a:gd name="T15" fmla="*/ 3 h 17"/>
                <a:gd name="T16" fmla="*/ 41 w 41"/>
                <a:gd name="T17" fmla="*/ 3 h 17"/>
                <a:gd name="T18" fmla="*/ 41 w 41"/>
                <a:gd name="T19" fmla="*/ 5 h 17"/>
                <a:gd name="T20" fmla="*/ 41 w 41"/>
                <a:gd name="T21" fmla="*/ 5 h 17"/>
                <a:gd name="T22" fmla="*/ 41 w 41"/>
                <a:gd name="T23" fmla="*/ 5 h 17"/>
                <a:gd name="T24" fmla="*/ 2 w 41"/>
                <a:gd name="T25" fmla="*/ 17 h 17"/>
                <a:gd name="T26" fmla="*/ 2 w 41"/>
                <a:gd name="T27" fmla="*/ 17 h 17"/>
                <a:gd name="T28" fmla="*/ 2 w 41"/>
                <a:gd name="T29" fmla="*/ 17 h 17"/>
                <a:gd name="T30" fmla="*/ 0 w 41"/>
                <a:gd name="T31" fmla="*/ 14 h 17"/>
                <a:gd name="T32" fmla="*/ 0 w 41"/>
                <a:gd name="T33" fmla="*/ 14 h 17"/>
                <a:gd name="T34" fmla="*/ 0 w 41"/>
                <a:gd name="T35" fmla="*/ 14 h 17"/>
                <a:gd name="T36" fmla="*/ 0 w 41"/>
                <a:gd name="T37" fmla="*/ 14 h 17"/>
                <a:gd name="T38" fmla="*/ 2 w 41"/>
                <a:gd name="T39" fmla="*/ 12 h 17"/>
                <a:gd name="T40" fmla="*/ 2 w 41"/>
                <a:gd name="T41" fmla="*/ 10 h 17"/>
                <a:gd name="T42" fmla="*/ 2 w 41"/>
                <a:gd name="T43" fmla="*/ 10 h 17"/>
                <a:gd name="T44" fmla="*/ 2 w 41"/>
                <a:gd name="T45" fmla="*/ 10 h 17"/>
                <a:gd name="T46" fmla="*/ 2 w 41"/>
                <a:gd name="T47" fmla="*/ 1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17">
                  <a:moveTo>
                    <a:pt x="2" y="10"/>
                  </a:moveTo>
                  <a:lnTo>
                    <a:pt x="2" y="1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3"/>
                  </a:lnTo>
                  <a:lnTo>
                    <a:pt x="41" y="3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1" name="Freeform 244"/>
            <p:cNvSpPr>
              <a:spLocks/>
            </p:cNvSpPr>
            <p:nvPr/>
          </p:nvSpPr>
          <p:spPr bwMode="auto">
            <a:xfrm>
              <a:off x="3733" y="2476"/>
              <a:ext cx="110" cy="419"/>
            </a:xfrm>
            <a:custGeom>
              <a:avLst/>
              <a:gdLst>
                <a:gd name="T0" fmla="*/ 110 w 110"/>
                <a:gd name="T1" fmla="*/ 419 h 419"/>
                <a:gd name="T2" fmla="*/ 0 w 110"/>
                <a:gd name="T3" fmla="*/ 412 h 419"/>
                <a:gd name="T4" fmla="*/ 0 w 110"/>
                <a:gd name="T5" fmla="*/ 0 h 419"/>
                <a:gd name="T6" fmla="*/ 110 w 110"/>
                <a:gd name="T7" fmla="*/ 2 h 419"/>
                <a:gd name="T8" fmla="*/ 110 w 110"/>
                <a:gd name="T9" fmla="*/ 419 h 419"/>
                <a:gd name="T10" fmla="*/ 110 w 110"/>
                <a:gd name="T11" fmla="*/ 419 h 419"/>
                <a:gd name="T12" fmla="*/ 110 w 110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419">
                  <a:moveTo>
                    <a:pt x="110" y="419"/>
                  </a:moveTo>
                  <a:lnTo>
                    <a:pt x="0" y="412"/>
                  </a:lnTo>
                  <a:lnTo>
                    <a:pt x="0" y="0"/>
                  </a:lnTo>
                  <a:lnTo>
                    <a:pt x="110" y="2"/>
                  </a:lnTo>
                  <a:lnTo>
                    <a:pt x="110" y="419"/>
                  </a:lnTo>
                  <a:lnTo>
                    <a:pt x="110" y="419"/>
                  </a:lnTo>
                  <a:lnTo>
                    <a:pt x="110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43" name="Group 247"/>
          <p:cNvGrpSpPr>
            <a:grpSpLocks noChangeAspect="1"/>
          </p:cNvGrpSpPr>
          <p:nvPr/>
        </p:nvGrpSpPr>
        <p:grpSpPr bwMode="auto">
          <a:xfrm>
            <a:off x="4166124" y="920642"/>
            <a:ext cx="990600" cy="822325"/>
            <a:chOff x="2568" y="1901"/>
            <a:chExt cx="624" cy="518"/>
          </a:xfrm>
        </p:grpSpPr>
        <p:sp>
          <p:nvSpPr>
            <p:cNvPr id="644" name="AutoShape 246"/>
            <p:cNvSpPr>
              <a:spLocks noChangeAspect="1" noChangeArrowheads="1" noTextEdit="1"/>
            </p:cNvSpPr>
            <p:nvPr/>
          </p:nvSpPr>
          <p:spPr bwMode="auto">
            <a:xfrm>
              <a:off x="2568" y="1901"/>
              <a:ext cx="62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5" name="Freeform 248"/>
            <p:cNvSpPr>
              <a:spLocks/>
            </p:cNvSpPr>
            <p:nvPr/>
          </p:nvSpPr>
          <p:spPr bwMode="auto">
            <a:xfrm>
              <a:off x="2566" y="1899"/>
              <a:ext cx="628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6" name="Freeform 249"/>
            <p:cNvSpPr>
              <a:spLocks noEditPoints="1"/>
            </p:cNvSpPr>
            <p:nvPr/>
          </p:nvSpPr>
          <p:spPr bwMode="auto">
            <a:xfrm>
              <a:off x="2671" y="1949"/>
              <a:ext cx="418" cy="410"/>
            </a:xfrm>
            <a:custGeom>
              <a:avLst/>
              <a:gdLst>
                <a:gd name="T0" fmla="*/ 66 w 175"/>
                <a:gd name="T1" fmla="*/ 164 h 171"/>
                <a:gd name="T2" fmla="*/ 43 w 175"/>
                <a:gd name="T3" fmla="*/ 120 h 171"/>
                <a:gd name="T4" fmla="*/ 70 w 175"/>
                <a:gd name="T5" fmla="*/ 124 h 171"/>
                <a:gd name="T6" fmla="*/ 79 w 175"/>
                <a:gd name="T7" fmla="*/ 129 h 171"/>
                <a:gd name="T8" fmla="*/ 109 w 175"/>
                <a:gd name="T9" fmla="*/ 164 h 171"/>
                <a:gd name="T10" fmla="*/ 132 w 175"/>
                <a:gd name="T11" fmla="*/ 163 h 171"/>
                <a:gd name="T12" fmla="*/ 87 w 175"/>
                <a:gd name="T13" fmla="*/ 0 h 171"/>
                <a:gd name="T14" fmla="*/ 40 w 175"/>
                <a:gd name="T15" fmla="*/ 162 h 171"/>
                <a:gd name="T16" fmla="*/ 9 w 175"/>
                <a:gd name="T17" fmla="*/ 98 h 171"/>
                <a:gd name="T18" fmla="*/ 36 w 175"/>
                <a:gd name="T19" fmla="*/ 119 h 171"/>
                <a:gd name="T20" fmla="*/ 9 w 175"/>
                <a:gd name="T21" fmla="*/ 98 h 171"/>
                <a:gd name="T22" fmla="*/ 64 w 175"/>
                <a:gd name="T23" fmla="*/ 13 h 171"/>
                <a:gd name="T24" fmla="*/ 56 w 175"/>
                <a:gd name="T25" fmla="*/ 21 h 171"/>
                <a:gd name="T26" fmla="*/ 89 w 175"/>
                <a:gd name="T27" fmla="*/ 35 h 171"/>
                <a:gd name="T28" fmla="*/ 62 w 175"/>
                <a:gd name="T29" fmla="*/ 57 h 171"/>
                <a:gd name="T30" fmla="*/ 71 w 175"/>
                <a:gd name="T31" fmla="*/ 30 h 171"/>
                <a:gd name="T32" fmla="*/ 166 w 175"/>
                <a:gd name="T33" fmla="*/ 88 h 171"/>
                <a:gd name="T34" fmla="*/ 160 w 175"/>
                <a:gd name="T35" fmla="*/ 96 h 171"/>
                <a:gd name="T36" fmla="*/ 161 w 175"/>
                <a:gd name="T37" fmla="*/ 90 h 171"/>
                <a:gd name="T38" fmla="*/ 166 w 175"/>
                <a:gd name="T39" fmla="*/ 88 h 171"/>
                <a:gd name="T40" fmla="*/ 145 w 175"/>
                <a:gd name="T41" fmla="*/ 94 h 171"/>
                <a:gd name="T42" fmla="*/ 78 w 175"/>
                <a:gd name="T43" fmla="*/ 112 h 171"/>
                <a:gd name="T44" fmla="*/ 63 w 175"/>
                <a:gd name="T45" fmla="*/ 75 h 171"/>
                <a:gd name="T46" fmla="*/ 66 w 175"/>
                <a:gd name="T47" fmla="*/ 63 h 171"/>
                <a:gd name="T48" fmla="*/ 98 w 175"/>
                <a:gd name="T49" fmla="*/ 42 h 171"/>
                <a:gd name="T50" fmla="*/ 147 w 175"/>
                <a:gd name="T51" fmla="*/ 85 h 171"/>
                <a:gd name="T52" fmla="*/ 56 w 175"/>
                <a:gd name="T53" fmla="*/ 78 h 171"/>
                <a:gd name="T54" fmla="*/ 70 w 175"/>
                <a:gd name="T55" fmla="*/ 117 h 171"/>
                <a:gd name="T56" fmla="*/ 49 w 175"/>
                <a:gd name="T57" fmla="*/ 112 h 171"/>
                <a:gd name="T58" fmla="*/ 48 w 175"/>
                <a:gd name="T59" fmla="*/ 97 h 171"/>
                <a:gd name="T60" fmla="*/ 125 w 175"/>
                <a:gd name="T61" fmla="*/ 157 h 171"/>
                <a:gd name="T62" fmla="*/ 85 w 175"/>
                <a:gd name="T63" fmla="*/ 125 h 171"/>
                <a:gd name="T64" fmla="*/ 153 w 175"/>
                <a:gd name="T65" fmla="*/ 99 h 171"/>
                <a:gd name="T66" fmla="*/ 159 w 175"/>
                <a:gd name="T67" fmla="*/ 120 h 171"/>
                <a:gd name="T68" fmla="*/ 165 w 175"/>
                <a:gd name="T69" fmla="*/ 77 h 171"/>
                <a:gd name="T70" fmla="*/ 154 w 175"/>
                <a:gd name="T71" fmla="*/ 82 h 171"/>
                <a:gd name="T72" fmla="*/ 106 w 175"/>
                <a:gd name="T73" fmla="*/ 34 h 171"/>
                <a:gd name="T74" fmla="*/ 135 w 175"/>
                <a:gd name="T75" fmla="*/ 25 h 171"/>
                <a:gd name="T76" fmla="*/ 127 w 175"/>
                <a:gd name="T77" fmla="*/ 20 h 171"/>
                <a:gd name="T78" fmla="*/ 98 w 175"/>
                <a:gd name="T79" fmla="*/ 25 h 171"/>
                <a:gd name="T80" fmla="*/ 71 w 175"/>
                <a:gd name="T81" fmla="*/ 23 h 171"/>
                <a:gd name="T82" fmla="*/ 72 w 175"/>
                <a:gd name="T83" fmla="*/ 11 h 171"/>
                <a:gd name="T84" fmla="*/ 127 w 175"/>
                <a:gd name="T85" fmla="*/ 20 h 171"/>
                <a:gd name="T86" fmla="*/ 55 w 175"/>
                <a:gd name="T87" fmla="*/ 28 h 171"/>
                <a:gd name="T88" fmla="*/ 55 w 175"/>
                <a:gd name="T89" fmla="*/ 60 h 171"/>
                <a:gd name="T90" fmla="*/ 52 w 175"/>
                <a:gd name="T91" fmla="*/ 72 h 171"/>
                <a:gd name="T92" fmla="*/ 39 w 175"/>
                <a:gd name="T93" fmla="*/ 104 h 171"/>
                <a:gd name="T94" fmla="*/ 9 w 175"/>
                <a:gd name="T95" fmla="*/ 88 h 171"/>
                <a:gd name="T96" fmla="*/ 36 w 175"/>
                <a:gd name="T97" fmla="*/ 2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5" h="171">
                  <a:moveTo>
                    <a:pt x="65" y="171"/>
                  </a:moveTo>
                  <a:cubicBezTo>
                    <a:pt x="65" y="167"/>
                    <a:pt x="64" y="167"/>
                    <a:pt x="66" y="164"/>
                  </a:cubicBezTo>
                  <a:cubicBezTo>
                    <a:pt x="58" y="161"/>
                    <a:pt x="50" y="158"/>
                    <a:pt x="43" y="153"/>
                  </a:cubicBezTo>
                  <a:cubicBezTo>
                    <a:pt x="43" y="152"/>
                    <a:pt x="41" y="139"/>
                    <a:pt x="43" y="120"/>
                  </a:cubicBezTo>
                  <a:cubicBezTo>
                    <a:pt x="44" y="120"/>
                    <a:pt x="45" y="120"/>
                    <a:pt x="46" y="119"/>
                  </a:cubicBezTo>
                  <a:cubicBezTo>
                    <a:pt x="53" y="122"/>
                    <a:pt x="61" y="124"/>
                    <a:pt x="70" y="124"/>
                  </a:cubicBezTo>
                  <a:cubicBezTo>
                    <a:pt x="71" y="127"/>
                    <a:pt x="74" y="129"/>
                    <a:pt x="78" y="129"/>
                  </a:cubicBezTo>
                  <a:cubicBezTo>
                    <a:pt x="78" y="129"/>
                    <a:pt x="79" y="129"/>
                    <a:pt x="79" y="129"/>
                  </a:cubicBezTo>
                  <a:cubicBezTo>
                    <a:pt x="88" y="140"/>
                    <a:pt x="101" y="151"/>
                    <a:pt x="117" y="161"/>
                  </a:cubicBezTo>
                  <a:cubicBezTo>
                    <a:pt x="115" y="162"/>
                    <a:pt x="112" y="163"/>
                    <a:pt x="109" y="164"/>
                  </a:cubicBezTo>
                  <a:cubicBezTo>
                    <a:pt x="108" y="168"/>
                    <a:pt x="108" y="166"/>
                    <a:pt x="109" y="170"/>
                  </a:cubicBezTo>
                  <a:cubicBezTo>
                    <a:pt x="117" y="168"/>
                    <a:pt x="125" y="167"/>
                    <a:pt x="132" y="163"/>
                  </a:cubicBezTo>
                  <a:cubicBezTo>
                    <a:pt x="158" y="148"/>
                    <a:pt x="175" y="119"/>
                    <a:pt x="175" y="88"/>
                  </a:cubicBezTo>
                  <a:cubicBezTo>
                    <a:pt x="175" y="40"/>
                    <a:pt x="136" y="0"/>
                    <a:pt x="87" y="0"/>
                  </a:cubicBezTo>
                  <a:cubicBezTo>
                    <a:pt x="39" y="0"/>
                    <a:pt x="0" y="40"/>
                    <a:pt x="0" y="88"/>
                  </a:cubicBezTo>
                  <a:cubicBezTo>
                    <a:pt x="0" y="118"/>
                    <a:pt x="16" y="146"/>
                    <a:pt x="40" y="162"/>
                  </a:cubicBezTo>
                  <a:cubicBezTo>
                    <a:pt x="48" y="166"/>
                    <a:pt x="57" y="168"/>
                    <a:pt x="65" y="171"/>
                  </a:cubicBezTo>
                  <a:close/>
                  <a:moveTo>
                    <a:pt x="9" y="98"/>
                  </a:moveTo>
                  <a:cubicBezTo>
                    <a:pt x="14" y="102"/>
                    <a:pt x="22" y="108"/>
                    <a:pt x="33" y="113"/>
                  </a:cubicBezTo>
                  <a:cubicBezTo>
                    <a:pt x="33" y="116"/>
                    <a:pt x="34" y="118"/>
                    <a:pt x="36" y="119"/>
                  </a:cubicBezTo>
                  <a:cubicBezTo>
                    <a:pt x="35" y="131"/>
                    <a:pt x="35" y="141"/>
                    <a:pt x="36" y="147"/>
                  </a:cubicBezTo>
                  <a:cubicBezTo>
                    <a:pt x="21" y="135"/>
                    <a:pt x="12" y="117"/>
                    <a:pt x="9" y="98"/>
                  </a:cubicBezTo>
                  <a:close/>
                  <a:moveTo>
                    <a:pt x="46" y="21"/>
                  </a:moveTo>
                  <a:cubicBezTo>
                    <a:pt x="51" y="18"/>
                    <a:pt x="58" y="15"/>
                    <a:pt x="64" y="13"/>
                  </a:cubicBezTo>
                  <a:cubicBezTo>
                    <a:pt x="64" y="14"/>
                    <a:pt x="63" y="15"/>
                    <a:pt x="63" y="17"/>
                  </a:cubicBezTo>
                  <a:cubicBezTo>
                    <a:pt x="60" y="17"/>
                    <a:pt x="57" y="19"/>
                    <a:pt x="56" y="21"/>
                  </a:cubicBezTo>
                  <a:cubicBezTo>
                    <a:pt x="52" y="21"/>
                    <a:pt x="49" y="21"/>
                    <a:pt x="46" y="21"/>
                  </a:cubicBezTo>
                  <a:close/>
                  <a:moveTo>
                    <a:pt x="89" y="35"/>
                  </a:moveTo>
                  <a:cubicBezTo>
                    <a:pt x="89" y="35"/>
                    <a:pt x="89" y="35"/>
                    <a:pt x="89" y="35"/>
                  </a:cubicBezTo>
                  <a:cubicBezTo>
                    <a:pt x="78" y="41"/>
                    <a:pt x="69" y="49"/>
                    <a:pt x="62" y="57"/>
                  </a:cubicBezTo>
                  <a:cubicBezTo>
                    <a:pt x="62" y="49"/>
                    <a:pt x="64" y="41"/>
                    <a:pt x="65" y="34"/>
                  </a:cubicBezTo>
                  <a:cubicBezTo>
                    <a:pt x="67" y="33"/>
                    <a:pt x="69" y="32"/>
                    <a:pt x="71" y="30"/>
                  </a:cubicBezTo>
                  <a:cubicBezTo>
                    <a:pt x="77" y="31"/>
                    <a:pt x="83" y="32"/>
                    <a:pt x="89" y="35"/>
                  </a:cubicBezTo>
                  <a:close/>
                  <a:moveTo>
                    <a:pt x="166" y="88"/>
                  </a:moveTo>
                  <a:cubicBezTo>
                    <a:pt x="166" y="95"/>
                    <a:pt x="165" y="102"/>
                    <a:pt x="163" y="108"/>
                  </a:cubicBezTo>
                  <a:cubicBezTo>
                    <a:pt x="162" y="104"/>
                    <a:pt x="161" y="100"/>
                    <a:pt x="160" y="96"/>
                  </a:cubicBezTo>
                  <a:cubicBezTo>
                    <a:pt x="161" y="95"/>
                    <a:pt x="162" y="93"/>
                    <a:pt x="162" y="91"/>
                  </a:cubicBezTo>
                  <a:cubicBezTo>
                    <a:pt x="162" y="91"/>
                    <a:pt x="161" y="90"/>
                    <a:pt x="161" y="90"/>
                  </a:cubicBezTo>
                  <a:cubicBezTo>
                    <a:pt x="163" y="89"/>
                    <a:pt x="165" y="87"/>
                    <a:pt x="166" y="86"/>
                  </a:cubicBezTo>
                  <a:cubicBezTo>
                    <a:pt x="166" y="86"/>
                    <a:pt x="166" y="87"/>
                    <a:pt x="166" y="88"/>
                  </a:cubicBezTo>
                  <a:close/>
                  <a:moveTo>
                    <a:pt x="145" y="91"/>
                  </a:moveTo>
                  <a:cubicBezTo>
                    <a:pt x="145" y="92"/>
                    <a:pt x="145" y="93"/>
                    <a:pt x="145" y="94"/>
                  </a:cubicBezTo>
                  <a:cubicBezTo>
                    <a:pt x="126" y="109"/>
                    <a:pt x="106" y="117"/>
                    <a:pt x="86" y="118"/>
                  </a:cubicBezTo>
                  <a:cubicBezTo>
                    <a:pt x="84" y="115"/>
                    <a:pt x="81" y="112"/>
                    <a:pt x="78" y="112"/>
                  </a:cubicBezTo>
                  <a:cubicBezTo>
                    <a:pt x="77" y="112"/>
                    <a:pt x="76" y="112"/>
                    <a:pt x="76" y="112"/>
                  </a:cubicBezTo>
                  <a:cubicBezTo>
                    <a:pt x="69" y="101"/>
                    <a:pt x="65" y="89"/>
                    <a:pt x="63" y="75"/>
                  </a:cubicBezTo>
                  <a:cubicBezTo>
                    <a:pt x="66" y="74"/>
                    <a:pt x="67" y="71"/>
                    <a:pt x="67" y="68"/>
                  </a:cubicBezTo>
                  <a:cubicBezTo>
                    <a:pt x="67" y="66"/>
                    <a:pt x="67" y="65"/>
                    <a:pt x="66" y="63"/>
                  </a:cubicBezTo>
                  <a:cubicBezTo>
                    <a:pt x="73" y="54"/>
                    <a:pt x="82" y="47"/>
                    <a:pt x="93" y="41"/>
                  </a:cubicBezTo>
                  <a:cubicBezTo>
                    <a:pt x="94" y="42"/>
                    <a:pt x="96" y="42"/>
                    <a:pt x="98" y="42"/>
                  </a:cubicBezTo>
                  <a:cubicBezTo>
                    <a:pt x="100" y="42"/>
                    <a:pt x="102" y="42"/>
                    <a:pt x="103" y="40"/>
                  </a:cubicBezTo>
                  <a:cubicBezTo>
                    <a:pt x="122" y="50"/>
                    <a:pt x="137" y="65"/>
                    <a:pt x="147" y="85"/>
                  </a:cubicBezTo>
                  <a:cubicBezTo>
                    <a:pt x="146" y="86"/>
                    <a:pt x="145" y="89"/>
                    <a:pt x="145" y="91"/>
                  </a:cubicBezTo>
                  <a:close/>
                  <a:moveTo>
                    <a:pt x="56" y="78"/>
                  </a:moveTo>
                  <a:cubicBezTo>
                    <a:pt x="58" y="90"/>
                    <a:pt x="62" y="103"/>
                    <a:pt x="70" y="116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63" y="117"/>
                    <a:pt x="56" y="115"/>
                    <a:pt x="49" y="113"/>
                  </a:cubicBezTo>
                  <a:cubicBezTo>
                    <a:pt x="49" y="113"/>
                    <a:pt x="49" y="112"/>
                    <a:pt x="49" y="112"/>
                  </a:cubicBezTo>
                  <a:cubicBezTo>
                    <a:pt x="49" y="109"/>
                    <a:pt x="48" y="107"/>
                    <a:pt x="46" y="105"/>
                  </a:cubicBezTo>
                  <a:cubicBezTo>
                    <a:pt x="46" y="103"/>
                    <a:pt x="47" y="100"/>
                    <a:pt x="48" y="97"/>
                  </a:cubicBezTo>
                  <a:cubicBezTo>
                    <a:pt x="50" y="90"/>
                    <a:pt x="53" y="84"/>
                    <a:pt x="56" y="78"/>
                  </a:cubicBezTo>
                  <a:close/>
                  <a:moveTo>
                    <a:pt x="125" y="157"/>
                  </a:moveTo>
                  <a:cubicBezTo>
                    <a:pt x="108" y="148"/>
                    <a:pt x="95" y="137"/>
                    <a:pt x="85" y="125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108" y="124"/>
                    <a:pt x="130" y="115"/>
                    <a:pt x="151" y="99"/>
                  </a:cubicBezTo>
                  <a:cubicBezTo>
                    <a:pt x="152" y="99"/>
                    <a:pt x="152" y="99"/>
                    <a:pt x="153" y="99"/>
                  </a:cubicBezTo>
                  <a:cubicBezTo>
                    <a:pt x="153" y="99"/>
                    <a:pt x="153" y="99"/>
                    <a:pt x="153" y="99"/>
                  </a:cubicBezTo>
                  <a:cubicBezTo>
                    <a:pt x="156" y="106"/>
                    <a:pt x="158" y="113"/>
                    <a:pt x="159" y="120"/>
                  </a:cubicBezTo>
                  <a:cubicBezTo>
                    <a:pt x="152" y="136"/>
                    <a:pt x="140" y="149"/>
                    <a:pt x="125" y="157"/>
                  </a:cubicBezTo>
                  <a:close/>
                  <a:moveTo>
                    <a:pt x="165" y="77"/>
                  </a:moveTo>
                  <a:cubicBezTo>
                    <a:pt x="163" y="79"/>
                    <a:pt x="160" y="82"/>
                    <a:pt x="158" y="84"/>
                  </a:cubicBezTo>
                  <a:cubicBezTo>
                    <a:pt x="157" y="83"/>
                    <a:pt x="155" y="83"/>
                    <a:pt x="154" y="82"/>
                  </a:cubicBezTo>
                  <a:cubicBezTo>
                    <a:pt x="143" y="61"/>
                    <a:pt x="127" y="45"/>
                    <a:pt x="106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15" y="30"/>
                    <a:pt x="124" y="27"/>
                    <a:pt x="135" y="25"/>
                  </a:cubicBezTo>
                  <a:cubicBezTo>
                    <a:pt x="151" y="37"/>
                    <a:pt x="162" y="56"/>
                    <a:pt x="165" y="77"/>
                  </a:cubicBezTo>
                  <a:close/>
                  <a:moveTo>
                    <a:pt x="127" y="20"/>
                  </a:moveTo>
                  <a:cubicBezTo>
                    <a:pt x="118" y="22"/>
                    <a:pt x="110" y="25"/>
                    <a:pt x="103" y="28"/>
                  </a:cubicBezTo>
                  <a:cubicBezTo>
                    <a:pt x="102" y="26"/>
                    <a:pt x="100" y="25"/>
                    <a:pt x="98" y="25"/>
                  </a:cubicBezTo>
                  <a:cubicBezTo>
                    <a:pt x="95" y="25"/>
                    <a:pt x="93" y="26"/>
                    <a:pt x="92" y="28"/>
                  </a:cubicBezTo>
                  <a:cubicBezTo>
                    <a:pt x="85" y="26"/>
                    <a:pt x="78" y="24"/>
                    <a:pt x="71" y="23"/>
                  </a:cubicBezTo>
                  <a:cubicBezTo>
                    <a:pt x="71" y="22"/>
                    <a:pt x="70" y="20"/>
                    <a:pt x="69" y="19"/>
                  </a:cubicBezTo>
                  <a:cubicBezTo>
                    <a:pt x="70" y="16"/>
                    <a:pt x="72" y="13"/>
                    <a:pt x="72" y="11"/>
                  </a:cubicBezTo>
                  <a:cubicBezTo>
                    <a:pt x="77" y="10"/>
                    <a:pt x="82" y="9"/>
                    <a:pt x="87" y="9"/>
                  </a:cubicBezTo>
                  <a:cubicBezTo>
                    <a:pt x="102" y="9"/>
                    <a:pt x="115" y="13"/>
                    <a:pt x="127" y="20"/>
                  </a:cubicBezTo>
                  <a:close/>
                  <a:moveTo>
                    <a:pt x="36" y="29"/>
                  </a:moveTo>
                  <a:cubicBezTo>
                    <a:pt x="40" y="28"/>
                    <a:pt x="47" y="28"/>
                    <a:pt x="55" y="28"/>
                  </a:cubicBezTo>
                  <a:cubicBezTo>
                    <a:pt x="56" y="30"/>
                    <a:pt x="57" y="31"/>
                    <a:pt x="58" y="32"/>
                  </a:cubicBezTo>
                  <a:cubicBezTo>
                    <a:pt x="57" y="40"/>
                    <a:pt x="55" y="50"/>
                    <a:pt x="55" y="60"/>
                  </a:cubicBezTo>
                  <a:cubicBezTo>
                    <a:pt x="52" y="61"/>
                    <a:pt x="50" y="64"/>
                    <a:pt x="50" y="68"/>
                  </a:cubicBezTo>
                  <a:cubicBezTo>
                    <a:pt x="50" y="69"/>
                    <a:pt x="51" y="71"/>
                    <a:pt x="52" y="72"/>
                  </a:cubicBezTo>
                  <a:cubicBezTo>
                    <a:pt x="47" y="80"/>
                    <a:pt x="44" y="88"/>
                    <a:pt x="41" y="95"/>
                  </a:cubicBezTo>
                  <a:cubicBezTo>
                    <a:pt x="40" y="98"/>
                    <a:pt x="40" y="101"/>
                    <a:pt x="39" y="104"/>
                  </a:cubicBezTo>
                  <a:cubicBezTo>
                    <a:pt x="37" y="105"/>
                    <a:pt x="36" y="105"/>
                    <a:pt x="35" y="106"/>
                  </a:cubicBezTo>
                  <a:cubicBezTo>
                    <a:pt x="21" y="99"/>
                    <a:pt x="12" y="91"/>
                    <a:pt x="9" y="88"/>
                  </a:cubicBezTo>
                  <a:cubicBezTo>
                    <a:pt x="9" y="88"/>
                    <a:pt x="9" y="88"/>
                    <a:pt x="9" y="88"/>
                  </a:cubicBezTo>
                  <a:cubicBezTo>
                    <a:pt x="9" y="64"/>
                    <a:pt x="19" y="43"/>
                    <a:pt x="36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7" name="Freeform 250"/>
            <p:cNvSpPr>
              <a:spLocks/>
            </p:cNvSpPr>
            <p:nvPr/>
          </p:nvSpPr>
          <p:spPr bwMode="auto">
            <a:xfrm>
              <a:off x="2769" y="2318"/>
              <a:ext cx="217" cy="51"/>
            </a:xfrm>
            <a:custGeom>
              <a:avLst/>
              <a:gdLst>
                <a:gd name="T0" fmla="*/ 46 w 91"/>
                <a:gd name="T1" fmla="*/ 21 h 21"/>
                <a:gd name="T2" fmla="*/ 0 w 91"/>
                <a:gd name="T3" fmla="*/ 8 h 21"/>
                <a:gd name="T4" fmla="*/ 4 w 91"/>
                <a:gd name="T5" fmla="*/ 0 h 21"/>
                <a:gd name="T6" fmla="*/ 46 w 91"/>
                <a:gd name="T7" fmla="*/ 13 h 21"/>
                <a:gd name="T8" fmla="*/ 86 w 91"/>
                <a:gd name="T9" fmla="*/ 2 h 21"/>
                <a:gd name="T10" fmla="*/ 91 w 91"/>
                <a:gd name="T11" fmla="*/ 9 h 21"/>
                <a:gd name="T12" fmla="*/ 46 w 91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" h="21">
                  <a:moveTo>
                    <a:pt x="46" y="21"/>
                  </a:moveTo>
                  <a:cubicBezTo>
                    <a:pt x="30" y="21"/>
                    <a:pt x="14" y="17"/>
                    <a:pt x="0" y="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7" y="8"/>
                    <a:pt x="31" y="13"/>
                    <a:pt x="46" y="13"/>
                  </a:cubicBezTo>
                  <a:cubicBezTo>
                    <a:pt x="60" y="13"/>
                    <a:pt x="74" y="9"/>
                    <a:pt x="86" y="2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77" y="17"/>
                    <a:pt x="62" y="21"/>
                    <a:pt x="46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49" name="Group 253"/>
          <p:cNvGrpSpPr>
            <a:grpSpLocks noChangeAspect="1"/>
          </p:cNvGrpSpPr>
          <p:nvPr/>
        </p:nvGrpSpPr>
        <p:grpSpPr bwMode="auto">
          <a:xfrm>
            <a:off x="5817788" y="906431"/>
            <a:ext cx="1000125" cy="831850"/>
            <a:chOff x="2565" y="1898"/>
            <a:chExt cx="630" cy="524"/>
          </a:xfrm>
        </p:grpSpPr>
        <p:sp>
          <p:nvSpPr>
            <p:cNvPr id="650" name="AutoShape 252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1" name="Freeform 254"/>
            <p:cNvSpPr>
              <a:spLocks/>
            </p:cNvSpPr>
            <p:nvPr/>
          </p:nvSpPr>
          <p:spPr bwMode="auto">
            <a:xfrm>
              <a:off x="2565" y="1898"/>
              <a:ext cx="628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7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7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2" name="Freeform 255"/>
            <p:cNvSpPr>
              <a:spLocks noEditPoints="1"/>
            </p:cNvSpPr>
            <p:nvPr/>
          </p:nvSpPr>
          <p:spPr bwMode="auto">
            <a:xfrm>
              <a:off x="2692" y="1953"/>
              <a:ext cx="374" cy="412"/>
            </a:xfrm>
            <a:custGeom>
              <a:avLst/>
              <a:gdLst>
                <a:gd name="T0" fmla="*/ 83 w 157"/>
                <a:gd name="T1" fmla="*/ 172 h 172"/>
                <a:gd name="T2" fmla="*/ 83 w 157"/>
                <a:gd name="T3" fmla="*/ 117 h 172"/>
                <a:gd name="T4" fmla="*/ 93 w 157"/>
                <a:gd name="T5" fmla="*/ 139 h 172"/>
                <a:gd name="T6" fmla="*/ 86 w 157"/>
                <a:gd name="T7" fmla="*/ 116 h 172"/>
                <a:gd name="T8" fmla="*/ 124 w 157"/>
                <a:gd name="T9" fmla="*/ 160 h 172"/>
                <a:gd name="T10" fmla="*/ 94 w 157"/>
                <a:gd name="T11" fmla="*/ 112 h 172"/>
                <a:gd name="T12" fmla="*/ 114 w 157"/>
                <a:gd name="T13" fmla="*/ 126 h 172"/>
                <a:gd name="T14" fmla="*/ 97 w 157"/>
                <a:gd name="T15" fmla="*/ 109 h 172"/>
                <a:gd name="T16" fmla="*/ 149 w 157"/>
                <a:gd name="T17" fmla="*/ 128 h 172"/>
                <a:gd name="T18" fmla="*/ 102 w 157"/>
                <a:gd name="T19" fmla="*/ 101 h 172"/>
                <a:gd name="T20" fmla="*/ 125 w 157"/>
                <a:gd name="T21" fmla="*/ 103 h 172"/>
                <a:gd name="T22" fmla="*/ 103 w 157"/>
                <a:gd name="T23" fmla="*/ 98 h 172"/>
                <a:gd name="T24" fmla="*/ 157 w 157"/>
                <a:gd name="T25" fmla="*/ 88 h 172"/>
                <a:gd name="T26" fmla="*/ 103 w 157"/>
                <a:gd name="T27" fmla="*/ 88 h 172"/>
                <a:gd name="T28" fmla="*/ 124 w 157"/>
                <a:gd name="T29" fmla="*/ 79 h 172"/>
                <a:gd name="T30" fmla="*/ 102 w 157"/>
                <a:gd name="T31" fmla="*/ 85 h 172"/>
                <a:gd name="T32" fmla="*/ 143 w 157"/>
                <a:gd name="T33" fmla="*/ 49 h 172"/>
                <a:gd name="T34" fmla="*/ 97 w 157"/>
                <a:gd name="T35" fmla="*/ 77 h 172"/>
                <a:gd name="T36" fmla="*/ 111 w 157"/>
                <a:gd name="T37" fmla="*/ 58 h 172"/>
                <a:gd name="T38" fmla="*/ 94 w 157"/>
                <a:gd name="T39" fmla="*/ 74 h 172"/>
                <a:gd name="T40" fmla="*/ 113 w 157"/>
                <a:gd name="T41" fmla="*/ 22 h 172"/>
                <a:gd name="T42" fmla="*/ 86 w 157"/>
                <a:gd name="T43" fmla="*/ 70 h 172"/>
                <a:gd name="T44" fmla="*/ 88 w 157"/>
                <a:gd name="T45" fmla="*/ 46 h 172"/>
                <a:gd name="T46" fmla="*/ 83 w 157"/>
                <a:gd name="T47" fmla="*/ 69 h 172"/>
                <a:gd name="T48" fmla="*/ 72 w 157"/>
                <a:gd name="T49" fmla="*/ 0 h 172"/>
                <a:gd name="T50" fmla="*/ 71 w 157"/>
                <a:gd name="T51" fmla="*/ 46 h 172"/>
                <a:gd name="T52" fmla="*/ 71 w 157"/>
                <a:gd name="T53" fmla="*/ 70 h 172"/>
                <a:gd name="T54" fmla="*/ 46 w 157"/>
                <a:gd name="T55" fmla="*/ 22 h 172"/>
                <a:gd name="T56" fmla="*/ 63 w 157"/>
                <a:gd name="T57" fmla="*/ 74 h 172"/>
                <a:gd name="T58" fmla="*/ 48 w 157"/>
                <a:gd name="T59" fmla="*/ 56 h 172"/>
                <a:gd name="T60" fmla="*/ 60 w 157"/>
                <a:gd name="T61" fmla="*/ 76 h 172"/>
                <a:gd name="T62" fmla="*/ 14 w 157"/>
                <a:gd name="T63" fmla="*/ 49 h 172"/>
                <a:gd name="T64" fmla="*/ 55 w 157"/>
                <a:gd name="T65" fmla="*/ 84 h 172"/>
                <a:gd name="T66" fmla="*/ 34 w 157"/>
                <a:gd name="T67" fmla="*/ 76 h 172"/>
                <a:gd name="T68" fmla="*/ 54 w 157"/>
                <a:gd name="T69" fmla="*/ 88 h 172"/>
                <a:gd name="T70" fmla="*/ 1 w 157"/>
                <a:gd name="T71" fmla="*/ 85 h 172"/>
                <a:gd name="T72" fmla="*/ 54 w 157"/>
                <a:gd name="T73" fmla="*/ 97 h 172"/>
                <a:gd name="T74" fmla="*/ 31 w 157"/>
                <a:gd name="T75" fmla="*/ 101 h 172"/>
                <a:gd name="T76" fmla="*/ 55 w 157"/>
                <a:gd name="T77" fmla="*/ 101 h 172"/>
                <a:gd name="T78" fmla="*/ 5 w 157"/>
                <a:gd name="T79" fmla="*/ 127 h 172"/>
                <a:gd name="T80" fmla="*/ 59 w 157"/>
                <a:gd name="T81" fmla="*/ 109 h 172"/>
                <a:gd name="T82" fmla="*/ 41 w 157"/>
                <a:gd name="T83" fmla="*/ 123 h 172"/>
                <a:gd name="T84" fmla="*/ 62 w 157"/>
                <a:gd name="T85" fmla="*/ 111 h 172"/>
                <a:gd name="T86" fmla="*/ 33 w 157"/>
                <a:gd name="T87" fmla="*/ 159 h 172"/>
                <a:gd name="T88" fmla="*/ 70 w 157"/>
                <a:gd name="T89" fmla="*/ 116 h 172"/>
                <a:gd name="T90" fmla="*/ 61 w 157"/>
                <a:gd name="T91" fmla="*/ 138 h 172"/>
                <a:gd name="T92" fmla="*/ 73 w 157"/>
                <a:gd name="T93" fmla="*/ 117 h 172"/>
                <a:gd name="T94" fmla="*/ 71 w 157"/>
                <a:gd name="T95" fmla="*/ 172 h 172"/>
                <a:gd name="T96" fmla="*/ 78 w 157"/>
                <a:gd name="T97" fmla="*/ 71 h 172"/>
                <a:gd name="T98" fmla="*/ 78 w 157"/>
                <a:gd name="T99" fmla="*/ 11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72">
                  <a:moveTo>
                    <a:pt x="71" y="172"/>
                  </a:moveTo>
                  <a:cubicBezTo>
                    <a:pt x="83" y="172"/>
                    <a:pt x="83" y="172"/>
                    <a:pt x="83" y="172"/>
                  </a:cubicBezTo>
                  <a:cubicBezTo>
                    <a:pt x="82" y="117"/>
                    <a:pt x="82" y="117"/>
                    <a:pt x="82" y="117"/>
                  </a:cubicBezTo>
                  <a:cubicBezTo>
                    <a:pt x="83" y="117"/>
                    <a:pt x="83" y="117"/>
                    <a:pt x="83" y="117"/>
                  </a:cubicBezTo>
                  <a:cubicBezTo>
                    <a:pt x="86" y="140"/>
                    <a:pt x="86" y="140"/>
                    <a:pt x="86" y="140"/>
                  </a:cubicBezTo>
                  <a:cubicBezTo>
                    <a:pt x="93" y="139"/>
                    <a:pt x="93" y="139"/>
                    <a:pt x="93" y="139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86" y="117"/>
                    <a:pt x="86" y="116"/>
                    <a:pt x="86" y="116"/>
                  </a:cubicBezTo>
                  <a:cubicBezTo>
                    <a:pt x="113" y="166"/>
                    <a:pt x="113" y="166"/>
                    <a:pt x="113" y="166"/>
                  </a:cubicBezTo>
                  <a:cubicBezTo>
                    <a:pt x="124" y="160"/>
                    <a:pt x="124" y="160"/>
                    <a:pt x="124" y="160"/>
                  </a:cubicBezTo>
                  <a:cubicBezTo>
                    <a:pt x="94" y="112"/>
                    <a:pt x="94" y="112"/>
                    <a:pt x="94" y="112"/>
                  </a:cubicBezTo>
                  <a:cubicBezTo>
                    <a:pt x="94" y="112"/>
                    <a:pt x="94" y="112"/>
                    <a:pt x="94" y="112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14" y="126"/>
                    <a:pt x="114" y="126"/>
                    <a:pt x="114" y="126"/>
                  </a:cubicBezTo>
                  <a:cubicBezTo>
                    <a:pt x="97" y="110"/>
                    <a:pt x="97" y="110"/>
                    <a:pt x="97" y="110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9" y="128"/>
                    <a:pt x="149" y="128"/>
                    <a:pt x="149" y="128"/>
                  </a:cubicBezTo>
                  <a:cubicBezTo>
                    <a:pt x="101" y="102"/>
                    <a:pt x="101" y="102"/>
                    <a:pt x="101" y="102"/>
                  </a:cubicBezTo>
                  <a:cubicBezTo>
                    <a:pt x="101" y="102"/>
                    <a:pt x="102" y="101"/>
                    <a:pt x="102" y="101"/>
                  </a:cubicBezTo>
                  <a:cubicBezTo>
                    <a:pt x="123" y="110"/>
                    <a:pt x="123" y="110"/>
                    <a:pt x="123" y="110"/>
                  </a:cubicBezTo>
                  <a:cubicBezTo>
                    <a:pt x="125" y="103"/>
                    <a:pt x="125" y="103"/>
                    <a:pt x="125" y="103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02" y="98"/>
                    <a:pt x="103" y="98"/>
                    <a:pt x="103" y="98"/>
                  </a:cubicBezTo>
                  <a:cubicBezTo>
                    <a:pt x="157" y="100"/>
                    <a:pt x="157" y="100"/>
                    <a:pt x="157" y="100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03" y="89"/>
                    <a:pt x="103" y="89"/>
                    <a:pt x="103" y="89"/>
                  </a:cubicBezTo>
                  <a:cubicBezTo>
                    <a:pt x="103" y="89"/>
                    <a:pt x="103" y="89"/>
                    <a:pt x="103" y="88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4" y="79"/>
                    <a:pt x="124" y="79"/>
                    <a:pt x="124" y="79"/>
                  </a:cubicBezTo>
                  <a:cubicBezTo>
                    <a:pt x="102" y="85"/>
                    <a:pt x="102" y="85"/>
                    <a:pt x="102" y="85"/>
                  </a:cubicBezTo>
                  <a:cubicBezTo>
                    <a:pt x="102" y="85"/>
                    <a:pt x="102" y="85"/>
                    <a:pt x="102" y="85"/>
                  </a:cubicBezTo>
                  <a:cubicBezTo>
                    <a:pt x="149" y="60"/>
                    <a:pt x="149" y="60"/>
                    <a:pt x="149" y="60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97" y="77"/>
                    <a:pt x="97" y="77"/>
                    <a:pt x="97" y="77"/>
                  </a:cubicBezTo>
                  <a:cubicBezTo>
                    <a:pt x="97" y="77"/>
                    <a:pt x="97" y="77"/>
                    <a:pt x="97" y="77"/>
                  </a:cubicBezTo>
                  <a:cubicBezTo>
                    <a:pt x="115" y="63"/>
                    <a:pt x="115" y="63"/>
                    <a:pt x="115" y="63"/>
                  </a:cubicBezTo>
                  <a:cubicBezTo>
                    <a:pt x="111" y="58"/>
                    <a:pt x="111" y="58"/>
                    <a:pt x="111" y="58"/>
                  </a:cubicBezTo>
                  <a:cubicBezTo>
                    <a:pt x="95" y="75"/>
                    <a:pt x="95" y="75"/>
                    <a:pt x="95" y="75"/>
                  </a:cubicBezTo>
                  <a:cubicBezTo>
                    <a:pt x="95" y="75"/>
                    <a:pt x="95" y="75"/>
                    <a:pt x="94" y="74"/>
                  </a:cubicBezTo>
                  <a:cubicBezTo>
                    <a:pt x="124" y="28"/>
                    <a:pt x="124" y="28"/>
                    <a:pt x="124" y="28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6" y="70"/>
                    <a:pt x="86" y="7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3" y="69"/>
                    <a:pt x="83" y="69"/>
                    <a:pt x="83" y="69"/>
                  </a:cubicBezTo>
                  <a:cubicBezTo>
                    <a:pt x="83" y="69"/>
                    <a:pt x="83" y="69"/>
                    <a:pt x="83" y="69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1" y="46"/>
                    <a:pt x="71" y="46"/>
                    <a:pt x="71" y="46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63" y="74"/>
                    <a:pt x="63" y="74"/>
                    <a:pt x="63" y="74"/>
                  </a:cubicBezTo>
                  <a:cubicBezTo>
                    <a:pt x="63" y="74"/>
                    <a:pt x="62" y="74"/>
                    <a:pt x="62" y="7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3" y="60"/>
                    <a:pt x="43" y="60"/>
                    <a:pt x="43" y="60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60" y="77"/>
                    <a:pt x="60" y="77"/>
                    <a:pt x="60" y="77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55" y="84"/>
                    <a:pt x="55" y="84"/>
                    <a:pt x="55" y="84"/>
                  </a:cubicBezTo>
                  <a:cubicBezTo>
                    <a:pt x="55" y="85"/>
                    <a:pt x="55" y="85"/>
                    <a:pt x="55" y="85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2" y="82"/>
                    <a:pt x="32" y="82"/>
                    <a:pt x="32" y="82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8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11" y="138"/>
                    <a:pt x="11" y="138"/>
                    <a:pt x="11" y="138"/>
                  </a:cubicBezTo>
                  <a:cubicBezTo>
                    <a:pt x="59" y="109"/>
                    <a:pt x="59" y="109"/>
                    <a:pt x="59" y="109"/>
                  </a:cubicBezTo>
                  <a:cubicBezTo>
                    <a:pt x="59" y="109"/>
                    <a:pt x="59" y="109"/>
                    <a:pt x="60" y="109"/>
                  </a:cubicBezTo>
                  <a:cubicBezTo>
                    <a:pt x="41" y="123"/>
                    <a:pt x="41" y="123"/>
                    <a:pt x="41" y="123"/>
                  </a:cubicBezTo>
                  <a:cubicBezTo>
                    <a:pt x="46" y="128"/>
                    <a:pt x="46" y="128"/>
                    <a:pt x="46" y="128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1"/>
                    <a:pt x="62" y="112"/>
                    <a:pt x="62" y="112"/>
                  </a:cubicBezTo>
                  <a:cubicBezTo>
                    <a:pt x="33" y="159"/>
                    <a:pt x="33" y="159"/>
                    <a:pt x="33" y="159"/>
                  </a:cubicBezTo>
                  <a:cubicBezTo>
                    <a:pt x="43" y="166"/>
                    <a:pt x="43" y="166"/>
                    <a:pt x="43" y="166"/>
                  </a:cubicBezTo>
                  <a:cubicBezTo>
                    <a:pt x="70" y="116"/>
                    <a:pt x="70" y="116"/>
                    <a:pt x="70" y="116"/>
                  </a:cubicBezTo>
                  <a:cubicBezTo>
                    <a:pt x="70" y="116"/>
                    <a:pt x="70" y="116"/>
                    <a:pt x="70" y="116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8" y="140"/>
                    <a:pt x="68" y="140"/>
                    <a:pt x="68" y="140"/>
                  </a:cubicBezTo>
                  <a:cubicBezTo>
                    <a:pt x="73" y="117"/>
                    <a:pt x="73" y="117"/>
                    <a:pt x="73" y="117"/>
                  </a:cubicBezTo>
                  <a:cubicBezTo>
                    <a:pt x="73" y="117"/>
                    <a:pt x="73" y="117"/>
                    <a:pt x="73" y="117"/>
                  </a:cubicBezTo>
                  <a:lnTo>
                    <a:pt x="71" y="172"/>
                  </a:lnTo>
                  <a:close/>
                  <a:moveTo>
                    <a:pt x="56" y="93"/>
                  </a:moveTo>
                  <a:cubicBezTo>
                    <a:pt x="56" y="81"/>
                    <a:pt x="66" y="71"/>
                    <a:pt x="78" y="71"/>
                  </a:cubicBezTo>
                  <a:cubicBezTo>
                    <a:pt x="91" y="71"/>
                    <a:pt x="101" y="81"/>
                    <a:pt x="101" y="93"/>
                  </a:cubicBezTo>
                  <a:cubicBezTo>
                    <a:pt x="101" y="105"/>
                    <a:pt x="91" y="115"/>
                    <a:pt x="78" y="115"/>
                  </a:cubicBezTo>
                  <a:cubicBezTo>
                    <a:pt x="66" y="115"/>
                    <a:pt x="56" y="105"/>
                    <a:pt x="56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54" name="Group 258"/>
          <p:cNvGrpSpPr>
            <a:grpSpLocks noChangeAspect="1"/>
          </p:cNvGrpSpPr>
          <p:nvPr/>
        </p:nvGrpSpPr>
        <p:grpSpPr bwMode="auto">
          <a:xfrm>
            <a:off x="7437208" y="812935"/>
            <a:ext cx="1000125" cy="833437"/>
            <a:chOff x="1520" y="3335"/>
            <a:chExt cx="630" cy="525"/>
          </a:xfrm>
        </p:grpSpPr>
        <p:sp>
          <p:nvSpPr>
            <p:cNvPr id="655" name="AutoShape 257"/>
            <p:cNvSpPr>
              <a:spLocks noChangeAspect="1" noChangeArrowheads="1" noTextEdit="1"/>
            </p:cNvSpPr>
            <p:nvPr/>
          </p:nvSpPr>
          <p:spPr bwMode="auto">
            <a:xfrm>
              <a:off x="1520" y="3335"/>
              <a:ext cx="630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6" name="Freeform 259"/>
            <p:cNvSpPr>
              <a:spLocks/>
            </p:cNvSpPr>
            <p:nvPr/>
          </p:nvSpPr>
          <p:spPr bwMode="auto">
            <a:xfrm>
              <a:off x="1520" y="3337"/>
              <a:ext cx="628" cy="521"/>
            </a:xfrm>
            <a:custGeom>
              <a:avLst/>
              <a:gdLst>
                <a:gd name="T0" fmla="*/ 263 w 263"/>
                <a:gd name="T1" fmla="*/ 195 h 217"/>
                <a:gd name="T2" fmla="*/ 239 w 263"/>
                <a:gd name="T3" fmla="*/ 217 h 217"/>
                <a:gd name="T4" fmla="*/ 23 w 263"/>
                <a:gd name="T5" fmla="*/ 217 h 217"/>
                <a:gd name="T6" fmla="*/ 0 w 263"/>
                <a:gd name="T7" fmla="*/ 195 h 217"/>
                <a:gd name="T8" fmla="*/ 0 w 263"/>
                <a:gd name="T9" fmla="*/ 23 h 217"/>
                <a:gd name="T10" fmla="*/ 23 w 263"/>
                <a:gd name="T11" fmla="*/ 0 h 217"/>
                <a:gd name="T12" fmla="*/ 239 w 263"/>
                <a:gd name="T13" fmla="*/ 0 h 217"/>
                <a:gd name="T14" fmla="*/ 263 w 263"/>
                <a:gd name="T15" fmla="*/ 23 h 217"/>
                <a:gd name="T16" fmla="*/ 263 w 263"/>
                <a:gd name="T17" fmla="*/ 195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7">
                  <a:moveTo>
                    <a:pt x="263" y="195"/>
                  </a:moveTo>
                  <a:cubicBezTo>
                    <a:pt x="263" y="207"/>
                    <a:pt x="253" y="217"/>
                    <a:pt x="239" y="217"/>
                  </a:cubicBezTo>
                  <a:cubicBezTo>
                    <a:pt x="23" y="217"/>
                    <a:pt x="23" y="217"/>
                    <a:pt x="23" y="217"/>
                  </a:cubicBezTo>
                  <a:cubicBezTo>
                    <a:pt x="10" y="217"/>
                    <a:pt x="0" y="207"/>
                    <a:pt x="0" y="19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3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7" name="Freeform 260"/>
            <p:cNvSpPr>
              <a:spLocks noEditPoints="1"/>
            </p:cNvSpPr>
            <p:nvPr/>
          </p:nvSpPr>
          <p:spPr bwMode="auto">
            <a:xfrm>
              <a:off x="1596" y="3431"/>
              <a:ext cx="475" cy="333"/>
            </a:xfrm>
            <a:custGeom>
              <a:avLst/>
              <a:gdLst>
                <a:gd name="T0" fmla="*/ 185 w 199"/>
                <a:gd name="T1" fmla="*/ 106 h 139"/>
                <a:gd name="T2" fmla="*/ 177 w 199"/>
                <a:gd name="T3" fmla="*/ 106 h 139"/>
                <a:gd name="T4" fmla="*/ 177 w 199"/>
                <a:gd name="T5" fmla="*/ 0 h 139"/>
                <a:gd name="T6" fmla="*/ 133 w 199"/>
                <a:gd name="T7" fmla="*/ 0 h 139"/>
                <a:gd name="T8" fmla="*/ 133 w 199"/>
                <a:gd name="T9" fmla="*/ 106 h 139"/>
                <a:gd name="T10" fmla="*/ 125 w 199"/>
                <a:gd name="T11" fmla="*/ 106 h 139"/>
                <a:gd name="T12" fmla="*/ 125 w 199"/>
                <a:gd name="T13" fmla="*/ 61 h 139"/>
                <a:gd name="T14" fmla="*/ 118 w 199"/>
                <a:gd name="T15" fmla="*/ 61 h 139"/>
                <a:gd name="T16" fmla="*/ 118 w 199"/>
                <a:gd name="T17" fmla="*/ 50 h 139"/>
                <a:gd name="T18" fmla="*/ 80 w 199"/>
                <a:gd name="T19" fmla="*/ 62 h 139"/>
                <a:gd name="T20" fmla="*/ 80 w 199"/>
                <a:gd name="T21" fmla="*/ 107 h 139"/>
                <a:gd name="T22" fmla="*/ 72 w 199"/>
                <a:gd name="T23" fmla="*/ 107 h 139"/>
                <a:gd name="T24" fmla="*/ 72 w 199"/>
                <a:gd name="T25" fmla="*/ 24 h 139"/>
                <a:gd name="T26" fmla="*/ 63 w 199"/>
                <a:gd name="T27" fmla="*/ 24 h 139"/>
                <a:gd name="T28" fmla="*/ 63 w 199"/>
                <a:gd name="T29" fmla="*/ 5 h 139"/>
                <a:gd name="T30" fmla="*/ 31 w 199"/>
                <a:gd name="T31" fmla="*/ 16 h 139"/>
                <a:gd name="T32" fmla="*/ 31 w 199"/>
                <a:gd name="T33" fmla="*/ 24 h 139"/>
                <a:gd name="T34" fmla="*/ 15 w 199"/>
                <a:gd name="T35" fmla="*/ 24 h 139"/>
                <a:gd name="T36" fmla="*/ 15 w 199"/>
                <a:gd name="T37" fmla="*/ 106 h 139"/>
                <a:gd name="T38" fmla="*/ 9 w 199"/>
                <a:gd name="T39" fmla="*/ 106 h 139"/>
                <a:gd name="T40" fmla="*/ 0 w 199"/>
                <a:gd name="T41" fmla="*/ 131 h 139"/>
                <a:gd name="T42" fmla="*/ 0 w 199"/>
                <a:gd name="T43" fmla="*/ 131 h 139"/>
                <a:gd name="T44" fmla="*/ 0 w 199"/>
                <a:gd name="T45" fmla="*/ 139 h 139"/>
                <a:gd name="T46" fmla="*/ 155 w 199"/>
                <a:gd name="T47" fmla="*/ 139 h 139"/>
                <a:gd name="T48" fmla="*/ 192 w 199"/>
                <a:gd name="T49" fmla="*/ 139 h 139"/>
                <a:gd name="T50" fmla="*/ 199 w 199"/>
                <a:gd name="T51" fmla="*/ 139 h 139"/>
                <a:gd name="T52" fmla="*/ 199 w 199"/>
                <a:gd name="T53" fmla="*/ 132 h 139"/>
                <a:gd name="T54" fmla="*/ 185 w 199"/>
                <a:gd name="T55" fmla="*/ 106 h 139"/>
                <a:gd name="T56" fmla="*/ 15 w 199"/>
                <a:gd name="T57" fmla="*/ 115 h 139"/>
                <a:gd name="T58" fmla="*/ 23 w 199"/>
                <a:gd name="T59" fmla="*/ 115 h 139"/>
                <a:gd name="T60" fmla="*/ 23 w 199"/>
                <a:gd name="T61" fmla="*/ 33 h 139"/>
                <a:gd name="T62" fmla="*/ 39 w 199"/>
                <a:gd name="T63" fmla="*/ 33 h 139"/>
                <a:gd name="T64" fmla="*/ 39 w 199"/>
                <a:gd name="T65" fmla="*/ 22 h 139"/>
                <a:gd name="T66" fmla="*/ 54 w 199"/>
                <a:gd name="T67" fmla="*/ 17 h 139"/>
                <a:gd name="T68" fmla="*/ 54 w 199"/>
                <a:gd name="T69" fmla="*/ 33 h 139"/>
                <a:gd name="T70" fmla="*/ 64 w 199"/>
                <a:gd name="T71" fmla="*/ 33 h 139"/>
                <a:gd name="T72" fmla="*/ 64 w 199"/>
                <a:gd name="T73" fmla="*/ 115 h 139"/>
                <a:gd name="T74" fmla="*/ 88 w 199"/>
                <a:gd name="T75" fmla="*/ 115 h 139"/>
                <a:gd name="T76" fmla="*/ 88 w 199"/>
                <a:gd name="T77" fmla="*/ 68 h 139"/>
                <a:gd name="T78" fmla="*/ 109 w 199"/>
                <a:gd name="T79" fmla="*/ 62 h 139"/>
                <a:gd name="T80" fmla="*/ 109 w 199"/>
                <a:gd name="T81" fmla="*/ 69 h 139"/>
                <a:gd name="T82" fmla="*/ 116 w 199"/>
                <a:gd name="T83" fmla="*/ 69 h 139"/>
                <a:gd name="T84" fmla="*/ 116 w 199"/>
                <a:gd name="T85" fmla="*/ 115 h 139"/>
                <a:gd name="T86" fmla="*/ 141 w 199"/>
                <a:gd name="T87" fmla="*/ 115 h 139"/>
                <a:gd name="T88" fmla="*/ 141 w 199"/>
                <a:gd name="T89" fmla="*/ 8 h 139"/>
                <a:gd name="T90" fmla="*/ 169 w 199"/>
                <a:gd name="T91" fmla="*/ 8 h 139"/>
                <a:gd name="T92" fmla="*/ 169 w 199"/>
                <a:gd name="T93" fmla="*/ 115 h 139"/>
                <a:gd name="T94" fmla="*/ 180 w 199"/>
                <a:gd name="T95" fmla="*/ 115 h 139"/>
                <a:gd name="T96" fmla="*/ 189 w 199"/>
                <a:gd name="T97" fmla="*/ 131 h 139"/>
                <a:gd name="T98" fmla="*/ 154 w 199"/>
                <a:gd name="T99" fmla="*/ 131 h 139"/>
                <a:gd name="T100" fmla="*/ 154 w 199"/>
                <a:gd name="T101" fmla="*/ 131 h 139"/>
                <a:gd name="T102" fmla="*/ 9 w 199"/>
                <a:gd name="T103" fmla="*/ 131 h 139"/>
                <a:gd name="T104" fmla="*/ 15 w 199"/>
                <a:gd name="T105" fmla="*/ 11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9" h="139">
                  <a:moveTo>
                    <a:pt x="185" y="106"/>
                  </a:moveTo>
                  <a:cubicBezTo>
                    <a:pt x="177" y="106"/>
                    <a:pt x="177" y="106"/>
                    <a:pt x="177" y="106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3" y="106"/>
                    <a:pt x="133" y="106"/>
                    <a:pt x="133" y="106"/>
                  </a:cubicBezTo>
                  <a:cubicBezTo>
                    <a:pt x="125" y="106"/>
                    <a:pt x="125" y="106"/>
                    <a:pt x="125" y="106"/>
                  </a:cubicBezTo>
                  <a:cubicBezTo>
                    <a:pt x="125" y="61"/>
                    <a:pt x="125" y="61"/>
                    <a:pt x="125" y="61"/>
                  </a:cubicBezTo>
                  <a:cubicBezTo>
                    <a:pt x="118" y="61"/>
                    <a:pt x="118" y="61"/>
                    <a:pt x="118" y="61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80" y="62"/>
                    <a:pt x="80" y="62"/>
                    <a:pt x="80" y="62"/>
                  </a:cubicBezTo>
                  <a:cubicBezTo>
                    <a:pt x="80" y="107"/>
                    <a:pt x="80" y="107"/>
                    <a:pt x="80" y="107"/>
                  </a:cubicBezTo>
                  <a:cubicBezTo>
                    <a:pt x="72" y="107"/>
                    <a:pt x="72" y="107"/>
                    <a:pt x="72" y="107"/>
                  </a:cubicBezTo>
                  <a:cubicBezTo>
                    <a:pt x="72" y="24"/>
                    <a:pt x="72" y="24"/>
                    <a:pt x="72" y="24"/>
                  </a:cubicBezTo>
                  <a:cubicBezTo>
                    <a:pt x="63" y="24"/>
                    <a:pt x="63" y="24"/>
                    <a:pt x="63" y="24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106"/>
                    <a:pt x="15" y="106"/>
                    <a:pt x="15" y="106"/>
                  </a:cubicBezTo>
                  <a:cubicBezTo>
                    <a:pt x="9" y="106"/>
                    <a:pt x="9" y="106"/>
                    <a:pt x="9" y="106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155" y="139"/>
                    <a:pt x="155" y="139"/>
                    <a:pt x="155" y="139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9" y="139"/>
                    <a:pt x="199" y="139"/>
                    <a:pt x="199" y="139"/>
                  </a:cubicBezTo>
                  <a:cubicBezTo>
                    <a:pt x="199" y="132"/>
                    <a:pt x="199" y="132"/>
                    <a:pt x="199" y="132"/>
                  </a:cubicBezTo>
                  <a:lnTo>
                    <a:pt x="185" y="106"/>
                  </a:lnTo>
                  <a:close/>
                  <a:moveTo>
                    <a:pt x="15" y="115"/>
                  </a:moveTo>
                  <a:cubicBezTo>
                    <a:pt x="23" y="115"/>
                    <a:pt x="23" y="115"/>
                    <a:pt x="23" y="11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88" y="115"/>
                    <a:pt x="88" y="115"/>
                    <a:pt x="88" y="115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109" y="62"/>
                    <a:pt x="109" y="62"/>
                    <a:pt x="109" y="62"/>
                  </a:cubicBezTo>
                  <a:cubicBezTo>
                    <a:pt x="109" y="69"/>
                    <a:pt x="109" y="69"/>
                    <a:pt x="109" y="69"/>
                  </a:cubicBezTo>
                  <a:cubicBezTo>
                    <a:pt x="116" y="69"/>
                    <a:pt x="116" y="69"/>
                    <a:pt x="116" y="69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41" y="115"/>
                    <a:pt x="141" y="115"/>
                    <a:pt x="141" y="115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69" y="8"/>
                    <a:pt x="169" y="8"/>
                    <a:pt x="169" y="8"/>
                  </a:cubicBezTo>
                  <a:cubicBezTo>
                    <a:pt x="169" y="115"/>
                    <a:pt x="169" y="115"/>
                    <a:pt x="169" y="115"/>
                  </a:cubicBezTo>
                  <a:cubicBezTo>
                    <a:pt x="180" y="115"/>
                    <a:pt x="180" y="115"/>
                    <a:pt x="180" y="115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54" y="131"/>
                    <a:pt x="154" y="131"/>
                    <a:pt x="154" y="131"/>
                  </a:cubicBezTo>
                  <a:cubicBezTo>
                    <a:pt x="154" y="131"/>
                    <a:pt x="154" y="131"/>
                    <a:pt x="154" y="131"/>
                  </a:cubicBezTo>
                  <a:cubicBezTo>
                    <a:pt x="9" y="131"/>
                    <a:pt x="9" y="131"/>
                    <a:pt x="9" y="131"/>
                  </a:cubicBezTo>
                  <a:lnTo>
                    <a:pt x="15" y="1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8" name="Rectangle 261"/>
            <p:cNvSpPr>
              <a:spLocks noChangeArrowheads="1"/>
            </p:cNvSpPr>
            <p:nvPr/>
          </p:nvSpPr>
          <p:spPr bwMode="auto">
            <a:xfrm>
              <a:off x="1673" y="3553"/>
              <a:ext cx="19" cy="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9" name="Rectangle 262"/>
            <p:cNvSpPr>
              <a:spLocks noChangeArrowheads="1"/>
            </p:cNvSpPr>
            <p:nvPr/>
          </p:nvSpPr>
          <p:spPr bwMode="auto">
            <a:xfrm>
              <a:off x="1706" y="3584"/>
              <a:ext cx="19" cy="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0" name="Rectangle 263"/>
            <p:cNvSpPr>
              <a:spLocks noChangeArrowheads="1"/>
            </p:cNvSpPr>
            <p:nvPr/>
          </p:nvSpPr>
          <p:spPr bwMode="auto">
            <a:xfrm>
              <a:off x="1673" y="3618"/>
              <a:ext cx="19" cy="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1" name="Rectangle 264"/>
            <p:cNvSpPr>
              <a:spLocks noChangeArrowheads="1"/>
            </p:cNvSpPr>
            <p:nvPr/>
          </p:nvSpPr>
          <p:spPr bwMode="auto">
            <a:xfrm>
              <a:off x="1706" y="3649"/>
              <a:ext cx="19" cy="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2" name="Rectangle 265"/>
            <p:cNvSpPr>
              <a:spLocks noChangeArrowheads="1"/>
            </p:cNvSpPr>
            <p:nvPr/>
          </p:nvSpPr>
          <p:spPr bwMode="auto">
            <a:xfrm>
              <a:off x="1818" y="3618"/>
              <a:ext cx="7" cy="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3" name="Rectangle 266"/>
            <p:cNvSpPr>
              <a:spLocks noChangeArrowheads="1"/>
            </p:cNvSpPr>
            <p:nvPr/>
          </p:nvSpPr>
          <p:spPr bwMode="auto">
            <a:xfrm>
              <a:off x="1857" y="3618"/>
              <a:ext cx="7" cy="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4" name="Rectangle 267"/>
            <p:cNvSpPr>
              <a:spLocks noChangeArrowheads="1"/>
            </p:cNvSpPr>
            <p:nvPr/>
          </p:nvSpPr>
          <p:spPr bwMode="auto">
            <a:xfrm>
              <a:off x="1835" y="3618"/>
              <a:ext cx="12" cy="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5" name="Rectangle 268"/>
            <p:cNvSpPr>
              <a:spLocks noChangeArrowheads="1"/>
            </p:cNvSpPr>
            <p:nvPr/>
          </p:nvSpPr>
          <p:spPr bwMode="auto">
            <a:xfrm>
              <a:off x="1947" y="3467"/>
              <a:ext cx="5" cy="2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6" name="Rectangle 269"/>
            <p:cNvSpPr>
              <a:spLocks noChangeArrowheads="1"/>
            </p:cNvSpPr>
            <p:nvPr/>
          </p:nvSpPr>
          <p:spPr bwMode="auto">
            <a:xfrm>
              <a:off x="1962" y="3467"/>
              <a:ext cx="7" cy="2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7" name="Rectangle 270"/>
            <p:cNvSpPr>
              <a:spLocks noChangeArrowheads="1"/>
            </p:cNvSpPr>
            <p:nvPr/>
          </p:nvSpPr>
          <p:spPr bwMode="auto">
            <a:xfrm>
              <a:off x="1978" y="3467"/>
              <a:ext cx="5" cy="2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8" name="Freeform 271"/>
            <p:cNvSpPr>
              <a:spLocks/>
            </p:cNvSpPr>
            <p:nvPr/>
          </p:nvSpPr>
          <p:spPr bwMode="auto">
            <a:xfrm>
              <a:off x="1804" y="3479"/>
              <a:ext cx="67" cy="24"/>
            </a:xfrm>
            <a:custGeom>
              <a:avLst/>
              <a:gdLst>
                <a:gd name="T0" fmla="*/ 0 w 28"/>
                <a:gd name="T1" fmla="*/ 5 h 10"/>
                <a:gd name="T2" fmla="*/ 4 w 28"/>
                <a:gd name="T3" fmla="*/ 10 h 10"/>
                <a:gd name="T4" fmla="*/ 14 w 28"/>
                <a:gd name="T5" fmla="*/ 7 h 10"/>
                <a:gd name="T6" fmla="*/ 23 w 28"/>
                <a:gd name="T7" fmla="*/ 10 h 10"/>
                <a:gd name="T8" fmla="*/ 28 w 28"/>
                <a:gd name="T9" fmla="*/ 5 h 10"/>
                <a:gd name="T10" fmla="*/ 14 w 28"/>
                <a:gd name="T11" fmla="*/ 0 h 10"/>
                <a:gd name="T12" fmla="*/ 0 w 28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0">
                  <a:moveTo>
                    <a:pt x="0" y="5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6" y="8"/>
                    <a:pt x="10" y="7"/>
                    <a:pt x="14" y="7"/>
                  </a:cubicBezTo>
                  <a:cubicBezTo>
                    <a:pt x="17" y="7"/>
                    <a:pt x="21" y="8"/>
                    <a:pt x="23" y="10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5" y="2"/>
                    <a:pt x="19" y="0"/>
                    <a:pt x="14" y="0"/>
                  </a:cubicBezTo>
                  <a:cubicBezTo>
                    <a:pt x="8" y="0"/>
                    <a:pt x="3" y="2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9" name="Freeform 272"/>
            <p:cNvSpPr>
              <a:spLocks/>
            </p:cNvSpPr>
            <p:nvPr/>
          </p:nvSpPr>
          <p:spPr bwMode="auto">
            <a:xfrm>
              <a:off x="1780" y="3443"/>
              <a:ext cx="115" cy="31"/>
            </a:xfrm>
            <a:custGeom>
              <a:avLst/>
              <a:gdLst>
                <a:gd name="T0" fmla="*/ 24 w 48"/>
                <a:gd name="T1" fmla="*/ 7 h 13"/>
                <a:gd name="T2" fmla="*/ 43 w 48"/>
                <a:gd name="T3" fmla="*/ 13 h 13"/>
                <a:gd name="T4" fmla="*/ 48 w 48"/>
                <a:gd name="T5" fmla="*/ 8 h 13"/>
                <a:gd name="T6" fmla="*/ 24 w 48"/>
                <a:gd name="T7" fmla="*/ 0 h 13"/>
                <a:gd name="T8" fmla="*/ 0 w 48"/>
                <a:gd name="T9" fmla="*/ 8 h 13"/>
                <a:gd name="T10" fmla="*/ 4 w 48"/>
                <a:gd name="T11" fmla="*/ 13 h 13"/>
                <a:gd name="T12" fmla="*/ 24 w 48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3">
                  <a:moveTo>
                    <a:pt x="24" y="7"/>
                  </a:moveTo>
                  <a:cubicBezTo>
                    <a:pt x="32" y="7"/>
                    <a:pt x="39" y="9"/>
                    <a:pt x="43" y="13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2" y="3"/>
                    <a:pt x="33" y="0"/>
                    <a:pt x="24" y="0"/>
                  </a:cubicBezTo>
                  <a:cubicBezTo>
                    <a:pt x="14" y="0"/>
                    <a:pt x="5" y="3"/>
                    <a:pt x="0" y="8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8" y="9"/>
                    <a:pt x="15" y="7"/>
                    <a:pt x="24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71" name="Group 275"/>
          <p:cNvGrpSpPr>
            <a:grpSpLocks noChangeAspect="1"/>
          </p:cNvGrpSpPr>
          <p:nvPr/>
        </p:nvGrpSpPr>
        <p:grpSpPr bwMode="auto">
          <a:xfrm>
            <a:off x="732617" y="2415518"/>
            <a:ext cx="1000125" cy="831850"/>
            <a:chOff x="2565" y="1898"/>
            <a:chExt cx="630" cy="524"/>
          </a:xfrm>
        </p:grpSpPr>
        <p:sp>
          <p:nvSpPr>
            <p:cNvPr id="672" name="AutoShape 274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3" name="Freeform 276"/>
            <p:cNvSpPr>
              <a:spLocks/>
            </p:cNvSpPr>
            <p:nvPr/>
          </p:nvSpPr>
          <p:spPr bwMode="auto">
            <a:xfrm>
              <a:off x="2567" y="1898"/>
              <a:ext cx="628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7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7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EEAD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4" name="Freeform 277"/>
            <p:cNvSpPr>
              <a:spLocks noEditPoints="1"/>
            </p:cNvSpPr>
            <p:nvPr/>
          </p:nvSpPr>
          <p:spPr bwMode="auto">
            <a:xfrm>
              <a:off x="2629" y="1939"/>
              <a:ext cx="504" cy="438"/>
            </a:xfrm>
            <a:custGeom>
              <a:avLst/>
              <a:gdLst>
                <a:gd name="T0" fmla="*/ 103 w 211"/>
                <a:gd name="T1" fmla="*/ 134 h 183"/>
                <a:gd name="T2" fmla="*/ 115 w 211"/>
                <a:gd name="T3" fmla="*/ 132 h 183"/>
                <a:gd name="T4" fmla="*/ 128 w 211"/>
                <a:gd name="T5" fmla="*/ 157 h 183"/>
                <a:gd name="T6" fmla="*/ 123 w 211"/>
                <a:gd name="T7" fmla="*/ 168 h 183"/>
                <a:gd name="T8" fmla="*/ 139 w 211"/>
                <a:gd name="T9" fmla="*/ 183 h 183"/>
                <a:gd name="T10" fmla="*/ 155 w 211"/>
                <a:gd name="T11" fmla="*/ 168 h 183"/>
                <a:gd name="T12" fmla="*/ 139 w 211"/>
                <a:gd name="T13" fmla="*/ 152 h 183"/>
                <a:gd name="T14" fmla="*/ 135 w 211"/>
                <a:gd name="T15" fmla="*/ 153 h 183"/>
                <a:gd name="T16" fmla="*/ 123 w 211"/>
                <a:gd name="T17" fmla="*/ 129 h 183"/>
                <a:gd name="T18" fmla="*/ 140 w 211"/>
                <a:gd name="T19" fmla="*/ 109 h 183"/>
                <a:gd name="T20" fmla="*/ 170 w 211"/>
                <a:gd name="T21" fmla="*/ 112 h 183"/>
                <a:gd name="T22" fmla="*/ 190 w 211"/>
                <a:gd name="T23" fmla="*/ 129 h 183"/>
                <a:gd name="T24" fmla="*/ 211 w 211"/>
                <a:gd name="T25" fmla="*/ 109 h 183"/>
                <a:gd name="T26" fmla="*/ 190 w 211"/>
                <a:gd name="T27" fmla="*/ 89 h 183"/>
                <a:gd name="T28" fmla="*/ 171 w 211"/>
                <a:gd name="T29" fmla="*/ 103 h 183"/>
                <a:gd name="T30" fmla="*/ 142 w 211"/>
                <a:gd name="T31" fmla="*/ 101 h 183"/>
                <a:gd name="T32" fmla="*/ 143 w 211"/>
                <a:gd name="T33" fmla="*/ 94 h 183"/>
                <a:gd name="T34" fmla="*/ 129 w 211"/>
                <a:gd name="T35" fmla="*/ 63 h 183"/>
                <a:gd name="T36" fmla="*/ 139 w 211"/>
                <a:gd name="T37" fmla="*/ 49 h 183"/>
                <a:gd name="T38" fmla="*/ 154 w 211"/>
                <a:gd name="T39" fmla="*/ 54 h 183"/>
                <a:gd name="T40" fmla="*/ 181 w 211"/>
                <a:gd name="T41" fmla="*/ 27 h 183"/>
                <a:gd name="T42" fmla="*/ 154 w 211"/>
                <a:gd name="T43" fmla="*/ 0 h 183"/>
                <a:gd name="T44" fmla="*/ 127 w 211"/>
                <a:gd name="T45" fmla="*/ 27 h 183"/>
                <a:gd name="T46" fmla="*/ 133 w 211"/>
                <a:gd name="T47" fmla="*/ 44 h 183"/>
                <a:gd name="T48" fmla="*/ 122 w 211"/>
                <a:gd name="T49" fmla="*/ 58 h 183"/>
                <a:gd name="T50" fmla="*/ 103 w 211"/>
                <a:gd name="T51" fmla="*/ 53 h 183"/>
                <a:gd name="T52" fmla="*/ 79 w 211"/>
                <a:gd name="T53" fmla="*/ 61 h 183"/>
                <a:gd name="T54" fmla="*/ 59 w 211"/>
                <a:gd name="T55" fmla="*/ 38 h 183"/>
                <a:gd name="T56" fmla="*/ 63 w 211"/>
                <a:gd name="T57" fmla="*/ 27 h 183"/>
                <a:gd name="T58" fmla="*/ 47 w 211"/>
                <a:gd name="T59" fmla="*/ 12 h 183"/>
                <a:gd name="T60" fmla="*/ 32 w 211"/>
                <a:gd name="T61" fmla="*/ 27 h 183"/>
                <a:gd name="T62" fmla="*/ 47 w 211"/>
                <a:gd name="T63" fmla="*/ 43 h 183"/>
                <a:gd name="T64" fmla="*/ 53 w 211"/>
                <a:gd name="T65" fmla="*/ 42 h 183"/>
                <a:gd name="T66" fmla="*/ 73 w 211"/>
                <a:gd name="T67" fmla="*/ 66 h 183"/>
                <a:gd name="T68" fmla="*/ 63 w 211"/>
                <a:gd name="T69" fmla="*/ 94 h 183"/>
                <a:gd name="T70" fmla="*/ 70 w 211"/>
                <a:gd name="T71" fmla="*/ 116 h 183"/>
                <a:gd name="T72" fmla="*/ 45 w 211"/>
                <a:gd name="T73" fmla="*/ 131 h 183"/>
                <a:gd name="T74" fmla="*/ 26 w 211"/>
                <a:gd name="T75" fmla="*/ 123 h 183"/>
                <a:gd name="T76" fmla="*/ 0 w 211"/>
                <a:gd name="T77" fmla="*/ 149 h 183"/>
                <a:gd name="T78" fmla="*/ 26 w 211"/>
                <a:gd name="T79" fmla="*/ 175 h 183"/>
                <a:gd name="T80" fmla="*/ 52 w 211"/>
                <a:gd name="T81" fmla="*/ 149 h 183"/>
                <a:gd name="T82" fmla="*/ 49 w 211"/>
                <a:gd name="T83" fmla="*/ 138 h 183"/>
                <a:gd name="T84" fmla="*/ 75 w 211"/>
                <a:gd name="T85" fmla="*/ 123 h 183"/>
                <a:gd name="T86" fmla="*/ 103 w 211"/>
                <a:gd name="T87" fmla="*/ 134 h 183"/>
                <a:gd name="T88" fmla="*/ 154 w 211"/>
                <a:gd name="T89" fmla="*/ 14 h 183"/>
                <a:gd name="T90" fmla="*/ 167 w 211"/>
                <a:gd name="T91" fmla="*/ 27 h 183"/>
                <a:gd name="T92" fmla="*/ 154 w 211"/>
                <a:gd name="T93" fmla="*/ 40 h 183"/>
                <a:gd name="T94" fmla="*/ 140 w 211"/>
                <a:gd name="T95" fmla="*/ 27 h 183"/>
                <a:gd name="T96" fmla="*/ 154 w 211"/>
                <a:gd name="T97" fmla="*/ 14 h 183"/>
                <a:gd name="T98" fmla="*/ 26 w 211"/>
                <a:gd name="T99" fmla="*/ 161 h 183"/>
                <a:gd name="T100" fmla="*/ 14 w 211"/>
                <a:gd name="T101" fmla="*/ 149 h 183"/>
                <a:gd name="T102" fmla="*/ 26 w 211"/>
                <a:gd name="T103" fmla="*/ 137 h 183"/>
                <a:gd name="T104" fmla="*/ 38 w 211"/>
                <a:gd name="T105" fmla="*/ 149 h 183"/>
                <a:gd name="T106" fmla="*/ 26 w 211"/>
                <a:gd name="T107" fmla="*/ 161 h 183"/>
                <a:gd name="T108" fmla="*/ 129 w 211"/>
                <a:gd name="T109" fmla="*/ 94 h 183"/>
                <a:gd name="T110" fmla="*/ 103 w 211"/>
                <a:gd name="T111" fmla="*/ 121 h 183"/>
                <a:gd name="T112" fmla="*/ 77 w 211"/>
                <a:gd name="T113" fmla="*/ 94 h 183"/>
                <a:gd name="T114" fmla="*/ 103 w 211"/>
                <a:gd name="T115" fmla="*/ 67 h 183"/>
                <a:gd name="T116" fmla="*/ 129 w 211"/>
                <a:gd name="T117" fmla="*/ 94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11" h="183">
                  <a:moveTo>
                    <a:pt x="103" y="134"/>
                  </a:moveTo>
                  <a:cubicBezTo>
                    <a:pt x="107" y="134"/>
                    <a:pt x="111" y="134"/>
                    <a:pt x="115" y="132"/>
                  </a:cubicBezTo>
                  <a:cubicBezTo>
                    <a:pt x="128" y="157"/>
                    <a:pt x="128" y="157"/>
                    <a:pt x="128" y="157"/>
                  </a:cubicBezTo>
                  <a:cubicBezTo>
                    <a:pt x="125" y="160"/>
                    <a:pt x="123" y="163"/>
                    <a:pt x="123" y="168"/>
                  </a:cubicBezTo>
                  <a:cubicBezTo>
                    <a:pt x="123" y="176"/>
                    <a:pt x="130" y="183"/>
                    <a:pt x="139" y="183"/>
                  </a:cubicBezTo>
                  <a:cubicBezTo>
                    <a:pt x="148" y="183"/>
                    <a:pt x="155" y="176"/>
                    <a:pt x="155" y="168"/>
                  </a:cubicBezTo>
                  <a:cubicBezTo>
                    <a:pt x="155" y="159"/>
                    <a:pt x="148" y="152"/>
                    <a:pt x="139" y="152"/>
                  </a:cubicBezTo>
                  <a:cubicBezTo>
                    <a:pt x="138" y="152"/>
                    <a:pt x="136" y="152"/>
                    <a:pt x="135" y="153"/>
                  </a:cubicBezTo>
                  <a:cubicBezTo>
                    <a:pt x="123" y="129"/>
                    <a:pt x="123" y="129"/>
                    <a:pt x="123" y="129"/>
                  </a:cubicBezTo>
                  <a:cubicBezTo>
                    <a:pt x="130" y="124"/>
                    <a:pt x="136" y="117"/>
                    <a:pt x="140" y="109"/>
                  </a:cubicBezTo>
                  <a:cubicBezTo>
                    <a:pt x="170" y="112"/>
                    <a:pt x="170" y="112"/>
                    <a:pt x="170" y="112"/>
                  </a:cubicBezTo>
                  <a:cubicBezTo>
                    <a:pt x="172" y="122"/>
                    <a:pt x="180" y="129"/>
                    <a:pt x="190" y="129"/>
                  </a:cubicBezTo>
                  <a:cubicBezTo>
                    <a:pt x="202" y="129"/>
                    <a:pt x="211" y="120"/>
                    <a:pt x="211" y="109"/>
                  </a:cubicBezTo>
                  <a:cubicBezTo>
                    <a:pt x="211" y="98"/>
                    <a:pt x="202" y="89"/>
                    <a:pt x="190" y="89"/>
                  </a:cubicBezTo>
                  <a:cubicBezTo>
                    <a:pt x="181" y="89"/>
                    <a:pt x="174" y="95"/>
                    <a:pt x="171" y="103"/>
                  </a:cubicBezTo>
                  <a:cubicBezTo>
                    <a:pt x="142" y="101"/>
                    <a:pt x="142" y="101"/>
                    <a:pt x="142" y="101"/>
                  </a:cubicBezTo>
                  <a:cubicBezTo>
                    <a:pt x="143" y="99"/>
                    <a:pt x="143" y="96"/>
                    <a:pt x="143" y="94"/>
                  </a:cubicBezTo>
                  <a:cubicBezTo>
                    <a:pt x="143" y="81"/>
                    <a:pt x="137" y="70"/>
                    <a:pt x="129" y="63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43" y="52"/>
                    <a:pt x="148" y="54"/>
                    <a:pt x="154" y="54"/>
                  </a:cubicBezTo>
                  <a:cubicBezTo>
                    <a:pt x="168" y="54"/>
                    <a:pt x="181" y="42"/>
                    <a:pt x="181" y="27"/>
                  </a:cubicBezTo>
                  <a:cubicBezTo>
                    <a:pt x="181" y="12"/>
                    <a:pt x="168" y="0"/>
                    <a:pt x="154" y="0"/>
                  </a:cubicBezTo>
                  <a:cubicBezTo>
                    <a:pt x="139" y="0"/>
                    <a:pt x="127" y="12"/>
                    <a:pt x="127" y="27"/>
                  </a:cubicBezTo>
                  <a:cubicBezTo>
                    <a:pt x="127" y="33"/>
                    <a:pt x="129" y="39"/>
                    <a:pt x="133" y="44"/>
                  </a:cubicBezTo>
                  <a:cubicBezTo>
                    <a:pt x="122" y="58"/>
                    <a:pt x="122" y="58"/>
                    <a:pt x="122" y="58"/>
                  </a:cubicBezTo>
                  <a:cubicBezTo>
                    <a:pt x="116" y="55"/>
                    <a:pt x="110" y="53"/>
                    <a:pt x="103" y="53"/>
                  </a:cubicBezTo>
                  <a:cubicBezTo>
                    <a:pt x="94" y="53"/>
                    <a:pt x="86" y="56"/>
                    <a:pt x="79" y="61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2" y="35"/>
                    <a:pt x="63" y="31"/>
                    <a:pt x="63" y="27"/>
                  </a:cubicBezTo>
                  <a:cubicBezTo>
                    <a:pt x="63" y="19"/>
                    <a:pt x="56" y="12"/>
                    <a:pt x="47" y="12"/>
                  </a:cubicBezTo>
                  <a:cubicBezTo>
                    <a:pt x="39" y="12"/>
                    <a:pt x="32" y="19"/>
                    <a:pt x="32" y="27"/>
                  </a:cubicBezTo>
                  <a:cubicBezTo>
                    <a:pt x="32" y="36"/>
                    <a:pt x="39" y="43"/>
                    <a:pt x="47" y="43"/>
                  </a:cubicBezTo>
                  <a:cubicBezTo>
                    <a:pt x="49" y="43"/>
                    <a:pt x="51" y="43"/>
                    <a:pt x="53" y="42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67" y="74"/>
                    <a:pt x="63" y="83"/>
                    <a:pt x="63" y="94"/>
                  </a:cubicBezTo>
                  <a:cubicBezTo>
                    <a:pt x="63" y="102"/>
                    <a:pt x="65" y="110"/>
                    <a:pt x="70" y="116"/>
                  </a:cubicBezTo>
                  <a:cubicBezTo>
                    <a:pt x="45" y="131"/>
                    <a:pt x="45" y="131"/>
                    <a:pt x="45" y="131"/>
                  </a:cubicBezTo>
                  <a:cubicBezTo>
                    <a:pt x="40" y="126"/>
                    <a:pt x="33" y="123"/>
                    <a:pt x="26" y="123"/>
                  </a:cubicBezTo>
                  <a:cubicBezTo>
                    <a:pt x="12" y="123"/>
                    <a:pt x="0" y="134"/>
                    <a:pt x="0" y="149"/>
                  </a:cubicBezTo>
                  <a:cubicBezTo>
                    <a:pt x="0" y="163"/>
                    <a:pt x="12" y="175"/>
                    <a:pt x="26" y="175"/>
                  </a:cubicBezTo>
                  <a:cubicBezTo>
                    <a:pt x="40" y="175"/>
                    <a:pt x="52" y="163"/>
                    <a:pt x="52" y="149"/>
                  </a:cubicBezTo>
                  <a:cubicBezTo>
                    <a:pt x="52" y="145"/>
                    <a:pt x="51" y="141"/>
                    <a:pt x="49" y="138"/>
                  </a:cubicBezTo>
                  <a:cubicBezTo>
                    <a:pt x="75" y="123"/>
                    <a:pt x="75" y="123"/>
                    <a:pt x="75" y="123"/>
                  </a:cubicBezTo>
                  <a:cubicBezTo>
                    <a:pt x="82" y="130"/>
                    <a:pt x="92" y="134"/>
                    <a:pt x="103" y="134"/>
                  </a:cubicBezTo>
                  <a:close/>
                  <a:moveTo>
                    <a:pt x="154" y="14"/>
                  </a:moveTo>
                  <a:cubicBezTo>
                    <a:pt x="161" y="14"/>
                    <a:pt x="167" y="20"/>
                    <a:pt x="167" y="27"/>
                  </a:cubicBezTo>
                  <a:cubicBezTo>
                    <a:pt x="167" y="34"/>
                    <a:pt x="161" y="40"/>
                    <a:pt x="154" y="40"/>
                  </a:cubicBezTo>
                  <a:cubicBezTo>
                    <a:pt x="146" y="40"/>
                    <a:pt x="140" y="34"/>
                    <a:pt x="140" y="27"/>
                  </a:cubicBezTo>
                  <a:cubicBezTo>
                    <a:pt x="140" y="20"/>
                    <a:pt x="146" y="14"/>
                    <a:pt x="154" y="14"/>
                  </a:cubicBezTo>
                  <a:close/>
                  <a:moveTo>
                    <a:pt x="26" y="161"/>
                  </a:moveTo>
                  <a:cubicBezTo>
                    <a:pt x="19" y="161"/>
                    <a:pt x="14" y="155"/>
                    <a:pt x="14" y="149"/>
                  </a:cubicBezTo>
                  <a:cubicBezTo>
                    <a:pt x="14" y="142"/>
                    <a:pt x="19" y="137"/>
                    <a:pt x="26" y="137"/>
                  </a:cubicBezTo>
                  <a:cubicBezTo>
                    <a:pt x="33" y="137"/>
                    <a:pt x="38" y="142"/>
                    <a:pt x="38" y="149"/>
                  </a:cubicBezTo>
                  <a:cubicBezTo>
                    <a:pt x="38" y="155"/>
                    <a:pt x="33" y="161"/>
                    <a:pt x="26" y="161"/>
                  </a:cubicBezTo>
                  <a:close/>
                  <a:moveTo>
                    <a:pt x="129" y="94"/>
                  </a:moveTo>
                  <a:cubicBezTo>
                    <a:pt x="129" y="109"/>
                    <a:pt x="117" y="121"/>
                    <a:pt x="103" y="121"/>
                  </a:cubicBezTo>
                  <a:cubicBezTo>
                    <a:pt x="88" y="121"/>
                    <a:pt x="77" y="109"/>
                    <a:pt x="77" y="94"/>
                  </a:cubicBezTo>
                  <a:cubicBezTo>
                    <a:pt x="77" y="79"/>
                    <a:pt x="88" y="67"/>
                    <a:pt x="103" y="67"/>
                  </a:cubicBezTo>
                  <a:cubicBezTo>
                    <a:pt x="117" y="67"/>
                    <a:pt x="129" y="79"/>
                    <a:pt x="129" y="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063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06994" y="3740394"/>
            <a:ext cx="4193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4800" kern="0" dirty="0" smtClean="0">
                <a:latin typeface="微软雅黑" pitchFamily="34" charset="-122"/>
                <a:ea typeface="微软雅黑" pitchFamily="34" charset="-122"/>
              </a:rPr>
              <a:t>Thank You</a:t>
            </a:r>
            <a:endParaRPr lang="zh-CN" altLang="en-US" sz="4800" kern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048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9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FFCC99"/>
      </a:accent1>
      <a:accent2>
        <a:srgbClr val="FFCC66"/>
      </a:accent2>
      <a:accent3>
        <a:srgbClr val="FFFFFF"/>
      </a:accent3>
      <a:accent4>
        <a:srgbClr val="000000"/>
      </a:accent4>
      <a:accent5>
        <a:srgbClr val="FFE2CA"/>
      </a:accent5>
      <a:accent6>
        <a:srgbClr val="E7B95C"/>
      </a:accent6>
      <a:hlink>
        <a:srgbClr val="FF9900"/>
      </a:hlink>
      <a:folHlink>
        <a:srgbClr val="9966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9200" tIns="39600" rIns="792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8016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9200" tIns="39600" rIns="792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8016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ＭＳ Ｐゴシック" pitchFamily="34" charset="-128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34843</TotalTime>
  <Words>65</Words>
  <Application>Microsoft Office PowerPoint</Application>
  <PresentationFormat>全屏显示(4:3)</PresentationFormat>
  <Paragraphs>44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黑体</vt:lpstr>
      <vt:lpstr>华文细黑</vt:lpstr>
      <vt:lpstr>宋体</vt:lpstr>
      <vt:lpstr>微软雅黑</vt:lpstr>
      <vt:lpstr>Arial</vt:lpstr>
      <vt:lpstr>Calibri</vt:lpstr>
      <vt:lpstr>FrutigerNext LT Medium</vt:lpstr>
      <vt:lpstr>FrutigerNext LT Regular</vt:lpstr>
      <vt:lpstr>Wingdings</vt:lpstr>
      <vt:lpstr>1_主题1</vt:lpstr>
      <vt:lpstr>8_主题1</vt:lpstr>
      <vt:lpstr>9_主题1</vt:lpstr>
      <vt:lpstr>1_自定义设计方案</vt:lpstr>
      <vt:lpstr>10_主题1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MC SYSTEM</dc:creator>
  <cp:lastModifiedBy>huwenxue</cp:lastModifiedBy>
  <cp:revision>1389</cp:revision>
  <cp:lastPrinted>2011-04-14T06:54:53Z</cp:lastPrinted>
  <dcterms:created xsi:type="dcterms:W3CDTF">2010-09-30T06:00:50Z</dcterms:created>
  <dcterms:modified xsi:type="dcterms:W3CDTF">2019-02-13T09:39:21Z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s_pID_725343">
    <vt:lpwstr>(4)uiKjQ9SK4XeMh02RlggA7cREYKDi4mo62P1/dwL4C15DDZursLyc4KW+fKT90f12uIG3FjNg_x000d_
B9z/NgbBXDDxqll6MA+qrNAOGZdps6Xmjmru9k8H2eRkzvuH24ZX6rCOYlXS3+i+zIM39fA8_x000d_
0QRqNw9bpRY3VBQa9liEKlhzMWZiRG9srq0koFC+qbxtHwS9Oy282oLneqq4IlaSETH+dwI1_x000d_
+WtRdl3K8Chx0xRfib</vt:lpwstr>
  </property>
  <property fmtid="{D5CDD505-2E9C-101B-9397-08002B2CF9AE}" pid="3" name="_ms_pID_7253431">
    <vt:lpwstr>FsCISAf40hGPEvC5Kzd4C1U/cxMwRhT4vMTk/JQNPQGdcqPxOeGO03_x000d_
FmqDkWnuFDUqWAjmPpp6EFYfEmKNYe7mHfW8qnbwC2wmP9MOOx+uahrRHifTjK0TnatkJj5o_x000d_
sW4GJLUtZzfraj5R0FqMbXSiv0IwugM3+UPq5XrMm+DujQvC6+CkwFQnFfnODR0LK4CleAlS_x000d_
BlOdVUT5/S6jqCtuqp2a2MhGhmFfsl+T7VkO</vt:lpwstr>
  </property>
  <property fmtid="{D5CDD505-2E9C-101B-9397-08002B2CF9AE}" pid="4" name="_ms_pID_7253432">
    <vt:lpwstr>b3y9vovkJtXUDPqmF4M6NK+dIuHgSa4bIrqr_x000d_
OkbFVUxdxsGWVp8YN4O2YukkC5B4zrN8vAoDShpSC0DuNooJv5/F5FMzZ6OBgRykfBJ9S5cS_x000d_
j70viZGkqSF3IIxRQ0VZJ44mdTWOGf0YZXGNkWJ6JImud0aZogi1PSr3Nv1fLZ/Edf5ik3ea_x000d_
w6hSnxYS3EOddoQ+UvDMLtgLn1cpwiCgsP7Rnb8UOh6SfYDGqgRP/x</vt:lpwstr>
  </property>
  <property fmtid="{D5CDD505-2E9C-101B-9397-08002B2CF9AE}" pid="5" name="_ms_pID_7253433">
    <vt:lpwstr>s9AZXWflihNoFIa/cF_x000d_
EYv2MA==</vt:lpwstr>
  </property>
  <property fmtid="{D5CDD505-2E9C-101B-9397-08002B2CF9AE}" pid="6" name="_new_ms_pID_72543">
    <vt:lpwstr>(3)7Su9U0SDC3f8QuIBAN5S2A+mrs9rqCj1KOEJrIs6C8Ik3pbt97Eo7m3jLNdf//qkmeuwTSSo
NEVDDQlAGCwLYaj7hSAqPXmwLF74OXfAI/Lh5CxS8IbDNd3DJ4A7R+C+bh/mDqDB6byCszEN
Y5QcPC1vZG2ko+l+x5NR6wvIuuI63XicFY/6k8k7zZDw5b77qT37xq7JEMCu/shwQfmDDgFb
1MnA+WHqUn8pikNNem</vt:lpwstr>
  </property>
  <property fmtid="{D5CDD505-2E9C-101B-9397-08002B2CF9AE}" pid="7" name="_new_ms_pID_725431">
    <vt:lpwstr>jQo8aU1q+ocx4MYyPWCby9ARRSy7SWTJCVgz/NnnsSsK70/FgqCy3C
fBhOAcj+0e7BzcNFsZmJFS+2JmzGhu5N4dD548HpQCx8isQz9sFAaHPELL1QwFsLN4gn9oEE
qncEsCux2BGqTLTlfSmG3Ng4N/HUkl5+mF5jC0h+8TY3GJHVRTIiHAQbBGpT97t2wsdqkit4
NRoRuz+VfJP7STDCBq2cKnjJPXBkF7ATeG3n</vt:lpwstr>
  </property>
  <property fmtid="{D5CDD505-2E9C-101B-9397-08002B2CF9AE}" pid="8" name="_new_ms_pID_725432">
    <vt:lpwstr>fR+LjOAKyTOmGfCnYXxOcYCX3Dvr3udgjHzj
gB4IkAx8hJ6bZY3V+Pymon4JX5wDp11gPJRobb5gvEG9AO1whnf7ojeejbYDa7N17GF16djz
585X9FVFrLggv/JEN9eE+X97MZysC13W0b+/1HlsdlZzK969UdlXRh86XKRNHOym4feWGMMX
mOkzVcRpIR3e4E1iF2WiQAtj96kYfdGElkc=</vt:lpwstr>
  </property>
  <property fmtid="{D5CDD505-2E9C-101B-9397-08002B2CF9AE}" pid="9" name="_2015_ms_pID_725343">
    <vt:lpwstr>(3)SirKx4JOGJ6bqdPYR/zfJQVnbHabMUjQQyLtqHSpRKVOO9r8k1Mw0G1rVxCAs9LDVjoaBJ2m
SrwElINQl8hUZE5QEAcOJfy6MJg5Co/ZeiRrnZJBpZ1LfctFexNGeXlZVjUNTmI02c1RQ0ZI
ohKTtjwgTSza57GoRLBYqVS+TL4dlNLopejrN0ecfhc9hNex5KOHMWHqLx6TzqOUg8ivYx8R
F5No9MTKGHMvpqy1/F</vt:lpwstr>
  </property>
  <property fmtid="{D5CDD505-2E9C-101B-9397-08002B2CF9AE}" pid="10" name="_2015_ms_pID_7253431">
    <vt:lpwstr>e7hNphaCNSfbYHRQfAww2XPtSwEgtRcKmzbHmPIHLASuc1gf1xZ0YW
5B9Y1FcV98VCtuD6vBC2Idx+XTzgKekuQMpKJFkZc5z9f+qjse2IrVVYcSqTpulaNV6fSokr
a7CI6mzswVtR2CKJiO4Fr53fZtyBu1ds7b67EndBmI2nw9sl4yRHlCT/L27WbIi4zh4r+5+F
rNeaRZNCkGYMygwwjyN2Q1i97Gy6oy2I1H18</vt:lpwstr>
  </property>
  <property fmtid="{D5CDD505-2E9C-101B-9397-08002B2CF9AE}" pid="11" name="_2015_ms_pID_7253432">
    <vt:lpwstr>953aheB/dCPysAFGT9Iz2TXHd2f/BN8ipHcd
e47GwkUxNpJ0sSmgCbzJ6y47oOKdpa3sF4XED2OmNxFyrYD6bYk=</vt:lpwstr>
  </property>
  <property fmtid="{D5CDD505-2E9C-101B-9397-08002B2CF9AE}" pid="12" name="_readonly">
    <vt:lpwstr/>
  </property>
  <property fmtid="{D5CDD505-2E9C-101B-9397-08002B2CF9AE}" pid="13" name="_change">
    <vt:lpwstr/>
  </property>
  <property fmtid="{D5CDD505-2E9C-101B-9397-08002B2CF9AE}" pid="14" name="_full-control">
    <vt:lpwstr/>
  </property>
  <property fmtid="{D5CDD505-2E9C-101B-9397-08002B2CF9AE}" pid="15" name="sflag">
    <vt:lpwstr>1549938161</vt:lpwstr>
  </property>
</Properties>
</file>