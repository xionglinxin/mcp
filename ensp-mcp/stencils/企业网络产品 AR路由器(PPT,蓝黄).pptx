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theme/theme5.xml" ContentType="application/vnd.openxmlformats-officedocument.theme+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Default Extension="wmf" ContentType="image/x-wmf"/>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docProps/custom.xml" ContentType="application/vnd.openxmlformats-officedocument.custom-properties+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Layouts/slideLayout10.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10.xml" ContentType="application/vnd.openxmlformats-officedocument.presentationml.slideMaster+xml"/>
  <Override PartName="/ppt/theme/theme8.xml" ContentType="application/vnd.openxmlformats-officedocument.theme+xml"/>
  <Override PartName="/ppt/theme/theme9.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Default Extension="png" ContentType="image/png"/>
  <Override PartName="/ppt/theme/theme4.xml" ContentType="application/vnd.openxmlformats-officedocument.them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s/slide1.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85" r:id="rId1"/>
    <p:sldMasterId id="2147483808" r:id="rId2"/>
    <p:sldMasterId id="2147483811" r:id="rId3"/>
    <p:sldMasterId id="2147483833" r:id="rId4"/>
    <p:sldMasterId id="2147483840" r:id="rId5"/>
    <p:sldMasterId id="2147483847" r:id="rId6"/>
    <p:sldMasterId id="2147483852" r:id="rId7"/>
    <p:sldMasterId id="2147483857" r:id="rId8"/>
    <p:sldMasterId id="2147483860" r:id="rId9"/>
    <p:sldMasterId id="2147483865" r:id="rId10"/>
    <p:sldMasterId id="2147483871" r:id="rId11"/>
    <p:sldMasterId id="2147483879" r:id="rId12"/>
    <p:sldMasterId id="2147483882" r:id="rId13"/>
  </p:sldMasterIdLst>
  <p:notesMasterIdLst>
    <p:notesMasterId r:id="rId25"/>
  </p:notesMasterIdLst>
  <p:handoutMasterIdLst>
    <p:handoutMasterId r:id="rId26"/>
  </p:handoutMasterIdLst>
  <p:sldIdLst>
    <p:sldId id="262" r:id="rId14"/>
    <p:sldId id="567" r:id="rId15"/>
    <p:sldId id="664" r:id="rId16"/>
    <p:sldId id="665" r:id="rId17"/>
    <p:sldId id="666" r:id="rId18"/>
    <p:sldId id="667" r:id="rId19"/>
    <p:sldId id="668" r:id="rId20"/>
    <p:sldId id="669" r:id="rId21"/>
    <p:sldId id="660" r:id="rId22"/>
    <p:sldId id="658" r:id="rId23"/>
    <p:sldId id="656" r:id="rId24"/>
  </p:sldIdLst>
  <p:sldSz cx="9144000" cy="5143500" type="screen16x9"/>
  <p:notesSz cx="6797675" cy="9926638"/>
  <p:defaultTex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p:defaultTextStyle>
  <p:extLst>
    <p:ext uri="{EFAFB233-063F-42B5-8137-9DF3F51BA10A}">
      <p15:sldGuideLst xmlns="" xmlns:p15="http://schemas.microsoft.com/office/powerpoint/2012/main">
        <p15:guide id="1" orient="horz" pos="248">
          <p15:clr>
            <a:srgbClr val="A4A3A4"/>
          </p15:clr>
        </p15:guide>
        <p15:guide id="2" orient="horz" pos="2778">
          <p15:clr>
            <a:srgbClr val="A4A3A4"/>
          </p15:clr>
        </p15:guide>
        <p15:guide id="3" orient="horz" pos="169">
          <p15:clr>
            <a:srgbClr val="A4A3A4"/>
          </p15:clr>
        </p15:guide>
        <p15:guide id="4" orient="horz" pos="513">
          <p15:clr>
            <a:srgbClr val="A4A3A4"/>
          </p15:clr>
        </p15:guide>
        <p15:guide id="5" orient="horz" pos="423">
          <p15:clr>
            <a:srgbClr val="A4A3A4"/>
          </p15:clr>
        </p15:guide>
        <p15:guide id="6" orient="horz" pos="2932">
          <p15:clr>
            <a:srgbClr val="A4A3A4"/>
          </p15:clr>
        </p15:guide>
        <p15:guide id="7" orient="horz" pos="17">
          <p15:clr>
            <a:srgbClr val="A4A3A4"/>
          </p15:clr>
        </p15:guide>
        <p15:guide id="8" orient="horz" pos="3239">
          <p15:clr>
            <a:srgbClr val="A4A3A4"/>
          </p15:clr>
        </p15:guide>
        <p15:guide id="9" orient="horz" pos="3139">
          <p15:clr>
            <a:srgbClr val="A4A3A4"/>
          </p15:clr>
        </p15:guide>
        <p15:guide id="10" pos="5575">
          <p15:clr>
            <a:srgbClr val="A4A3A4"/>
          </p15:clr>
        </p15:guide>
        <p15:guide id="11" pos="268">
          <p15:clr>
            <a:srgbClr val="A4A3A4"/>
          </p15:clr>
        </p15:guide>
        <p15:guide id="12" pos="127">
          <p15:clr>
            <a:srgbClr val="A4A3A4"/>
          </p15:clr>
        </p15:guide>
        <p15:guide id="13" pos="5343">
          <p15:clr>
            <a:srgbClr val="A4A3A4"/>
          </p15:clr>
        </p15:guide>
        <p15:guide id="14" pos="416">
          <p15:clr>
            <a:srgbClr val="A4A3A4"/>
          </p15:clr>
        </p15:guide>
      </p15:sldGuideLst>
    </p:ext>
    <p:ext uri="{2D200454-40CA-4A62-9FC3-DE9A4176ACB9}">
      <p15:notesGuideLst xmlns=""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0"/>
      </p:ext>
    </p:extLst>
  </p:showPr>
  <p:clrMru>
    <a:srgbClr val="005DA2"/>
    <a:srgbClr val="595959"/>
    <a:srgbClr val="404040"/>
    <a:srgbClr val="FF9900"/>
    <a:srgbClr val="CCFFCC"/>
    <a:srgbClr val="FFFF99"/>
    <a:srgbClr val="BF3A3B"/>
    <a:srgbClr val="990000"/>
    <a:srgbClr val="FFCC99"/>
    <a:srgbClr val="6699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35" autoAdjust="0"/>
    <p:restoredTop sz="96721" autoAdjust="0"/>
  </p:normalViewPr>
  <p:slideViewPr>
    <p:cSldViewPr snapToGrid="0" showGuides="1">
      <p:cViewPr varScale="1">
        <p:scale>
          <a:sx n="147" d="100"/>
          <a:sy n="147" d="100"/>
        </p:scale>
        <p:origin x="-990" y="-90"/>
      </p:cViewPr>
      <p:guideLst>
        <p:guide orient="horz" pos="248"/>
        <p:guide orient="horz" pos="2778"/>
        <p:guide orient="horz" pos="169"/>
        <p:guide orient="horz" pos="513"/>
        <p:guide orient="horz" pos="423"/>
        <p:guide orient="horz" pos="2932"/>
        <p:guide orient="horz" pos="17"/>
        <p:guide orient="horz" pos="3239"/>
        <p:guide orient="horz" pos="3139"/>
        <p:guide pos="5575"/>
        <p:guide pos="268"/>
        <p:guide pos="127"/>
        <p:guide pos="5343"/>
        <p:guide pos="416"/>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70" d="100"/>
          <a:sy n="70" d="100"/>
        </p:scale>
        <p:origin x="-1638" y="-108"/>
      </p:cViewPr>
      <p:guideLst>
        <p:guide orient="horz" pos="3127"/>
        <p:guide pos="2141"/>
      </p:guideLst>
    </p:cSldViewPr>
  </p:notesViewPr>
  <p:gridSpacing cx="36868100" cy="368681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5.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8.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1.xml"/><Relationship Id="rId5" Type="http://schemas.openxmlformats.org/officeDocument/2006/relationships/slideMaster" Target="slideMasters/slideMaster5.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330" name="Rectangle 2"/>
          <p:cNvSpPr>
            <a:spLocks noGrp="1" noChangeArrowheads="1"/>
          </p:cNvSpPr>
          <p:nvPr>
            <p:ph type="hdr" sz="quarter"/>
          </p:nvPr>
        </p:nvSpPr>
        <p:spPr bwMode="auto">
          <a:xfrm>
            <a:off x="0" y="0"/>
            <a:ext cx="2945659" cy="496332"/>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0" hangingPunct="0">
              <a:defRPr sz="1200">
                <a:ea typeface="宋体" pitchFamily="2" charset="-122"/>
              </a:defRPr>
            </a:lvl1pPr>
          </a:lstStyle>
          <a:p>
            <a:pPr>
              <a:defRPr/>
            </a:pPr>
            <a:endParaRPr lang="zh-CN" altLang="en-US"/>
          </a:p>
        </p:txBody>
      </p:sp>
      <p:sp>
        <p:nvSpPr>
          <p:cNvPr id="227331" name="Rectangle 3"/>
          <p:cNvSpPr>
            <a:spLocks noGrp="1" noChangeArrowheads="1"/>
          </p:cNvSpPr>
          <p:nvPr>
            <p:ph type="dt" sz="quarter" idx="1"/>
          </p:nvPr>
        </p:nvSpPr>
        <p:spPr bwMode="auto">
          <a:xfrm>
            <a:off x="3850443" y="0"/>
            <a:ext cx="2945659" cy="496332"/>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0" hangingPunct="0">
              <a:defRPr sz="1200">
                <a:ea typeface="宋体" pitchFamily="2" charset="-122"/>
              </a:defRPr>
            </a:lvl1pPr>
          </a:lstStyle>
          <a:p>
            <a:pPr>
              <a:defRPr/>
            </a:pPr>
            <a:fld id="{5956AC1B-3849-468B-B3D6-71D2EAC0CF70}" type="datetimeFigureOut">
              <a:rPr lang="zh-CN" altLang="en-US"/>
              <a:pPr>
                <a:defRPr/>
              </a:pPr>
              <a:t>2017/7/5</a:t>
            </a:fld>
            <a:endParaRPr lang="en-US" altLang="zh-CN" dirty="0"/>
          </a:p>
        </p:txBody>
      </p:sp>
      <p:sp>
        <p:nvSpPr>
          <p:cNvPr id="227332" name="Rectangle 4"/>
          <p:cNvSpPr>
            <a:spLocks noGrp="1" noChangeArrowheads="1"/>
          </p:cNvSpPr>
          <p:nvPr>
            <p:ph type="ftr" sz="quarter" idx="2"/>
          </p:nvPr>
        </p:nvSpPr>
        <p:spPr bwMode="auto">
          <a:xfrm>
            <a:off x="0" y="9428583"/>
            <a:ext cx="2945659" cy="496332"/>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eaLnBrk="0" hangingPunct="0">
              <a:defRPr sz="1200">
                <a:ea typeface="宋体" pitchFamily="2" charset="-122"/>
              </a:defRPr>
            </a:lvl1pPr>
          </a:lstStyle>
          <a:p>
            <a:pPr>
              <a:defRPr/>
            </a:pPr>
            <a:endParaRPr lang="en-US" altLang="zh-CN" dirty="0"/>
          </a:p>
        </p:txBody>
      </p:sp>
      <p:sp>
        <p:nvSpPr>
          <p:cNvPr id="227333" name="Rectangle 5"/>
          <p:cNvSpPr>
            <a:spLocks noGrp="1" noChangeArrowheads="1"/>
          </p:cNvSpPr>
          <p:nvPr>
            <p:ph type="sldNum" sz="quarter" idx="3"/>
          </p:nvPr>
        </p:nvSpPr>
        <p:spPr bwMode="auto">
          <a:xfrm>
            <a:off x="3850443" y="9428583"/>
            <a:ext cx="2945659" cy="496332"/>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eaLnBrk="0" hangingPunct="0">
              <a:defRPr sz="1200">
                <a:ea typeface="宋体" pitchFamily="2" charset="-122"/>
              </a:defRPr>
            </a:lvl1pPr>
          </a:lstStyle>
          <a:p>
            <a:pPr>
              <a:defRPr/>
            </a:pPr>
            <a:fld id="{B30A5575-028F-456A-AFEC-97C97239BC48}" type="slidenum">
              <a:rPr lang="zh-CN" altLang="en-US"/>
              <a:pPr>
                <a:defRPr/>
              </a:pPr>
              <a:t>‹#›</a:t>
            </a:fld>
            <a:endParaRPr lang="en-US" altLang="zh-CN" dirty="0"/>
          </a:p>
        </p:txBody>
      </p:sp>
    </p:spTree>
    <p:extLst>
      <p:ext uri="{BB962C8B-B14F-4D97-AF65-F5344CB8AC3E}">
        <p14:creationId xmlns="" xmlns:p14="http://schemas.microsoft.com/office/powerpoint/2010/main" val="14964425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45659" cy="496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vl1pPr>
          </a:lstStyle>
          <a:p>
            <a:endParaRPr lang="zh-CN" altLang="en-US"/>
          </a:p>
        </p:txBody>
      </p:sp>
      <p:sp>
        <p:nvSpPr>
          <p:cNvPr id="29699" name="Rectangle 3"/>
          <p:cNvSpPr>
            <a:spLocks noGrp="1" noChangeArrowheads="1"/>
          </p:cNvSpPr>
          <p:nvPr>
            <p:ph type="dt" idx="1"/>
          </p:nvPr>
        </p:nvSpPr>
        <p:spPr bwMode="auto">
          <a:xfrm>
            <a:off x="3850443" y="0"/>
            <a:ext cx="2945659" cy="496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vl1pPr>
          </a:lstStyle>
          <a:p>
            <a:fld id="{CF01BC75-03AA-4997-A092-C90D85226FF4}" type="datetimeFigureOut">
              <a:rPr lang="zh-CN" altLang="en-US"/>
              <a:pPr/>
              <a:t>2017/7/5</a:t>
            </a:fld>
            <a:endParaRPr lang="en-US" altLang="zh-CN" dirty="0"/>
          </a:p>
        </p:txBody>
      </p:sp>
      <p:sp>
        <p:nvSpPr>
          <p:cNvPr id="29700" name="Rectangle 4"/>
          <p:cNvSpPr>
            <a:spLocks noGrp="1" noRot="1" noChangeAspect="1" noChangeArrowheads="1" noTextEdit="1"/>
          </p:cNvSpPr>
          <p:nvPr>
            <p:ph type="sldImg" idx="2"/>
          </p:nvPr>
        </p:nvSpPr>
        <p:spPr bwMode="auto">
          <a:xfrm>
            <a:off x="90488" y="744538"/>
            <a:ext cx="6616700" cy="3722687"/>
          </a:xfrm>
          <a:prstGeom prst="rect">
            <a:avLst/>
          </a:prstGeom>
          <a:noFill/>
          <a:ln w="9525">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08080"/>
                  </a:outerShdw>
                </a:effectLst>
              </a14:hiddenEffects>
            </a:ext>
            <a:ext uri="{53640926-AAD7-44D8-BBD7-CCE9431645EC}">
              <a14:shadowObscured xmlns="" xmlns:a14="http://schemas.microsoft.com/office/drawing/2010/main" val="1"/>
            </a:ext>
          </a:extLst>
        </p:spPr>
      </p:sp>
      <p:sp>
        <p:nvSpPr>
          <p:cNvPr id="29701" name="Rectangle 5"/>
          <p:cNvSpPr>
            <a:spLocks noGrp="1" noChangeArrowheads="1"/>
          </p:cNvSpPr>
          <p:nvPr>
            <p:ph type="body" sz="quarter" idx="3"/>
          </p:nvPr>
        </p:nvSpPr>
        <p:spPr bwMode="auto">
          <a:xfrm>
            <a:off x="679768" y="4715153"/>
            <a:ext cx="5438140" cy="44669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9702" name="Rectangle 6"/>
          <p:cNvSpPr>
            <a:spLocks noGrp="1" noChangeArrowheads="1"/>
          </p:cNvSpPr>
          <p:nvPr>
            <p:ph type="ftr" sz="quarter" idx="4"/>
          </p:nvPr>
        </p:nvSpPr>
        <p:spPr bwMode="auto">
          <a:xfrm>
            <a:off x="0" y="9428583"/>
            <a:ext cx="2945659" cy="496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vl1pPr>
          </a:lstStyle>
          <a:p>
            <a:endParaRPr lang="en-US" altLang="zh-CN" dirty="0"/>
          </a:p>
        </p:txBody>
      </p:sp>
      <p:sp>
        <p:nvSpPr>
          <p:cNvPr id="29703" name="Rectangle 7"/>
          <p:cNvSpPr>
            <a:spLocks noGrp="1" noChangeArrowheads="1"/>
          </p:cNvSpPr>
          <p:nvPr>
            <p:ph type="sldNum" sz="quarter" idx="5"/>
          </p:nvPr>
        </p:nvSpPr>
        <p:spPr bwMode="auto">
          <a:xfrm>
            <a:off x="3850443" y="9428583"/>
            <a:ext cx="2945659" cy="496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vl1pPr>
          </a:lstStyle>
          <a:p>
            <a:fld id="{E3D1208B-ABB5-48F0-93EC-79B837E3F925}" type="slidenum">
              <a:rPr lang="zh-CN" altLang="en-US"/>
              <a:pPr/>
              <a:t>‹#›</a:t>
            </a:fld>
            <a:endParaRPr lang="en-US" altLang="zh-CN" dirty="0"/>
          </a:p>
        </p:txBody>
      </p:sp>
    </p:spTree>
    <p:extLst>
      <p:ext uri="{BB962C8B-B14F-4D97-AF65-F5344CB8AC3E}">
        <p14:creationId xmlns="" xmlns:p14="http://schemas.microsoft.com/office/powerpoint/2010/main" val="371123565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fontAlgn="base">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fontAlgn="base">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fontAlgn="base">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fontAlgn="base">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eaLnBrk="1" hangingPunct="1"/>
            <a:endParaRPr lang="zh-CN" altLang="zh-CN" dirty="0" smtClean="0">
              <a:ea typeface="宋体" pitchFamily="2" charset="-122"/>
            </a:endParaRPr>
          </a:p>
        </p:txBody>
      </p:sp>
      <p:sp>
        <p:nvSpPr>
          <p:cNvPr id="4" name="灯片编号占位符 3"/>
          <p:cNvSpPr>
            <a:spLocks noGrp="1"/>
          </p:cNvSpPr>
          <p:nvPr>
            <p:ph type="sldNum" sz="quarter" idx="10"/>
          </p:nvPr>
        </p:nvSpPr>
        <p:spPr/>
        <p:txBody>
          <a:bodyPr/>
          <a:lstStyle/>
          <a:p>
            <a:fld id="{E3D1208B-ABB5-48F0-93EC-79B837E3F925}" type="slidenum">
              <a:rPr lang="zh-CN" altLang="en-US" smtClean="0"/>
              <a:pPr/>
              <a:t>0</a:t>
            </a:fld>
            <a:endParaRPr lang="en-US" altLang="zh-CN" dirty="0"/>
          </a:p>
        </p:txBody>
      </p:sp>
    </p:spTree>
    <p:extLst>
      <p:ext uri="{BB962C8B-B14F-4D97-AF65-F5344CB8AC3E}">
        <p14:creationId xmlns="" xmlns:p14="http://schemas.microsoft.com/office/powerpoint/2010/main" val="3822600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Title 3"/>
          <p:cNvSpPr>
            <a:spLocks noGrp="1"/>
          </p:cNvSpPr>
          <p:nvPr>
            <p:ph type="title"/>
          </p:nvPr>
        </p:nvSpPr>
        <p:spPr>
          <a:xfrm>
            <a:off x="755651" y="1697512"/>
            <a:ext cx="5688013" cy="584775"/>
          </a:xfrm>
          <a:prstGeom prst="rect">
            <a:avLst/>
          </a:prstGeom>
        </p:spPr>
        <p:txBody>
          <a:bodyPr/>
          <a:lstStyle/>
          <a:p>
            <a:r>
              <a:rPr lang="en-US" smtClean="0"/>
              <a:t>Click to edit Master title style</a:t>
            </a:r>
            <a:endParaRPr lang="en-US"/>
          </a:p>
        </p:txBody>
      </p:sp>
    </p:spTree>
    <p:extLst>
      <p:ext uri="{BB962C8B-B14F-4D97-AF65-F5344CB8AC3E}">
        <p14:creationId xmlns="" xmlns:p14="http://schemas.microsoft.com/office/powerpoint/2010/main" val="2404942301"/>
      </p:ext>
    </p:extLst>
  </p:cSld>
  <p:clrMapOvr>
    <a:masterClrMapping/>
  </p:clrMapOvr>
  <p:transition advClick="0" advTm="8000">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11150" y="248063"/>
            <a:ext cx="7632700" cy="386938"/>
          </a:xfrm>
          <a:prstGeom prst="rect">
            <a:avLst/>
          </a:prstGeom>
        </p:spPr>
        <p:txBody>
          <a:bodyPr/>
          <a:lstStyle>
            <a:lvl1pPr>
              <a:defRPr sz="2400">
                <a:solidFill>
                  <a:srgbClr val="C00000"/>
                </a:solidFill>
                <a:latin typeface="微软雅黑" pitchFamily="34" charset="-122"/>
                <a:ea typeface="微软雅黑" pitchFamily="34" charset="-122"/>
              </a:defRPr>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764088" y="1221288"/>
            <a:ext cx="7615824" cy="3438558"/>
          </a:xfrm>
          <a:prstGeom prst="rect">
            <a:avLst/>
          </a:prstGeom>
        </p:spPr>
        <p:txBody>
          <a:bodyPr/>
          <a:lstStyle>
            <a:lvl1pPr>
              <a:defRPr sz="2400"/>
            </a:lvl1pPr>
            <a:lvl2pPr>
              <a:defRPr sz="2000"/>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advClick="0" advTm="8000">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23850" y="251376"/>
            <a:ext cx="7632700" cy="383624"/>
          </a:xfrm>
          <a:prstGeom prst="rect">
            <a:avLst/>
          </a:prstGeom>
        </p:spPr>
        <p:txBody>
          <a:bodyPr/>
          <a:lstStyle>
            <a:lvl1pPr>
              <a:defRPr sz="2400">
                <a:solidFill>
                  <a:srgbClr val="C00000"/>
                </a:solidFill>
                <a:latin typeface="微软雅黑" pitchFamily="34" charset="-122"/>
                <a:ea typeface="微软雅黑" pitchFamily="34" charset="-122"/>
              </a:defRPr>
            </a:lvl1pPr>
          </a:lstStyle>
          <a:p>
            <a:r>
              <a:rPr lang="en-US" smtClean="0"/>
              <a:t>Click to edit Master title style</a:t>
            </a:r>
            <a:endParaRPr lang="en-US"/>
          </a:p>
        </p:txBody>
      </p:sp>
      <p:sp>
        <p:nvSpPr>
          <p:cNvPr id="4" name="Content Placeholder 3"/>
          <p:cNvSpPr>
            <a:spLocks noGrp="1"/>
          </p:cNvSpPr>
          <p:nvPr>
            <p:ph sz="quarter" idx="10"/>
          </p:nvPr>
        </p:nvSpPr>
        <p:spPr>
          <a:xfrm>
            <a:off x="755650" y="972764"/>
            <a:ext cx="7596000" cy="3600000"/>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advClick="0" advTm="8000">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11150" y="251376"/>
            <a:ext cx="7632700" cy="383624"/>
          </a:xfrm>
          <a:prstGeom prst="rect">
            <a:avLst/>
          </a:prstGeom>
        </p:spPr>
        <p:txBody>
          <a:bodyPr/>
          <a:lstStyle>
            <a:lvl1pPr>
              <a:defRPr sz="2400">
                <a:solidFill>
                  <a:srgbClr val="C00000"/>
                </a:solidFill>
                <a:latin typeface="微软雅黑" pitchFamily="34" charset="-122"/>
                <a:ea typeface="微软雅黑" pitchFamily="34" charset="-122"/>
              </a:defRPr>
            </a:lvl1pPr>
          </a:lstStyle>
          <a:p>
            <a:r>
              <a:rPr lang="en-US" smtClean="0"/>
              <a:t>Click to edit Master title style</a:t>
            </a:r>
            <a:endParaRPr lang="en-US"/>
          </a:p>
        </p:txBody>
      </p:sp>
    </p:spTree>
  </p:cSld>
  <p:clrMapOvr>
    <a:masterClrMapping/>
  </p:clrMapOvr>
  <p:transition advClick="0" advTm="8000">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11150" y="248063"/>
            <a:ext cx="7632700" cy="386938"/>
          </a:xfrm>
          <a:prstGeom prst="rect">
            <a:avLst/>
          </a:prstGeom>
        </p:spPr>
        <p:txBody>
          <a:bodyPr/>
          <a:lstStyle>
            <a:lvl1pPr>
              <a:defRPr sz="2400">
                <a:solidFill>
                  <a:srgbClr val="C00000"/>
                </a:solidFill>
                <a:latin typeface="微软雅黑" pitchFamily="34" charset="-122"/>
                <a:ea typeface="微软雅黑" pitchFamily="34" charset="-122"/>
              </a:defRPr>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764088" y="1221288"/>
            <a:ext cx="7615824" cy="3438558"/>
          </a:xfrm>
          <a:prstGeom prst="rect">
            <a:avLst/>
          </a:prstGeom>
        </p:spPr>
        <p:txBody>
          <a:bodyPr/>
          <a:lstStyle>
            <a:lvl1pPr>
              <a:defRPr sz="2400"/>
            </a:lvl1pPr>
            <a:lvl2pPr>
              <a:defRPr sz="2000"/>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advClick="0" advTm="8000">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05978"/>
            <a:ext cx="75438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609600" y="1234679"/>
            <a:ext cx="7543800" cy="3094434"/>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6361113" y="4867275"/>
            <a:ext cx="887412" cy="172641"/>
          </a:xfrm>
          <a:prstGeom prst="rect">
            <a:avLst/>
          </a:prstGeom>
          <a:ln/>
        </p:spPr>
        <p:txBody>
          <a:bodyPr/>
          <a:lstStyle>
            <a:lvl1pPr>
              <a:defRPr/>
            </a:lvl1pPr>
          </a:lstStyle>
          <a:p>
            <a:pPr>
              <a:defRPr/>
            </a:pPr>
            <a:r>
              <a:rPr lang="de-DE" altLang="zh-CN">
                <a:solidFill>
                  <a:srgbClr val="000000"/>
                </a:solidFill>
              </a:rPr>
              <a:t>Page </a:t>
            </a:r>
            <a:fld id="{0CD9C857-071D-497E-9DCA-E0EB9C43972C}" type="slidenum">
              <a:rPr lang="de-DE" altLang="zh-CN">
                <a:solidFill>
                  <a:srgbClr val="000000"/>
                </a:solidFill>
              </a:rPr>
              <a:pPr>
                <a:defRPr/>
              </a:pPr>
              <a:t>‹#›</a:t>
            </a:fld>
            <a:endParaRPr lang="en-GB" altLang="zh-CN">
              <a:solidFill>
                <a:srgbClr val="000000"/>
              </a:solidFill>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57054" y="300038"/>
            <a:ext cx="7828702" cy="569119"/>
          </a:xfrm>
          <a:prstGeom prst="rect">
            <a:avLst/>
          </a:prstGeom>
        </p:spPr>
        <p:txBody>
          <a:bodyPr lIns="68562" tIns="34281" rIns="68562" bIns="34281"/>
          <a:lstStyle/>
          <a:p>
            <a:r>
              <a:rPr lang="zh-CN" altLang="en-US" smtClean="0"/>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11150" y="248063"/>
            <a:ext cx="7632700" cy="386938"/>
          </a:xfrm>
          <a:prstGeom prst="rect">
            <a:avLst/>
          </a:prstGeom>
        </p:spPr>
        <p:txBody>
          <a:bodyPr/>
          <a:lstStyle>
            <a:lvl1pPr>
              <a:defRPr sz="2400">
                <a:solidFill>
                  <a:srgbClr val="C00000"/>
                </a:solidFill>
                <a:latin typeface="微软雅黑" pitchFamily="34" charset="-122"/>
                <a:ea typeface="微软雅黑" pitchFamily="34" charset="-122"/>
              </a:defRPr>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764088" y="1221288"/>
            <a:ext cx="7615824" cy="3438558"/>
          </a:xfrm>
          <a:prstGeom prst="rect">
            <a:avLst/>
          </a:prstGeom>
        </p:spPr>
        <p:txBody>
          <a:bodyPr/>
          <a:lstStyle>
            <a:lvl1pPr>
              <a:defRPr sz="2400"/>
            </a:lvl1pPr>
            <a:lvl2pPr>
              <a:defRPr sz="2000"/>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advClick="0" advTm="8000">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11150" y="248063"/>
            <a:ext cx="7632700" cy="386938"/>
          </a:xfrm>
          <a:prstGeom prst="rect">
            <a:avLst/>
          </a:prstGeom>
        </p:spPr>
        <p:txBody>
          <a:bodyPr/>
          <a:lstStyle>
            <a:lvl1pPr>
              <a:defRPr sz="2400">
                <a:solidFill>
                  <a:srgbClr val="C00000"/>
                </a:solidFill>
                <a:latin typeface="微软雅黑" pitchFamily="34" charset="-122"/>
                <a:ea typeface="微软雅黑" pitchFamily="34" charset="-122"/>
              </a:defRPr>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764088" y="1221288"/>
            <a:ext cx="7615824" cy="3438558"/>
          </a:xfrm>
          <a:prstGeom prst="rect">
            <a:avLst/>
          </a:prstGeom>
        </p:spPr>
        <p:txBody>
          <a:bodyPr/>
          <a:lstStyle>
            <a:lvl1pPr>
              <a:defRPr sz="2400"/>
            </a:lvl1pPr>
            <a:lvl2pPr>
              <a:defRPr sz="2000"/>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advClick="0" advTm="8000">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11150" y="251376"/>
            <a:ext cx="7632700" cy="383624"/>
          </a:xfrm>
          <a:prstGeom prst="rect">
            <a:avLst/>
          </a:prstGeom>
        </p:spPr>
        <p:txBody>
          <a:bodyPr/>
          <a:lstStyle>
            <a:lvl1pPr>
              <a:defRPr sz="2400">
                <a:solidFill>
                  <a:srgbClr val="C00000"/>
                </a:solidFill>
                <a:latin typeface="微软雅黑" pitchFamily="34" charset="-122"/>
                <a:ea typeface="微软雅黑" pitchFamily="34" charset="-122"/>
              </a:defRPr>
            </a:lvl1pPr>
          </a:lstStyle>
          <a:p>
            <a:r>
              <a:rPr lang="en-US" smtClean="0"/>
              <a:t>Click to edit Master title style</a:t>
            </a:r>
            <a:endParaRPr lang="en-US"/>
          </a:p>
        </p:txBody>
      </p:sp>
    </p:spTree>
  </p:cSld>
  <p:clrMapOvr>
    <a:masterClrMapping/>
  </p:clrMapOvr>
  <p:transition advClick="0" advTm="8000">
    <p:fade thruBlk="1"/>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05978"/>
            <a:ext cx="75438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609600" y="1234679"/>
            <a:ext cx="7543800" cy="3094434"/>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6361113" y="4867275"/>
            <a:ext cx="887412" cy="172641"/>
          </a:xfrm>
          <a:prstGeom prst="rect">
            <a:avLst/>
          </a:prstGeom>
          <a:ln/>
        </p:spPr>
        <p:txBody>
          <a:bodyPr/>
          <a:lstStyle>
            <a:lvl1pPr>
              <a:defRPr/>
            </a:lvl1pPr>
          </a:lstStyle>
          <a:p>
            <a:pPr>
              <a:defRPr/>
            </a:pPr>
            <a:r>
              <a:rPr lang="de-DE" altLang="zh-CN">
                <a:solidFill>
                  <a:srgbClr val="000000"/>
                </a:solidFill>
              </a:rPr>
              <a:t>Page </a:t>
            </a:r>
            <a:fld id="{0CD9C857-071D-497E-9DCA-E0EB9C43972C}" type="slidenum">
              <a:rPr lang="de-DE" altLang="zh-CN">
                <a:solidFill>
                  <a:srgbClr val="000000"/>
                </a:solidFill>
              </a:rPr>
              <a:pPr>
                <a:defRPr/>
              </a:pPr>
              <a:t>‹#›</a:t>
            </a:fld>
            <a:endParaRPr lang="en-GB" altLang="zh-CN">
              <a:solidFill>
                <a:srgbClr val="000000"/>
              </a:solidFill>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11150" y="248063"/>
            <a:ext cx="7632700" cy="386938"/>
          </a:xfrm>
          <a:prstGeom prst="rect">
            <a:avLst/>
          </a:prstGeom>
        </p:spPr>
        <p:txBody>
          <a:bodyPr/>
          <a:lstStyle>
            <a:lvl1pPr>
              <a:defRPr sz="2400">
                <a:solidFill>
                  <a:srgbClr val="C00000"/>
                </a:solidFill>
                <a:latin typeface="微软雅黑" pitchFamily="34" charset="-122"/>
                <a:ea typeface="微软雅黑" pitchFamily="34" charset="-122"/>
              </a:defRPr>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764088" y="1221288"/>
            <a:ext cx="7615824" cy="3438558"/>
          </a:xfrm>
          <a:prstGeom prst="rect">
            <a:avLst/>
          </a:prstGeom>
        </p:spPr>
        <p:txBody>
          <a:bodyPr/>
          <a:lstStyle>
            <a:lvl1pPr>
              <a:defRPr sz="2400"/>
            </a:lvl1pPr>
            <a:lvl2pPr>
              <a:defRPr sz="2000"/>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advClick="0" advTm="8000">
    <p:fade thruBlk="1"/>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11150" y="251376"/>
            <a:ext cx="7632700" cy="383624"/>
          </a:xfrm>
          <a:prstGeom prst="rect">
            <a:avLst/>
          </a:prstGeom>
        </p:spPr>
        <p:txBody>
          <a:bodyPr/>
          <a:lstStyle>
            <a:lvl1pPr>
              <a:defRPr sz="2400">
                <a:solidFill>
                  <a:srgbClr val="C00000"/>
                </a:solidFill>
                <a:latin typeface="微软雅黑" pitchFamily="34" charset="-122"/>
                <a:ea typeface="微软雅黑" pitchFamily="34" charset="-122"/>
              </a:defRPr>
            </a:lvl1pPr>
          </a:lstStyle>
          <a:p>
            <a:r>
              <a:rPr lang="en-US" smtClean="0"/>
              <a:t>Click to edit Master title style</a:t>
            </a:r>
            <a:endParaRPr lang="en-US"/>
          </a:p>
        </p:txBody>
      </p:sp>
    </p:spTree>
  </p:cSld>
  <p:clrMapOvr>
    <a:masterClrMapping/>
  </p:clrMapOvr>
  <p:transition advClick="0" advTm="8000">
    <p:fade thruBlk="1"/>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11150" y="248063"/>
            <a:ext cx="7632700" cy="386938"/>
          </a:xfrm>
          <a:prstGeom prst="rect">
            <a:avLst/>
          </a:prstGeom>
        </p:spPr>
        <p:txBody>
          <a:bodyPr/>
          <a:lstStyle>
            <a:lvl1pPr>
              <a:defRPr sz="2400">
                <a:solidFill>
                  <a:srgbClr val="C00000"/>
                </a:solidFill>
                <a:latin typeface="微软雅黑" pitchFamily="34" charset="-122"/>
                <a:ea typeface="微软雅黑" pitchFamily="34" charset="-122"/>
              </a:defRPr>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764088" y="1221288"/>
            <a:ext cx="7615824" cy="3438558"/>
          </a:xfrm>
          <a:prstGeom prst="rect">
            <a:avLst/>
          </a:prstGeom>
        </p:spPr>
        <p:txBody>
          <a:bodyPr/>
          <a:lstStyle>
            <a:lvl1pPr>
              <a:defRPr sz="2400"/>
            </a:lvl1pPr>
            <a:lvl2pPr>
              <a:defRPr sz="2000"/>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advClick="0" advTm="8000">
    <p:fade thruBlk="1"/>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11150" y="251376"/>
            <a:ext cx="7632700" cy="383624"/>
          </a:xfrm>
          <a:prstGeom prst="rect">
            <a:avLst/>
          </a:prstGeom>
        </p:spPr>
        <p:txBody>
          <a:bodyPr/>
          <a:lstStyle>
            <a:lvl1pPr>
              <a:defRPr sz="2400">
                <a:solidFill>
                  <a:srgbClr val="C00000"/>
                </a:solidFill>
                <a:latin typeface="微软雅黑" pitchFamily="34" charset="-122"/>
                <a:ea typeface="微软雅黑" pitchFamily="34" charset="-122"/>
              </a:defRPr>
            </a:lvl1pPr>
          </a:lstStyle>
          <a:p>
            <a:r>
              <a:rPr lang="en-US" smtClean="0"/>
              <a:t>Click to edit Master title style</a:t>
            </a:r>
            <a:endParaRPr lang="en-US"/>
          </a:p>
        </p:txBody>
      </p:sp>
    </p:spTree>
  </p:cSld>
  <p:clrMapOvr>
    <a:masterClrMapping/>
  </p:clrMapOvr>
  <p:transition advClick="0" advTm="8000">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05978"/>
            <a:ext cx="75438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609600" y="1234679"/>
            <a:ext cx="7543800" cy="3094434"/>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6361113" y="4867275"/>
            <a:ext cx="887412" cy="172641"/>
          </a:xfrm>
          <a:prstGeom prst="rect">
            <a:avLst/>
          </a:prstGeom>
          <a:ln/>
        </p:spPr>
        <p:txBody>
          <a:bodyPr/>
          <a:lstStyle>
            <a:lvl1pPr>
              <a:defRPr/>
            </a:lvl1pPr>
          </a:lstStyle>
          <a:p>
            <a:pPr>
              <a:defRPr/>
            </a:pPr>
            <a:r>
              <a:rPr lang="de-DE" altLang="zh-CN">
                <a:solidFill>
                  <a:srgbClr val="000000"/>
                </a:solidFill>
              </a:rPr>
              <a:t>Page </a:t>
            </a:r>
            <a:fld id="{0CD9C857-071D-497E-9DCA-E0EB9C43972C}" type="slidenum">
              <a:rPr lang="de-DE" altLang="zh-CN">
                <a:solidFill>
                  <a:srgbClr val="000000"/>
                </a:solidFill>
              </a:rPr>
              <a:pPr>
                <a:defRPr/>
              </a:pPr>
              <a:t>‹#›</a:t>
            </a:fld>
            <a:endParaRPr lang="en-GB" altLang="zh-CN">
              <a:solidFill>
                <a:srgbClr val="000000"/>
              </a:solidFill>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11150" y="248063"/>
            <a:ext cx="7632700" cy="386938"/>
          </a:xfrm>
          <a:prstGeom prst="rect">
            <a:avLst/>
          </a:prstGeom>
        </p:spPr>
        <p:txBody>
          <a:bodyPr/>
          <a:lstStyle>
            <a:lvl1pPr>
              <a:defRPr sz="2400">
                <a:solidFill>
                  <a:srgbClr val="C00000"/>
                </a:solidFill>
                <a:latin typeface="微软雅黑" pitchFamily="34" charset="-122"/>
                <a:ea typeface="微软雅黑" pitchFamily="34" charset="-122"/>
              </a:defRPr>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764088" y="1221288"/>
            <a:ext cx="7615824" cy="3438558"/>
          </a:xfrm>
          <a:prstGeom prst="rect">
            <a:avLst/>
          </a:prstGeom>
        </p:spPr>
        <p:txBody>
          <a:bodyPr/>
          <a:lstStyle>
            <a:lvl1pPr>
              <a:defRPr sz="2400"/>
            </a:lvl1pPr>
            <a:lvl2pPr>
              <a:defRPr sz="2000"/>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advClick="0" advTm="8000">
    <p:fade thruBlk="1"/>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11150" y="251376"/>
            <a:ext cx="7632700" cy="383624"/>
          </a:xfrm>
          <a:prstGeom prst="rect">
            <a:avLst/>
          </a:prstGeom>
        </p:spPr>
        <p:txBody>
          <a:bodyPr/>
          <a:lstStyle>
            <a:lvl1pPr>
              <a:defRPr sz="2400">
                <a:solidFill>
                  <a:srgbClr val="C00000"/>
                </a:solidFill>
                <a:latin typeface="微软雅黑" pitchFamily="34" charset="-122"/>
                <a:ea typeface="微软雅黑" pitchFamily="34" charset="-122"/>
              </a:defRPr>
            </a:lvl1pPr>
          </a:lstStyle>
          <a:p>
            <a:r>
              <a:rPr lang="en-US" smtClean="0"/>
              <a:t>Click to edit Master title style</a:t>
            </a:r>
            <a:endParaRPr lang="en-US"/>
          </a:p>
        </p:txBody>
      </p:sp>
    </p:spTree>
  </p:cSld>
  <p:clrMapOvr>
    <a:masterClrMapping/>
  </p:clrMapOvr>
  <p:transition advClick="0" advTm="8000">
    <p:fade thruBlk="1"/>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05978"/>
            <a:ext cx="75438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609600" y="1234679"/>
            <a:ext cx="7543800" cy="3094434"/>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6361113" y="4867275"/>
            <a:ext cx="887412" cy="172641"/>
          </a:xfrm>
          <a:prstGeom prst="rect">
            <a:avLst/>
          </a:prstGeom>
          <a:ln/>
        </p:spPr>
        <p:txBody>
          <a:bodyPr/>
          <a:lstStyle>
            <a:lvl1pPr>
              <a:defRPr/>
            </a:lvl1pPr>
          </a:lstStyle>
          <a:p>
            <a:pPr>
              <a:defRPr/>
            </a:pPr>
            <a:r>
              <a:rPr lang="de-DE" altLang="zh-CN">
                <a:solidFill>
                  <a:srgbClr val="000000"/>
                </a:solidFill>
              </a:rPr>
              <a:t>Page </a:t>
            </a:r>
            <a:fld id="{0CD9C857-071D-497E-9DCA-E0EB9C43972C}" type="slidenum">
              <a:rPr lang="de-DE" altLang="zh-CN">
                <a:solidFill>
                  <a:srgbClr val="000000"/>
                </a:solidFill>
              </a:rPr>
              <a:pPr>
                <a:defRPr/>
              </a:pPr>
              <a:t>‹#›</a:t>
            </a:fld>
            <a:endParaRPr lang="en-GB" altLang="zh-CN">
              <a:solidFill>
                <a:srgbClr val="000000"/>
              </a:solidFill>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11150" y="248063"/>
            <a:ext cx="7632700" cy="386938"/>
          </a:xfrm>
          <a:prstGeom prst="rect">
            <a:avLst/>
          </a:prstGeom>
        </p:spPr>
        <p:txBody>
          <a:bodyPr/>
          <a:lstStyle>
            <a:lvl1pPr>
              <a:defRPr sz="2400">
                <a:solidFill>
                  <a:srgbClr val="C00000"/>
                </a:solidFill>
                <a:latin typeface="微软雅黑" pitchFamily="34" charset="-122"/>
                <a:ea typeface="微软雅黑" pitchFamily="34" charset="-122"/>
              </a:defRPr>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764088" y="1221288"/>
            <a:ext cx="7615824" cy="3438558"/>
          </a:xfrm>
          <a:prstGeom prst="rect">
            <a:avLst/>
          </a:prstGeom>
        </p:spPr>
        <p:txBody>
          <a:bodyPr/>
          <a:lstStyle>
            <a:lvl1pPr>
              <a:defRPr sz="2400"/>
            </a:lvl1pPr>
            <a:lvl2pPr>
              <a:defRPr sz="2000"/>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advClick="0" advTm="8000">
    <p:fade thruBlk="1"/>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11150" y="251376"/>
            <a:ext cx="7632700" cy="383624"/>
          </a:xfrm>
          <a:prstGeom prst="rect">
            <a:avLst/>
          </a:prstGeom>
        </p:spPr>
        <p:txBody>
          <a:bodyPr/>
          <a:lstStyle>
            <a:lvl1pPr>
              <a:defRPr sz="2400">
                <a:solidFill>
                  <a:srgbClr val="C00000"/>
                </a:solidFill>
                <a:latin typeface="微软雅黑" pitchFamily="34" charset="-122"/>
                <a:ea typeface="微软雅黑" pitchFamily="34" charset="-122"/>
              </a:defRPr>
            </a:lvl1pPr>
          </a:lstStyle>
          <a:p>
            <a:r>
              <a:rPr lang="en-US" smtClean="0"/>
              <a:t>Click to edit Master title style</a:t>
            </a:r>
            <a:endParaRPr lang="en-US"/>
          </a:p>
        </p:txBody>
      </p:sp>
    </p:spTree>
  </p:cSld>
  <p:clrMapOvr>
    <a:masterClrMapping/>
  </p:clrMapOvr>
  <p:transition advClick="0" advTm="8000">
    <p:fade thruBlk="1"/>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11150" y="248063"/>
            <a:ext cx="7632700" cy="386938"/>
          </a:xfrm>
          <a:prstGeom prst="rect">
            <a:avLst/>
          </a:prstGeom>
        </p:spPr>
        <p:txBody>
          <a:bodyPr/>
          <a:lstStyle>
            <a:lvl1pPr>
              <a:defRPr sz="2400">
                <a:solidFill>
                  <a:srgbClr val="C00000"/>
                </a:solidFill>
                <a:latin typeface="微软雅黑" pitchFamily="34" charset="-122"/>
                <a:ea typeface="微软雅黑" pitchFamily="34" charset="-122"/>
              </a:defRPr>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764088" y="1221288"/>
            <a:ext cx="7615824" cy="3438558"/>
          </a:xfrm>
          <a:prstGeom prst="rect">
            <a:avLst/>
          </a:prstGeom>
        </p:spPr>
        <p:txBody>
          <a:bodyPr/>
          <a:lstStyle>
            <a:lvl1pPr>
              <a:defRPr sz="1600">
                <a:solidFill>
                  <a:srgbClr val="595959"/>
                </a:solidFill>
                <a:latin typeface="微软雅黑" pitchFamily="34" charset="-122"/>
                <a:ea typeface="微软雅黑" pitchFamily="34" charset="-122"/>
              </a:defRPr>
            </a:lvl1pPr>
            <a:lvl2pPr>
              <a:defRPr sz="1600">
                <a:solidFill>
                  <a:srgbClr val="595959"/>
                </a:solidFill>
                <a:latin typeface="微软雅黑" pitchFamily="34" charset="-122"/>
                <a:ea typeface="微软雅黑" pitchFamily="34" charset="-122"/>
              </a:defRPr>
            </a:lvl2pPr>
            <a:lvl3pPr>
              <a:defRPr sz="1600">
                <a:solidFill>
                  <a:srgbClr val="595959"/>
                </a:solidFill>
                <a:latin typeface="微软雅黑" pitchFamily="34" charset="-122"/>
                <a:ea typeface="微软雅黑" pitchFamily="34" charset="-122"/>
              </a:defRPr>
            </a:lvl3pPr>
            <a:lvl4pPr>
              <a:defRPr sz="1600">
                <a:solidFill>
                  <a:srgbClr val="595959"/>
                </a:solidFill>
                <a:latin typeface="微软雅黑" pitchFamily="34" charset="-122"/>
                <a:ea typeface="微软雅黑" pitchFamily="34" charset="-122"/>
              </a:defRPr>
            </a:lvl4pPr>
            <a:lvl5pPr>
              <a:defRPr sz="1600">
                <a:solidFill>
                  <a:srgbClr val="595959"/>
                </a:solidFill>
                <a:latin typeface="微软雅黑" pitchFamily="34" charset="-122"/>
                <a:ea typeface="微软雅黑" pitchFamily="34" charset="-122"/>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advClick="0" advTm="8000">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image" Target="../media/image6.png"/><Relationship Id="rId4" Type="http://schemas.openxmlformats.org/officeDocument/2006/relationships/image" Target="../media/image5.wmf"/></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7" Type="http://schemas.openxmlformats.org/officeDocument/2006/relationships/image" Target="../media/image4.wmf"/><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5.wmf"/><Relationship Id="rId5" Type="http://schemas.openxmlformats.org/officeDocument/2006/relationships/image" Target="../media/image7.wmf"/><Relationship Id="rId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slideLayout" Target="../slideLayouts/slideLayout8.xml"/><Relationship Id="rId7" Type="http://schemas.openxmlformats.org/officeDocument/2006/relationships/image" Target="../media/image6.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theme" Target="../theme/theme6.xml"/><Relationship Id="rId1" Type="http://schemas.openxmlformats.org/officeDocument/2006/relationships/slideLayout" Target="../slideLayouts/slideLayout9.xml"/><Relationship Id="rId6" Type="http://schemas.openxmlformats.org/officeDocument/2006/relationships/image" Target="../media/image7.wmf"/><Relationship Id="rId5" Type="http://schemas.openxmlformats.org/officeDocument/2006/relationships/image" Target="../media/image6.png"/><Relationship Id="rId4" Type="http://schemas.openxmlformats.org/officeDocument/2006/relationships/image" Target="../media/image5.wmf"/></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slideLayout" Target="../slideLayouts/slideLayout12.xml"/><Relationship Id="rId7" Type="http://schemas.openxmlformats.org/officeDocument/2006/relationships/image" Target="../media/image6.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7" Type="http://schemas.openxmlformats.org/officeDocument/2006/relationships/image" Target="../media/image7.wmf"/><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wmf"/><Relationship Id="rId4" Type="http://schemas.openxmlformats.org/officeDocument/2006/relationships/image" Target="../media/image4.wmf"/></Relationships>
</file>

<file path=ppt/slideMasters/_rels/slideMaster9.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slideLayout" Target="../slideLayouts/slideLayout17.xml"/><Relationship Id="rId7" Type="http://schemas.openxmlformats.org/officeDocument/2006/relationships/image" Target="../media/image6.png"/><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slideLayout" Target="../slideLayouts/slideLayout20.xml"/><Relationship Id="rId7" Type="http://schemas.openxmlformats.org/officeDocument/2006/relationships/image" Target="../media/image6.png"/><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3" Type="http://schemas.openxmlformats.org/officeDocument/2006/relationships/theme" Target="../theme/theme11.xml"/><Relationship Id="rId7" Type="http://schemas.openxmlformats.org/officeDocument/2006/relationships/image" Target="../media/image7.wmf"/><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image" Target="../media/image6.png"/><Relationship Id="rId5" Type="http://schemas.openxmlformats.org/officeDocument/2006/relationships/image" Target="../media/image5.wmf"/><Relationship Id="rId4" Type="http://schemas.openxmlformats.org/officeDocument/2006/relationships/image" Target="../media/image4.wmf"/></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12.xml"/><Relationship Id="rId1" Type="http://schemas.openxmlformats.org/officeDocument/2006/relationships/slideLayout" Target="../slideLayouts/slideLayout23.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theme" Target="../theme/theme13.xml"/><Relationship Id="rId1" Type="http://schemas.openxmlformats.org/officeDocument/2006/relationships/slideLayout" Target="../slideLayouts/slideLayout24.xml"/><Relationship Id="rId6" Type="http://schemas.openxmlformats.org/officeDocument/2006/relationships/image" Target="../media/image7.wmf"/><Relationship Id="rId5" Type="http://schemas.openxmlformats.org/officeDocument/2006/relationships/image" Target="../media/image6.png"/><Relationship Id="rId4" Type="http://schemas.openxmlformats.org/officeDocument/2006/relationships/image" Target="../media/image5.w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2" descr="E:\01 日常工作\10 多媒体\PPT内部汇报用模板\PPT封面03副本.jpg"/>
          <p:cNvPicPr>
            <a:picLocks noChangeAspect="1" noChangeArrowheads="1"/>
          </p:cNvPicPr>
          <p:nvPr userDrawn="1"/>
        </p:nvPicPr>
        <p:blipFill>
          <a:blip r:embed="rId3" cstate="print"/>
          <a:srcRect/>
          <a:stretch>
            <a:fillRect/>
          </a:stretch>
        </p:blipFill>
        <p:spPr bwMode="auto">
          <a:xfrm>
            <a:off x="0" y="0"/>
            <a:ext cx="9144000" cy="5143500"/>
          </a:xfrm>
          <a:prstGeom prst="rect">
            <a:avLst/>
          </a:prstGeom>
          <a:noFill/>
        </p:spPr>
      </p:pic>
      <p:sp>
        <p:nvSpPr>
          <p:cNvPr id="9" name="Rectangle 86"/>
          <p:cNvSpPr>
            <a:spLocks noChangeArrowheads="1"/>
          </p:cNvSpPr>
          <p:nvPr userDrawn="1"/>
        </p:nvSpPr>
        <p:spPr bwMode="auto">
          <a:xfrm>
            <a:off x="7801326" y="4145757"/>
            <a:ext cx="716570" cy="748904"/>
          </a:xfrm>
          <a:prstGeom prst="rect">
            <a:avLst/>
          </a:prstGeom>
          <a:solidFill>
            <a:schemeClr val="bg1"/>
          </a:solidFill>
          <a:ln>
            <a:noFill/>
          </a:ln>
          <a:effectLst/>
          <a:extLst>
            <a:ext uri="{91240B29-F687-4F45-9708-019B960494DF}">
              <a14:hiddenLine xmlns="" xmlns:a14="http://schemas.microsoft.com/office/drawing/2010/main" w="9525"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68562" tIns="34281" rIns="68562" bIns="34281" anchor="ctr"/>
          <a:lstStyle/>
          <a:p>
            <a:endParaRPr lang="zh-CN" altLang="en-US" dirty="0">
              <a:latin typeface="FrutigerNext LT Medium" pitchFamily="34" charset="0"/>
            </a:endParaRPr>
          </a:p>
        </p:txBody>
      </p:sp>
      <p:sp>
        <p:nvSpPr>
          <p:cNvPr id="11" name="Rectangle 8"/>
          <p:cNvSpPr>
            <a:spLocks noGrp="1" noChangeArrowheads="1"/>
          </p:cNvSpPr>
          <p:nvPr>
            <p:ph type="title"/>
          </p:nvPr>
        </p:nvSpPr>
        <p:spPr bwMode="auto">
          <a:xfrm>
            <a:off x="657055" y="1977630"/>
            <a:ext cx="5686135" cy="43457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34281" rIns="68562" bIns="34281" numCol="1" anchor="t" anchorCtr="0" compatLnSpc="1">
            <a:prstTxWarp prst="textNoShape">
              <a:avLst/>
            </a:prstTxWarp>
            <a:spAutoFit/>
          </a:bodyPr>
          <a:lstStyle/>
          <a:p>
            <a:pPr lvl="0"/>
            <a:r>
              <a:rPr lang="en-US" altLang="zh-CN" dirty="0" smtClean="0"/>
              <a:t>Click to edit Master title style</a:t>
            </a:r>
            <a:endParaRPr lang="zh-CN" altLang="en-US" dirty="0" smtClean="0"/>
          </a:p>
        </p:txBody>
      </p:sp>
      <p:pic>
        <p:nvPicPr>
          <p:cNvPr id="13" name="Picture 77" descr="Logo"/>
          <p:cNvPicPr>
            <a:picLocks noChangeAspect="1" noChangeArrowheads="1"/>
          </p:cNvPicPr>
          <p:nvPr userDrawn="1"/>
        </p:nvPicPr>
        <p:blipFill>
          <a:blip r:embed="rId4" cstate="email">
            <a:extLst>
              <a:ext uri="{28A0092B-C50C-407E-A947-70E740481C1C}">
                <a14:useLocalDpi xmlns="" xmlns:a14="http://schemas.microsoft.com/office/drawing/2010/main" val="0"/>
              </a:ext>
            </a:extLst>
          </a:blip>
          <a:srcRect/>
          <a:stretch>
            <a:fillRect/>
          </a:stretch>
        </p:blipFill>
        <p:spPr bwMode="auto">
          <a:xfrm>
            <a:off x="7794141" y="4034485"/>
            <a:ext cx="768834" cy="7673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6" name="Rectangle 21"/>
          <p:cNvSpPr>
            <a:spLocks noChangeArrowheads="1"/>
          </p:cNvSpPr>
          <p:nvPr userDrawn="1"/>
        </p:nvSpPr>
        <p:spPr bwMode="auto">
          <a:xfrm>
            <a:off x="582409" y="277776"/>
            <a:ext cx="1354362" cy="153888"/>
          </a:xfrm>
          <a:prstGeom prst="rect">
            <a:avLst/>
          </a:prstGeom>
          <a:noFill/>
          <a:ln w="9525" algn="ctr">
            <a:noFill/>
            <a:miter lim="800000"/>
            <a:headEnd/>
            <a:tailEnd/>
          </a:ln>
          <a:effectLst/>
        </p:spPr>
        <p:txBody>
          <a:bodyPr wrap="none" lIns="80082" tIns="0" rIns="80082" bIns="0">
            <a:spAutoFit/>
          </a:bodyPr>
          <a:lstStyle/>
          <a:p>
            <a:pPr defTabSz="801688" eaLnBrk="0" hangingPunct="0"/>
            <a:fld id="{8520E964-B8DE-4320-8AEF-101A290CFAF7}" type="datetime3">
              <a:rPr lang="zh-CN" altLang="en-US" sz="1000" smtClean="0">
                <a:solidFill>
                  <a:schemeClr val="tx1"/>
                </a:solidFill>
                <a:latin typeface="+mn-ea"/>
                <a:ea typeface="+mn-ea"/>
              </a:rPr>
              <a:pPr defTabSz="801688" eaLnBrk="0" hangingPunct="0"/>
              <a:t>2017年7月5日星期三</a:t>
            </a:fld>
            <a:endParaRPr lang="en-US" altLang="zh-CN" sz="1000" dirty="0">
              <a:solidFill>
                <a:schemeClr val="tx1"/>
              </a:solidFill>
              <a:latin typeface="+mn-ea"/>
              <a:ea typeface="+mn-ea"/>
            </a:endParaRPr>
          </a:p>
        </p:txBody>
      </p:sp>
      <p:pic>
        <p:nvPicPr>
          <p:cNvPr id="10" name="Picture 2" descr="C:\Users\z00124665\Desktop\图形2.wmf"/>
          <p:cNvPicPr>
            <a:picLocks noChangeAspect="1" noChangeArrowheads="1"/>
          </p:cNvPicPr>
          <p:nvPr userDrawn="1"/>
        </p:nvPicPr>
        <p:blipFill>
          <a:blip r:embed="rId5" cstate="print"/>
          <a:srcRect/>
          <a:stretch>
            <a:fillRect/>
          </a:stretch>
        </p:blipFill>
        <p:spPr bwMode="auto">
          <a:xfrm>
            <a:off x="666769" y="4440721"/>
            <a:ext cx="2116626" cy="367370"/>
          </a:xfrm>
          <a:prstGeom prst="rect">
            <a:avLst/>
          </a:prstGeom>
          <a:noFill/>
        </p:spPr>
      </p:pic>
      <p:pic>
        <p:nvPicPr>
          <p:cNvPr id="12" name="Picture 2" descr="C:\Users\z00124665\Desktop\A BETTER WAY SOLUTIONS.wmf"/>
          <p:cNvPicPr>
            <a:picLocks noChangeAspect="1" noChangeArrowheads="1"/>
          </p:cNvPicPr>
          <p:nvPr userDrawn="1"/>
        </p:nvPicPr>
        <p:blipFill>
          <a:blip r:embed="rId6" cstate="print"/>
          <a:srcRect/>
          <a:stretch>
            <a:fillRect/>
          </a:stretch>
        </p:blipFill>
        <p:spPr bwMode="auto">
          <a:xfrm>
            <a:off x="660400" y="934345"/>
            <a:ext cx="4117340" cy="114657"/>
          </a:xfrm>
          <a:prstGeom prst="rect">
            <a:avLst/>
          </a:prstGeom>
          <a:noFill/>
        </p:spPr>
      </p:pic>
    </p:spTree>
  </p:cSld>
  <p:clrMap bg1="lt1" tx1="dk1" bg2="lt2" tx2="dk2" accent1="accent1" accent2="accent2" accent3="accent3" accent4="accent4" accent5="accent5" accent6="accent6" hlink="hlink" folHlink="folHlink"/>
  <p:sldLayoutIdLst>
    <p:sldLayoutId id="2147483815" r:id="rId1"/>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bg1"/>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chemeClr val="bg1"/>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chemeClr val="bg1"/>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chemeClr val="bg1"/>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chemeClr val="bg1"/>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矩形 2"/>
          <p:cNvSpPr/>
          <p:nvPr userDrawn="1"/>
        </p:nvSpPr>
        <p:spPr bwMode="auto">
          <a:xfrm>
            <a:off x="4762" y="12700"/>
            <a:ext cx="9139238" cy="5143500"/>
          </a:xfrm>
          <a:prstGeom prst="rect">
            <a:avLst/>
          </a:prstGeom>
          <a:solidFill>
            <a:schemeClr val="bg1">
              <a:lumMod val="95000"/>
            </a:schemeClr>
          </a:solidFill>
          <a:ln>
            <a:no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zh-CN" altLang="en-US" sz="1800" b="0" i="0" u="none" strike="noStrike" cap="none" normalizeH="0" baseline="0" smtClean="0">
              <a:ln>
                <a:noFill/>
              </a:ln>
              <a:solidFill>
                <a:schemeClr val="tx1"/>
              </a:solidFill>
              <a:effectLst/>
              <a:latin typeface="Arial" charset="0"/>
              <a:ea typeface="宋体" charset="-122"/>
            </a:endParaRPr>
          </a:p>
        </p:txBody>
      </p:sp>
      <p:pic>
        <p:nvPicPr>
          <p:cNvPr id="11" name="Picture 2" descr="C:\Users\z00124665\Desktop\A BETTER WAY SOLUTIONS.wmf"/>
          <p:cNvPicPr>
            <a:picLocks noChangeAspect="1" noChangeArrowheads="1"/>
          </p:cNvPicPr>
          <p:nvPr userDrawn="1"/>
        </p:nvPicPr>
        <p:blipFill>
          <a:blip r:embed="rId3" cstate="print"/>
          <a:srcRect/>
          <a:stretch>
            <a:fillRect/>
          </a:stretch>
        </p:blipFill>
        <p:spPr bwMode="auto">
          <a:xfrm>
            <a:off x="5567363" y="177220"/>
            <a:ext cx="3270250" cy="91068"/>
          </a:xfrm>
          <a:prstGeom prst="rect">
            <a:avLst/>
          </a:prstGeom>
          <a:noFill/>
        </p:spPr>
      </p:pic>
      <p:pic>
        <p:nvPicPr>
          <p:cNvPr id="12" name="Picture 14" descr="C:\Users\z00124665\Desktop\color bar [转换].wmf"/>
          <p:cNvPicPr>
            <a:picLocks noChangeAspect="1" noChangeArrowheads="1"/>
          </p:cNvPicPr>
          <p:nvPr userDrawn="1"/>
        </p:nvPicPr>
        <p:blipFill>
          <a:blip r:embed="rId4" cstate="print"/>
          <a:srcRect/>
          <a:stretch>
            <a:fillRect/>
          </a:stretch>
        </p:blipFill>
        <p:spPr bwMode="auto">
          <a:xfrm>
            <a:off x="0" y="5078651"/>
            <a:ext cx="9144001" cy="74374"/>
          </a:xfrm>
          <a:prstGeom prst="rect">
            <a:avLst/>
          </a:prstGeom>
          <a:noFill/>
        </p:spPr>
      </p:pic>
      <p:pic>
        <p:nvPicPr>
          <p:cNvPr id="8" name="Picture 2" descr="C:\Users\z00124665\Desktop\HW LOGO(横版）.png"/>
          <p:cNvPicPr>
            <a:picLocks noChangeAspect="1" noChangeArrowheads="1"/>
          </p:cNvPicPr>
          <p:nvPr userDrawn="1"/>
        </p:nvPicPr>
        <p:blipFill>
          <a:blip r:embed="rId5" cstate="screen"/>
          <a:srcRect/>
          <a:stretch>
            <a:fillRect/>
          </a:stretch>
        </p:blipFill>
        <p:spPr bwMode="auto">
          <a:xfrm>
            <a:off x="7566408" y="4687937"/>
            <a:ext cx="1250151" cy="304524"/>
          </a:xfrm>
          <a:prstGeom prst="rect">
            <a:avLst/>
          </a:prstGeom>
          <a:noFill/>
        </p:spPr>
      </p:pic>
      <p:sp>
        <p:nvSpPr>
          <p:cNvPr id="9" name="Rectangle 5"/>
          <p:cNvSpPr>
            <a:spLocks noChangeArrowheads="1"/>
          </p:cNvSpPr>
          <p:nvPr userDrawn="1"/>
        </p:nvSpPr>
        <p:spPr bwMode="auto">
          <a:xfrm>
            <a:off x="3040520" y="4875560"/>
            <a:ext cx="272055" cy="195943"/>
          </a:xfrm>
          <a:prstGeom prst="rect">
            <a:avLst/>
          </a:prstGeom>
          <a:noFill/>
          <a:ln w="9525">
            <a:noFill/>
            <a:miter lim="800000"/>
            <a:headEnd/>
            <a:tailEnd/>
          </a:ln>
        </p:spPr>
        <p:txBody>
          <a:bodyPr lIns="0" tIns="0" rIns="0" bIns="0"/>
          <a:lstStyle/>
          <a:p>
            <a:pPr eaLnBrk="0" hangingPunct="0">
              <a:lnSpc>
                <a:spcPct val="85000"/>
              </a:lnSpc>
              <a:defRPr/>
            </a:pPr>
            <a:fld id="{F350CB96-EF0E-44F1-90D2-2D2DCEB1810F}" type="slidenum">
              <a:rPr lang="de-DE" altLang="zh-CN" sz="900" b="0" smtClean="0">
                <a:solidFill>
                  <a:schemeClr val="bg1">
                    <a:lumMod val="65000"/>
                  </a:schemeClr>
                </a:solidFill>
                <a:latin typeface="+mn-lt"/>
                <a:ea typeface="+mn-ea"/>
              </a:rPr>
              <a:pPr eaLnBrk="0" hangingPunct="0">
                <a:lnSpc>
                  <a:spcPct val="85000"/>
                </a:lnSpc>
                <a:defRPr/>
              </a:pPr>
              <a:t>‹#›</a:t>
            </a:fld>
            <a:endParaRPr lang="en-GB" altLang="zh-CN" sz="900" b="0" dirty="0">
              <a:solidFill>
                <a:schemeClr val="bg1">
                  <a:lumMod val="65000"/>
                </a:schemeClr>
              </a:solidFill>
              <a:latin typeface="+mn-lt"/>
              <a:ea typeface="+mn-ea"/>
            </a:endParaRPr>
          </a:p>
        </p:txBody>
      </p:sp>
      <p:pic>
        <p:nvPicPr>
          <p:cNvPr id="10" name="Picture 2" descr="C:\Users\z00124665\Desktop\图形1.wmf"/>
          <p:cNvPicPr>
            <a:picLocks noChangeAspect="1" noChangeArrowheads="1"/>
          </p:cNvPicPr>
          <p:nvPr userDrawn="1"/>
        </p:nvPicPr>
        <p:blipFill>
          <a:blip r:embed="rId6" cstate="print"/>
          <a:srcRect/>
          <a:stretch>
            <a:fillRect/>
          </a:stretch>
        </p:blipFill>
        <p:spPr bwMode="auto">
          <a:xfrm>
            <a:off x="322263" y="4862196"/>
            <a:ext cx="2655887" cy="120967"/>
          </a:xfrm>
          <a:prstGeom prst="rect">
            <a:avLst/>
          </a:prstGeom>
          <a:noFill/>
        </p:spPr>
      </p:pic>
    </p:spTree>
  </p:cSld>
  <p:clrMap bg1="lt1" tx1="dk1" bg2="lt2" tx2="dk2" accent1="accent1" accent2="accent2" accent3="accent3" accent4="accent4" accent5="accent5" accent6="accent6" hlink="hlink" folHlink="folHlink"/>
  <p:sldLayoutIdLst>
    <p:sldLayoutId id="2147483823" r:id="rId1"/>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808080"/>
        </a:buClr>
        <a:buSzPct val="60000"/>
        <a:buFont typeface="Wingdings" pitchFamily="2" charset="2"/>
        <a:buChar char="l"/>
        <a:defRPr sz="2400" b="1">
          <a:solidFill>
            <a:schemeClr val="bg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bg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bg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bg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bg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5" name="矩形 74"/>
          <p:cNvSpPr/>
          <p:nvPr userDrawn="1"/>
        </p:nvSpPr>
        <p:spPr bwMode="auto">
          <a:xfrm>
            <a:off x="0" y="0"/>
            <a:ext cx="9144000" cy="5143500"/>
          </a:xfrm>
          <a:prstGeom prst="rect">
            <a:avLst/>
          </a:prstGeom>
          <a:solidFill>
            <a:schemeClr val="bg1">
              <a:lumMod val="95000"/>
            </a:schemeClr>
          </a:solidFill>
          <a:ln>
            <a:no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zh-CN" altLang="en-US" sz="1800" b="0" i="0" u="none" strike="noStrike" cap="none" normalizeH="0" baseline="0" smtClean="0">
              <a:ln>
                <a:noFill/>
              </a:ln>
              <a:solidFill>
                <a:schemeClr val="tx1"/>
              </a:solidFill>
              <a:effectLst/>
              <a:latin typeface="Arial" charset="0"/>
              <a:ea typeface="宋体" charset="-122"/>
            </a:endParaRPr>
          </a:p>
        </p:txBody>
      </p:sp>
      <p:pic>
        <p:nvPicPr>
          <p:cNvPr id="9" name="Picture 2" descr="C:\Users\z00124665\Desktop\HW LOGO(横版）.png"/>
          <p:cNvPicPr>
            <a:picLocks noChangeAspect="1" noChangeArrowheads="1"/>
          </p:cNvPicPr>
          <p:nvPr userDrawn="1"/>
        </p:nvPicPr>
        <p:blipFill>
          <a:blip r:embed="rId4" cstate="screen"/>
          <a:srcRect/>
          <a:stretch>
            <a:fillRect/>
          </a:stretch>
        </p:blipFill>
        <p:spPr bwMode="auto">
          <a:xfrm>
            <a:off x="7566408" y="4687937"/>
            <a:ext cx="1250151" cy="304524"/>
          </a:xfrm>
          <a:prstGeom prst="rect">
            <a:avLst/>
          </a:prstGeom>
          <a:noFill/>
        </p:spPr>
      </p:pic>
      <p:sp>
        <p:nvSpPr>
          <p:cNvPr id="12" name="Rectangle 5"/>
          <p:cNvSpPr>
            <a:spLocks noChangeArrowheads="1"/>
          </p:cNvSpPr>
          <p:nvPr userDrawn="1"/>
        </p:nvSpPr>
        <p:spPr bwMode="auto">
          <a:xfrm>
            <a:off x="3040520" y="4875560"/>
            <a:ext cx="272055" cy="195943"/>
          </a:xfrm>
          <a:prstGeom prst="rect">
            <a:avLst/>
          </a:prstGeom>
          <a:noFill/>
          <a:ln w="9525">
            <a:noFill/>
            <a:miter lim="800000"/>
            <a:headEnd/>
            <a:tailEnd/>
          </a:ln>
        </p:spPr>
        <p:txBody>
          <a:bodyPr lIns="0" tIns="0" rIns="0" bIns="0"/>
          <a:lstStyle/>
          <a:p>
            <a:pPr eaLnBrk="0" hangingPunct="0">
              <a:lnSpc>
                <a:spcPct val="85000"/>
              </a:lnSpc>
              <a:defRPr/>
            </a:pPr>
            <a:fld id="{F350CB96-EF0E-44F1-90D2-2D2DCEB1810F}" type="slidenum">
              <a:rPr lang="de-DE" altLang="zh-CN" sz="900" b="0" smtClean="0">
                <a:solidFill>
                  <a:schemeClr val="bg1">
                    <a:lumMod val="65000"/>
                  </a:schemeClr>
                </a:solidFill>
                <a:latin typeface="+mn-lt"/>
                <a:ea typeface="+mn-ea"/>
              </a:rPr>
              <a:pPr eaLnBrk="0" hangingPunct="0">
                <a:lnSpc>
                  <a:spcPct val="85000"/>
                </a:lnSpc>
                <a:defRPr/>
              </a:pPr>
              <a:t>‹#›</a:t>
            </a:fld>
            <a:endParaRPr lang="en-GB" altLang="zh-CN" sz="900" b="0" dirty="0">
              <a:solidFill>
                <a:schemeClr val="bg1">
                  <a:lumMod val="65000"/>
                </a:schemeClr>
              </a:solidFill>
              <a:latin typeface="+mn-lt"/>
              <a:ea typeface="+mn-ea"/>
            </a:endParaRPr>
          </a:p>
        </p:txBody>
      </p:sp>
      <p:pic>
        <p:nvPicPr>
          <p:cNvPr id="10" name="Picture 2" descr="C:\Users\z00124665\Desktop\图形1.wmf"/>
          <p:cNvPicPr>
            <a:picLocks noChangeAspect="1" noChangeArrowheads="1"/>
          </p:cNvPicPr>
          <p:nvPr userDrawn="1"/>
        </p:nvPicPr>
        <p:blipFill>
          <a:blip r:embed="rId5" cstate="print"/>
          <a:srcRect/>
          <a:stretch>
            <a:fillRect/>
          </a:stretch>
        </p:blipFill>
        <p:spPr bwMode="auto">
          <a:xfrm>
            <a:off x="322263" y="4862196"/>
            <a:ext cx="2655887" cy="120967"/>
          </a:xfrm>
          <a:prstGeom prst="rect">
            <a:avLst/>
          </a:prstGeom>
          <a:noFill/>
        </p:spPr>
      </p:pic>
      <p:pic>
        <p:nvPicPr>
          <p:cNvPr id="15" name="Picture 14" descr="C:\Users\z00124665\Desktop\color bar [转换].wmf"/>
          <p:cNvPicPr>
            <a:picLocks noChangeAspect="1" noChangeArrowheads="1"/>
          </p:cNvPicPr>
          <p:nvPr userDrawn="1"/>
        </p:nvPicPr>
        <p:blipFill>
          <a:blip r:embed="rId6" cstate="print"/>
          <a:srcRect/>
          <a:stretch>
            <a:fillRect/>
          </a:stretch>
        </p:blipFill>
        <p:spPr bwMode="auto">
          <a:xfrm>
            <a:off x="0" y="5078651"/>
            <a:ext cx="9144001" cy="74374"/>
          </a:xfrm>
          <a:prstGeom prst="rect">
            <a:avLst/>
          </a:prstGeom>
          <a:noFill/>
        </p:spPr>
      </p:pic>
      <p:pic>
        <p:nvPicPr>
          <p:cNvPr id="11" name="Picture 2" descr="C:\Users\z00124665\Desktop\A BETTER WAY SOLUTIONS.wmf"/>
          <p:cNvPicPr>
            <a:picLocks noChangeAspect="1" noChangeArrowheads="1"/>
          </p:cNvPicPr>
          <p:nvPr userDrawn="1"/>
        </p:nvPicPr>
        <p:blipFill>
          <a:blip r:embed="rId7" cstate="print"/>
          <a:srcRect/>
          <a:stretch>
            <a:fillRect/>
          </a:stretch>
        </p:blipFill>
        <p:spPr bwMode="auto">
          <a:xfrm>
            <a:off x="5567363" y="177220"/>
            <a:ext cx="3270250" cy="91068"/>
          </a:xfrm>
          <a:prstGeom prst="rect">
            <a:avLst/>
          </a:prstGeom>
          <a:noFill/>
        </p:spPr>
      </p:pic>
    </p:spTree>
  </p:cSld>
  <p:clrMap bg1="lt1" tx1="dk1" bg2="lt2" tx2="dk2" accent1="accent1" accent2="accent2" accent3="accent3" accent4="accent4" accent5="accent5" accent6="accent6" hlink="hlink" folHlink="folHlink"/>
  <p:sldLayoutIdLst>
    <p:sldLayoutId id="2147483824" r:id="rId1"/>
    <p:sldLayoutId id="2147483822"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28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28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28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28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b="1">
          <a:solidFill>
            <a:schemeClr val="tx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 name="矩形 5"/>
          <p:cNvSpPr/>
          <p:nvPr userDrawn="1"/>
        </p:nvSpPr>
        <p:spPr bwMode="auto">
          <a:xfrm>
            <a:off x="0" y="0"/>
            <a:ext cx="9144000" cy="5143500"/>
          </a:xfrm>
          <a:prstGeom prst="rect">
            <a:avLst/>
          </a:prstGeom>
          <a:solidFill>
            <a:schemeClr val="bg1">
              <a:lumMod val="95000"/>
            </a:schemeClr>
          </a:solidFill>
          <a:ln>
            <a:no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zh-CN" altLang="en-US" sz="1800" b="0" i="0" u="none" strike="noStrike" cap="none" normalizeH="0" baseline="0" smtClean="0">
              <a:ln>
                <a:noFill/>
              </a:ln>
              <a:solidFill>
                <a:schemeClr val="tx1"/>
              </a:solidFill>
              <a:effectLst/>
              <a:latin typeface="Arial" charset="0"/>
              <a:ea typeface="宋体" charset="-122"/>
            </a:endParaRPr>
          </a:p>
        </p:txBody>
      </p:sp>
      <p:sp>
        <p:nvSpPr>
          <p:cNvPr id="11" name="TextBox 10"/>
          <p:cNvSpPr txBox="1"/>
          <p:nvPr userDrawn="1"/>
        </p:nvSpPr>
        <p:spPr>
          <a:xfrm>
            <a:off x="479291" y="4175206"/>
            <a:ext cx="8265110" cy="707886"/>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smtClean="0">
                <a:ln>
                  <a:noFill/>
                </a:ln>
                <a:solidFill>
                  <a:schemeClr val="bg1">
                    <a:lumMod val="65000"/>
                  </a:schemeClr>
                </a:solidFill>
                <a:effectLst/>
                <a:uLnTx/>
                <a:uFillTx/>
                <a:latin typeface="+mn-lt"/>
                <a:ea typeface="宋体" charset="-122"/>
                <a:cs typeface="Calibri" pitchFamily="34" charset="0"/>
              </a:rPr>
              <a:t>Copyright©2012 Huawei Technologies Co., Ltd. All Rights Reserved.</a:t>
            </a:r>
            <a:endParaRPr kumimoji="0" lang="zh-CN" altLang="zh-CN" sz="800" b="0" i="0" u="none" strike="noStrike" kern="1200" cap="none" spc="0" normalizeH="0" baseline="0" noProof="0" dirty="0" smtClean="0">
              <a:ln>
                <a:noFill/>
              </a:ln>
              <a:solidFill>
                <a:schemeClr val="bg1">
                  <a:lumMod val="65000"/>
                </a:schemeClr>
              </a:solidFill>
              <a:effectLst/>
              <a:uLnTx/>
              <a:uFillTx/>
              <a:latin typeface="+mn-lt"/>
              <a:ea typeface="宋体" charset="-122"/>
              <a:cs typeface="Calibri" pitchFamily="34" charset="0"/>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smtClean="0">
                <a:ln>
                  <a:noFill/>
                </a:ln>
                <a:solidFill>
                  <a:schemeClr val="bg1">
                    <a:lumMod val="65000"/>
                  </a:schemeClr>
                </a:solidFill>
                <a:effectLst/>
                <a:uLnTx/>
                <a:uFillTx/>
                <a:latin typeface="+mn-lt"/>
                <a:ea typeface="宋体" charset="-122"/>
                <a:cs typeface="Calibri" pitchFamily="34" charset="0"/>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kumimoji="0" lang="zh-CN" altLang="zh-CN" sz="800" b="0" i="0" u="none" strike="noStrike" kern="1200" cap="none" spc="0" normalizeH="0" baseline="0" noProof="0" dirty="0">
              <a:ln>
                <a:noFill/>
              </a:ln>
              <a:solidFill>
                <a:schemeClr val="bg1">
                  <a:lumMod val="65000"/>
                </a:schemeClr>
              </a:solidFill>
              <a:effectLst/>
              <a:uLnTx/>
              <a:uFillTx/>
              <a:latin typeface="+mn-lt"/>
              <a:ea typeface="宋体" charset="-122"/>
              <a:cs typeface="Calibri" pitchFamily="34" charset="0"/>
            </a:endParaRPr>
          </a:p>
        </p:txBody>
      </p:sp>
      <p:pic>
        <p:nvPicPr>
          <p:cNvPr id="8" name="Picture 2" descr="E:\01 日常工作\03 品牌规范设计\企业业务视觉规范\投标标书规范\设计文档\大平台相关资料整理\Template A\源文件\HW LOGO副本.png"/>
          <p:cNvPicPr>
            <a:picLocks noChangeAspect="1" noChangeArrowheads="1"/>
          </p:cNvPicPr>
          <p:nvPr userDrawn="1"/>
        </p:nvPicPr>
        <p:blipFill>
          <a:blip r:embed="rId3" cstate="print"/>
          <a:srcRect/>
          <a:stretch>
            <a:fillRect/>
          </a:stretch>
        </p:blipFill>
        <p:spPr bwMode="auto">
          <a:xfrm>
            <a:off x="3783171" y="950801"/>
            <a:ext cx="1657350" cy="1600312"/>
          </a:xfrm>
          <a:prstGeom prst="rect">
            <a:avLst/>
          </a:prstGeom>
          <a:noFill/>
        </p:spPr>
      </p:pic>
      <p:sp>
        <p:nvSpPr>
          <p:cNvPr id="7" name="Rectangle 3"/>
          <p:cNvSpPr>
            <a:spLocks noChangeArrowheads="1"/>
          </p:cNvSpPr>
          <p:nvPr userDrawn="1"/>
        </p:nvSpPr>
        <p:spPr bwMode="auto">
          <a:xfrm>
            <a:off x="1843989" y="2862273"/>
            <a:ext cx="5423184" cy="365216"/>
          </a:xfrm>
          <a:prstGeom prst="rect">
            <a:avLst/>
          </a:prstGeom>
          <a:noFill/>
          <a:ln w="9525" algn="ctr">
            <a:noFill/>
            <a:miter lim="800000"/>
            <a:headEnd/>
            <a:tailEnd/>
          </a:ln>
        </p:spPr>
        <p:txBody>
          <a:bodyPr wrap="none" lIns="87360" tIns="43682" rIns="87360" bIns="43682">
            <a:spAutoFit/>
          </a:bodyPr>
          <a:lstStyle/>
          <a:p>
            <a:pPr algn="ctr" defTabSz="874713">
              <a:defRPr/>
            </a:pPr>
            <a:r>
              <a:rPr lang="en-US" altLang="zh-CN" sz="1800" b="1" dirty="0" smtClean="0">
                <a:solidFill>
                  <a:srgbClr val="333333"/>
                </a:solidFill>
                <a:latin typeface="FrutigerNext LT Medium" pitchFamily="34" charset="0"/>
                <a:ea typeface="ＭＳ Ｐゴシック" pitchFamily="34" charset="-128"/>
              </a:rPr>
              <a:t>HUAWEI ENTERPRISE ICT SOLUTIONS </a:t>
            </a:r>
            <a:r>
              <a:rPr lang="en-US" altLang="zh-CN" sz="1800" b="1" dirty="0" smtClean="0">
                <a:solidFill>
                  <a:srgbClr val="C00000"/>
                </a:solidFill>
                <a:latin typeface="FrutigerNext LT Medium" pitchFamily="34" charset="0"/>
                <a:ea typeface="ＭＳ Ｐゴシック" pitchFamily="34" charset="-128"/>
              </a:rPr>
              <a:t>A BETTER WAY</a:t>
            </a:r>
            <a:endParaRPr lang="zh-CN" altLang="en-US" sz="1800" b="1" dirty="0">
              <a:solidFill>
                <a:srgbClr val="C00000"/>
              </a:solidFill>
              <a:latin typeface="FrutigerNext LT Medium" pitchFamily="34" charset="0"/>
              <a:ea typeface="ＭＳ Ｐゴシック" pitchFamily="34" charset="-128"/>
            </a:endParaRPr>
          </a:p>
        </p:txBody>
      </p:sp>
    </p:spTree>
  </p:cSld>
  <p:clrMap bg1="lt1" tx1="dk1" bg2="lt2" tx2="dk2" accent1="accent1" accent2="accent2" accent3="accent3" accent4="accent4" accent5="accent5" accent6="accent6" hlink="hlink" folHlink="folHlink"/>
  <p:sldLayoutIdLst>
    <p:sldLayoutId id="2147483834" r:id="rId1"/>
  </p:sldLayoutIdLst>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10" repeatCount="indefinite" accel="50000" decel="50000" fill="hold" grpId="0" nodeType="afterEffect">
                                  <p:stCondLst>
                                    <p:cond delay="0"/>
                                  </p:stCondLst>
                                  <p:iterate type="lt">
                                    <p:tmPct val="10000"/>
                                  </p:iterate>
                                  <p:childTnLst>
                                    <p:animClr clrSpc="hsl" dir="ccw">
                                      <p:cBhvr override="childStyle">
                                        <p:cTn id="6" dur="1000" fill="hold"/>
                                        <p:tgtEl>
                                          <p:spTgt spid="7"/>
                                        </p:tgtEl>
                                        <p:attrNameLst>
                                          <p:attrName>style.color</p:attrName>
                                        </p:attrNameLst>
                                      </p:cBhvr>
                                      <p:to>
                                        <a:srgbClr val="FF66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txStyles>
    <p:titleStyle>
      <a:lvl1pPr algn="ctr" defTabSz="801688" rtl="0" eaLnBrk="0" fontAlgn="base" hangingPunct="0">
        <a:spcBef>
          <a:spcPct val="0"/>
        </a:spcBef>
        <a:spcAft>
          <a:spcPct val="0"/>
        </a:spcAft>
        <a:defRPr sz="3800">
          <a:solidFill>
            <a:schemeClr val="tx2"/>
          </a:solidFill>
          <a:latin typeface="+mj-lt"/>
          <a:ea typeface="+mj-ea"/>
          <a:cs typeface="+mj-cs"/>
        </a:defRPr>
      </a:lvl1pPr>
      <a:lvl2pPr algn="ctr" defTabSz="801688" rtl="0" eaLnBrk="0" fontAlgn="base" hangingPunct="0">
        <a:spcBef>
          <a:spcPct val="0"/>
        </a:spcBef>
        <a:spcAft>
          <a:spcPct val="0"/>
        </a:spcAft>
        <a:defRPr sz="3800">
          <a:solidFill>
            <a:schemeClr val="tx2"/>
          </a:solidFill>
          <a:latin typeface="Arial" charset="0"/>
          <a:ea typeface="宋体" pitchFamily="2" charset="-122"/>
        </a:defRPr>
      </a:lvl2pPr>
      <a:lvl3pPr algn="ctr" defTabSz="801688" rtl="0" eaLnBrk="0" fontAlgn="base" hangingPunct="0">
        <a:spcBef>
          <a:spcPct val="0"/>
        </a:spcBef>
        <a:spcAft>
          <a:spcPct val="0"/>
        </a:spcAft>
        <a:defRPr sz="3800">
          <a:solidFill>
            <a:schemeClr val="tx2"/>
          </a:solidFill>
          <a:latin typeface="Arial" charset="0"/>
          <a:ea typeface="宋体" pitchFamily="2" charset="-122"/>
        </a:defRPr>
      </a:lvl3pPr>
      <a:lvl4pPr algn="ctr" defTabSz="801688" rtl="0" eaLnBrk="0" fontAlgn="base" hangingPunct="0">
        <a:spcBef>
          <a:spcPct val="0"/>
        </a:spcBef>
        <a:spcAft>
          <a:spcPct val="0"/>
        </a:spcAft>
        <a:defRPr sz="3800">
          <a:solidFill>
            <a:schemeClr val="tx2"/>
          </a:solidFill>
          <a:latin typeface="Arial" charset="0"/>
          <a:ea typeface="宋体" pitchFamily="2" charset="-122"/>
        </a:defRPr>
      </a:lvl4pPr>
      <a:lvl5pPr algn="ctr" defTabSz="801688" rtl="0" eaLnBrk="0" fontAlgn="base" hangingPunct="0">
        <a:spcBef>
          <a:spcPct val="0"/>
        </a:spcBef>
        <a:spcAft>
          <a:spcPct val="0"/>
        </a:spcAft>
        <a:defRPr sz="3800">
          <a:solidFill>
            <a:schemeClr val="tx2"/>
          </a:solidFill>
          <a:latin typeface="Arial" charset="0"/>
          <a:ea typeface="宋体" pitchFamily="2" charset="-122"/>
        </a:defRPr>
      </a:lvl5pPr>
      <a:lvl6pPr marL="457200" algn="ctr" defTabSz="801688" rtl="0" fontAlgn="base">
        <a:spcBef>
          <a:spcPct val="0"/>
        </a:spcBef>
        <a:spcAft>
          <a:spcPct val="0"/>
        </a:spcAft>
        <a:defRPr sz="3800">
          <a:solidFill>
            <a:schemeClr val="tx2"/>
          </a:solidFill>
          <a:latin typeface="Arial" charset="0"/>
          <a:ea typeface="宋体" pitchFamily="2" charset="-122"/>
        </a:defRPr>
      </a:lvl6pPr>
      <a:lvl7pPr marL="914400" algn="ctr" defTabSz="801688" rtl="0" fontAlgn="base">
        <a:spcBef>
          <a:spcPct val="0"/>
        </a:spcBef>
        <a:spcAft>
          <a:spcPct val="0"/>
        </a:spcAft>
        <a:defRPr sz="3800">
          <a:solidFill>
            <a:schemeClr val="tx2"/>
          </a:solidFill>
          <a:latin typeface="Arial" charset="0"/>
          <a:ea typeface="宋体" pitchFamily="2" charset="-122"/>
        </a:defRPr>
      </a:lvl7pPr>
      <a:lvl8pPr marL="1371600" algn="ctr" defTabSz="801688" rtl="0" fontAlgn="base">
        <a:spcBef>
          <a:spcPct val="0"/>
        </a:spcBef>
        <a:spcAft>
          <a:spcPct val="0"/>
        </a:spcAft>
        <a:defRPr sz="3800">
          <a:solidFill>
            <a:schemeClr val="tx2"/>
          </a:solidFill>
          <a:latin typeface="Arial" charset="0"/>
          <a:ea typeface="宋体" pitchFamily="2" charset="-122"/>
        </a:defRPr>
      </a:lvl8pPr>
      <a:lvl9pPr marL="1828800" algn="ctr" defTabSz="801688" rtl="0" fontAlgn="base">
        <a:spcBef>
          <a:spcPct val="0"/>
        </a:spcBef>
        <a:spcAft>
          <a:spcPct val="0"/>
        </a:spcAft>
        <a:defRPr sz="3800">
          <a:solidFill>
            <a:schemeClr val="tx2"/>
          </a:solidFill>
          <a:latin typeface="Arial" charset="0"/>
          <a:ea typeface="宋体" pitchFamily="2" charset="-122"/>
        </a:defRPr>
      </a:lvl9pPr>
    </p:titleStyle>
    <p:bodyStyle>
      <a:lvl1pPr marL="300038" indent="-300038" algn="l" defTabSz="801688" rtl="0" eaLnBrk="0" fontAlgn="base" hangingPunct="0">
        <a:spcBef>
          <a:spcPct val="20000"/>
        </a:spcBef>
        <a:spcAft>
          <a:spcPct val="0"/>
        </a:spcAft>
        <a:buChar char="•"/>
        <a:defRPr sz="2800">
          <a:solidFill>
            <a:schemeClr val="tx1"/>
          </a:solidFill>
          <a:latin typeface="+mn-lt"/>
          <a:ea typeface="+mn-ea"/>
          <a:cs typeface="+mn-cs"/>
        </a:defRPr>
      </a:lvl1pPr>
      <a:lvl2pPr marL="652463" indent="-250825" algn="l" defTabSz="801688" rtl="0" eaLnBrk="0" fontAlgn="base" hangingPunct="0">
        <a:spcBef>
          <a:spcPct val="20000"/>
        </a:spcBef>
        <a:spcAft>
          <a:spcPct val="0"/>
        </a:spcAft>
        <a:buChar char="–"/>
        <a:defRPr sz="2500">
          <a:solidFill>
            <a:schemeClr val="tx1"/>
          </a:solidFill>
          <a:latin typeface="+mn-lt"/>
          <a:ea typeface="+mn-ea"/>
        </a:defRPr>
      </a:lvl2pPr>
      <a:lvl3pPr marL="1003300" indent="-201613" algn="l" defTabSz="801688" rtl="0" eaLnBrk="0" fontAlgn="base" hangingPunct="0">
        <a:spcBef>
          <a:spcPct val="20000"/>
        </a:spcBef>
        <a:spcAft>
          <a:spcPct val="0"/>
        </a:spcAft>
        <a:buChar char="•"/>
        <a:defRPr sz="2200">
          <a:solidFill>
            <a:schemeClr val="tx1"/>
          </a:solidFill>
          <a:latin typeface="+mn-lt"/>
          <a:ea typeface="+mn-ea"/>
        </a:defRPr>
      </a:lvl3pPr>
      <a:lvl4pPr marL="1401763" indent="-200025" algn="l" defTabSz="801688" rtl="0" eaLnBrk="0" fontAlgn="base" hangingPunct="0">
        <a:spcBef>
          <a:spcPct val="20000"/>
        </a:spcBef>
        <a:spcAft>
          <a:spcPct val="0"/>
        </a:spcAft>
        <a:buChar char="–"/>
        <a:defRPr sz="1700">
          <a:solidFill>
            <a:schemeClr val="tx1"/>
          </a:solidFill>
          <a:latin typeface="+mn-lt"/>
          <a:ea typeface="+mn-ea"/>
        </a:defRPr>
      </a:lvl4pPr>
      <a:lvl5pPr marL="1803400" indent="-201613" algn="l" defTabSz="801688" rtl="0" eaLnBrk="0" fontAlgn="base" hangingPunct="0">
        <a:spcBef>
          <a:spcPct val="20000"/>
        </a:spcBef>
        <a:spcAft>
          <a:spcPct val="0"/>
        </a:spcAft>
        <a:buChar char="»"/>
        <a:defRPr sz="1700">
          <a:solidFill>
            <a:schemeClr val="tx1"/>
          </a:solidFill>
          <a:latin typeface="+mn-lt"/>
          <a:ea typeface="+mn-ea"/>
        </a:defRPr>
      </a:lvl5pPr>
      <a:lvl6pPr marL="2260600" indent="-201613" algn="l" defTabSz="801688" rtl="0" fontAlgn="base">
        <a:spcBef>
          <a:spcPct val="20000"/>
        </a:spcBef>
        <a:spcAft>
          <a:spcPct val="0"/>
        </a:spcAft>
        <a:buChar char="»"/>
        <a:defRPr sz="1700">
          <a:solidFill>
            <a:schemeClr val="tx1"/>
          </a:solidFill>
          <a:latin typeface="+mn-lt"/>
          <a:ea typeface="+mn-ea"/>
        </a:defRPr>
      </a:lvl6pPr>
      <a:lvl7pPr marL="2717800" indent="-201613" algn="l" defTabSz="801688" rtl="0" fontAlgn="base">
        <a:spcBef>
          <a:spcPct val="20000"/>
        </a:spcBef>
        <a:spcAft>
          <a:spcPct val="0"/>
        </a:spcAft>
        <a:buChar char="»"/>
        <a:defRPr sz="1700">
          <a:solidFill>
            <a:schemeClr val="tx1"/>
          </a:solidFill>
          <a:latin typeface="+mn-lt"/>
          <a:ea typeface="+mn-ea"/>
        </a:defRPr>
      </a:lvl7pPr>
      <a:lvl8pPr marL="3175000" indent="-201613" algn="l" defTabSz="801688" rtl="0" fontAlgn="base">
        <a:spcBef>
          <a:spcPct val="20000"/>
        </a:spcBef>
        <a:spcAft>
          <a:spcPct val="0"/>
        </a:spcAft>
        <a:buChar char="»"/>
        <a:defRPr sz="1700">
          <a:solidFill>
            <a:schemeClr val="tx1"/>
          </a:solidFill>
          <a:latin typeface="+mn-lt"/>
          <a:ea typeface="+mn-ea"/>
        </a:defRPr>
      </a:lvl8pPr>
      <a:lvl9pPr marL="3632200" indent="-201613" algn="l" defTabSz="801688" rtl="0" fontAlgn="base">
        <a:spcBef>
          <a:spcPct val="20000"/>
        </a:spcBef>
        <a:spcAft>
          <a:spcPct val="0"/>
        </a:spcAft>
        <a:buChar char="»"/>
        <a:defRPr sz="17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矩形 2"/>
          <p:cNvSpPr/>
          <p:nvPr userDrawn="1"/>
        </p:nvSpPr>
        <p:spPr bwMode="auto">
          <a:xfrm>
            <a:off x="4762" y="12700"/>
            <a:ext cx="9139238" cy="5143500"/>
          </a:xfrm>
          <a:prstGeom prst="rect">
            <a:avLst/>
          </a:prstGeom>
          <a:solidFill>
            <a:schemeClr val="bg1">
              <a:lumMod val="95000"/>
            </a:schemeClr>
          </a:solidFill>
          <a:ln>
            <a:no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mtClean="0">
              <a:solidFill>
                <a:srgbClr val="000000"/>
              </a:solidFill>
              <a:latin typeface="Arial" charset="0"/>
              <a:ea typeface="宋体" charset="-122"/>
            </a:endParaRPr>
          </a:p>
        </p:txBody>
      </p:sp>
      <p:pic>
        <p:nvPicPr>
          <p:cNvPr id="11" name="Picture 2" descr="C:\Users\z00124665\Desktop\A BETTER WAY SOLUTIONS.wmf"/>
          <p:cNvPicPr>
            <a:picLocks noChangeAspect="1" noChangeArrowheads="1"/>
          </p:cNvPicPr>
          <p:nvPr userDrawn="1"/>
        </p:nvPicPr>
        <p:blipFill>
          <a:blip r:embed="rId5" cstate="print"/>
          <a:srcRect/>
          <a:stretch>
            <a:fillRect/>
          </a:stretch>
        </p:blipFill>
        <p:spPr bwMode="auto">
          <a:xfrm>
            <a:off x="5567363" y="177220"/>
            <a:ext cx="3270250" cy="91068"/>
          </a:xfrm>
          <a:prstGeom prst="rect">
            <a:avLst/>
          </a:prstGeom>
          <a:noFill/>
        </p:spPr>
      </p:pic>
      <p:pic>
        <p:nvPicPr>
          <p:cNvPr id="12" name="Picture 14" descr="C:\Users\z00124665\Desktop\color bar [转换].wmf"/>
          <p:cNvPicPr>
            <a:picLocks noChangeAspect="1" noChangeArrowheads="1"/>
          </p:cNvPicPr>
          <p:nvPr userDrawn="1"/>
        </p:nvPicPr>
        <p:blipFill>
          <a:blip r:embed="rId6" cstate="print"/>
          <a:srcRect/>
          <a:stretch>
            <a:fillRect/>
          </a:stretch>
        </p:blipFill>
        <p:spPr bwMode="auto">
          <a:xfrm>
            <a:off x="0" y="5078651"/>
            <a:ext cx="9144001" cy="74374"/>
          </a:xfrm>
          <a:prstGeom prst="rect">
            <a:avLst/>
          </a:prstGeom>
          <a:noFill/>
        </p:spPr>
      </p:pic>
      <p:pic>
        <p:nvPicPr>
          <p:cNvPr id="8" name="Picture 2" descr="C:\Users\z00124665\Desktop\HW LOGO(横版）.png"/>
          <p:cNvPicPr>
            <a:picLocks noChangeAspect="1" noChangeArrowheads="1"/>
          </p:cNvPicPr>
          <p:nvPr userDrawn="1"/>
        </p:nvPicPr>
        <p:blipFill>
          <a:blip r:embed="rId7" cstate="screen"/>
          <a:srcRect/>
          <a:stretch>
            <a:fillRect/>
          </a:stretch>
        </p:blipFill>
        <p:spPr bwMode="auto">
          <a:xfrm>
            <a:off x="7566408" y="4687937"/>
            <a:ext cx="1250151" cy="304524"/>
          </a:xfrm>
          <a:prstGeom prst="rect">
            <a:avLst/>
          </a:prstGeom>
          <a:noFill/>
        </p:spPr>
      </p:pic>
      <p:sp>
        <p:nvSpPr>
          <p:cNvPr id="9" name="Rectangle 5"/>
          <p:cNvSpPr>
            <a:spLocks noChangeArrowheads="1"/>
          </p:cNvSpPr>
          <p:nvPr userDrawn="1"/>
        </p:nvSpPr>
        <p:spPr bwMode="auto">
          <a:xfrm>
            <a:off x="3040520" y="4875560"/>
            <a:ext cx="272055" cy="195943"/>
          </a:xfrm>
          <a:prstGeom prst="rect">
            <a:avLst/>
          </a:prstGeom>
          <a:noFill/>
          <a:ln w="9525">
            <a:noFill/>
            <a:miter lim="800000"/>
            <a:headEnd/>
            <a:tailEnd/>
          </a:ln>
        </p:spPr>
        <p:txBody>
          <a:bodyPr lIns="0" tIns="0" rIns="0" bIns="0"/>
          <a:lstStyle/>
          <a:p>
            <a:pPr eaLnBrk="0" hangingPunct="0">
              <a:lnSpc>
                <a:spcPct val="85000"/>
              </a:lnSpc>
              <a:defRPr/>
            </a:pPr>
            <a:fld id="{F350CB96-EF0E-44F1-90D2-2D2DCEB1810F}" type="slidenum">
              <a:rPr lang="de-DE" altLang="zh-CN" sz="900" smtClean="0">
                <a:solidFill>
                  <a:srgbClr val="FFFFFF">
                    <a:lumMod val="65000"/>
                  </a:srgbClr>
                </a:solidFill>
                <a:latin typeface="FrutigerNext LT Medium"/>
                <a:ea typeface="华文细黑"/>
              </a:rPr>
              <a:pPr eaLnBrk="0" hangingPunct="0">
                <a:lnSpc>
                  <a:spcPct val="85000"/>
                </a:lnSpc>
                <a:defRPr/>
              </a:pPr>
              <a:t>‹#›</a:t>
            </a:fld>
            <a:endParaRPr lang="en-GB" altLang="zh-CN" sz="900" dirty="0">
              <a:solidFill>
                <a:srgbClr val="FFFFFF">
                  <a:lumMod val="65000"/>
                </a:srgbClr>
              </a:solidFill>
              <a:latin typeface="FrutigerNext LT Medium"/>
              <a:ea typeface="华文细黑"/>
            </a:endParaRPr>
          </a:p>
        </p:txBody>
      </p:sp>
      <p:pic>
        <p:nvPicPr>
          <p:cNvPr id="10" name="Picture 2" descr="C:\Users\z00124665\Desktop\图形1.wmf"/>
          <p:cNvPicPr>
            <a:picLocks noChangeAspect="1" noChangeArrowheads="1"/>
          </p:cNvPicPr>
          <p:nvPr userDrawn="1"/>
        </p:nvPicPr>
        <p:blipFill>
          <a:blip r:embed="rId8" cstate="print"/>
          <a:srcRect/>
          <a:stretch>
            <a:fillRect/>
          </a:stretch>
        </p:blipFill>
        <p:spPr bwMode="auto">
          <a:xfrm>
            <a:off x="322263" y="4862196"/>
            <a:ext cx="2655887" cy="120967"/>
          </a:xfrm>
          <a:prstGeom prst="rect">
            <a:avLst/>
          </a:prstGeom>
          <a:noFill/>
        </p:spPr>
      </p:pic>
    </p:spTree>
  </p:cSld>
  <p:clrMap bg1="lt1" tx1="dk1" bg2="lt2" tx2="dk2" accent1="accent1" accent2="accent2" accent3="accent3" accent4="accent4" accent5="accent5" accent6="accent6" hlink="hlink" folHlink="folHlink"/>
  <p:sldLayoutIdLst>
    <p:sldLayoutId id="2147483841" r:id="rId1"/>
    <p:sldLayoutId id="2147483844" r:id="rId2"/>
    <p:sldLayoutId id="2147483845" r:id="rId3"/>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808080"/>
        </a:buClr>
        <a:buSzPct val="60000"/>
        <a:buFont typeface="Wingdings" pitchFamily="2" charset="2"/>
        <a:buChar char="l"/>
        <a:defRPr sz="2400" b="1">
          <a:solidFill>
            <a:schemeClr val="bg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bg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bg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bg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bg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矩形 2"/>
          <p:cNvSpPr/>
          <p:nvPr userDrawn="1"/>
        </p:nvSpPr>
        <p:spPr bwMode="auto">
          <a:xfrm>
            <a:off x="4762" y="12700"/>
            <a:ext cx="9139238" cy="5143500"/>
          </a:xfrm>
          <a:prstGeom prst="rect">
            <a:avLst/>
          </a:prstGeom>
          <a:solidFill>
            <a:schemeClr val="bg1">
              <a:lumMod val="95000"/>
            </a:schemeClr>
          </a:solidFill>
          <a:ln>
            <a:no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mtClean="0">
              <a:solidFill>
                <a:srgbClr val="000000"/>
              </a:solidFill>
              <a:latin typeface="Arial" charset="0"/>
              <a:ea typeface="宋体" charset="-122"/>
            </a:endParaRPr>
          </a:p>
        </p:txBody>
      </p:sp>
      <p:pic>
        <p:nvPicPr>
          <p:cNvPr id="11" name="Picture 2" descr="C:\Users\z00124665\Desktop\A BETTER WAY SOLUTIONS.wmf"/>
          <p:cNvPicPr>
            <a:picLocks noChangeAspect="1" noChangeArrowheads="1"/>
          </p:cNvPicPr>
          <p:nvPr userDrawn="1"/>
        </p:nvPicPr>
        <p:blipFill>
          <a:blip r:embed="rId3" cstate="print"/>
          <a:srcRect/>
          <a:stretch>
            <a:fillRect/>
          </a:stretch>
        </p:blipFill>
        <p:spPr bwMode="auto">
          <a:xfrm>
            <a:off x="5567363" y="177220"/>
            <a:ext cx="3270250" cy="91068"/>
          </a:xfrm>
          <a:prstGeom prst="rect">
            <a:avLst/>
          </a:prstGeom>
          <a:noFill/>
        </p:spPr>
      </p:pic>
      <p:pic>
        <p:nvPicPr>
          <p:cNvPr id="12" name="Picture 14" descr="C:\Users\z00124665\Desktop\color bar [转换].wmf"/>
          <p:cNvPicPr>
            <a:picLocks noChangeAspect="1" noChangeArrowheads="1"/>
          </p:cNvPicPr>
          <p:nvPr userDrawn="1"/>
        </p:nvPicPr>
        <p:blipFill>
          <a:blip r:embed="rId4" cstate="print"/>
          <a:srcRect/>
          <a:stretch>
            <a:fillRect/>
          </a:stretch>
        </p:blipFill>
        <p:spPr bwMode="auto">
          <a:xfrm>
            <a:off x="0" y="5078651"/>
            <a:ext cx="9144001" cy="74374"/>
          </a:xfrm>
          <a:prstGeom prst="rect">
            <a:avLst/>
          </a:prstGeom>
          <a:noFill/>
        </p:spPr>
      </p:pic>
      <p:pic>
        <p:nvPicPr>
          <p:cNvPr id="8" name="Picture 2" descr="C:\Users\z00124665\Desktop\HW LOGO(横版）.png"/>
          <p:cNvPicPr>
            <a:picLocks noChangeAspect="1" noChangeArrowheads="1"/>
          </p:cNvPicPr>
          <p:nvPr userDrawn="1"/>
        </p:nvPicPr>
        <p:blipFill>
          <a:blip r:embed="rId5" cstate="screen"/>
          <a:srcRect/>
          <a:stretch>
            <a:fillRect/>
          </a:stretch>
        </p:blipFill>
        <p:spPr bwMode="auto">
          <a:xfrm>
            <a:off x="7566408" y="4687937"/>
            <a:ext cx="1250151" cy="304524"/>
          </a:xfrm>
          <a:prstGeom prst="rect">
            <a:avLst/>
          </a:prstGeom>
          <a:noFill/>
        </p:spPr>
      </p:pic>
      <p:sp>
        <p:nvSpPr>
          <p:cNvPr id="9" name="Rectangle 5"/>
          <p:cNvSpPr>
            <a:spLocks noChangeArrowheads="1"/>
          </p:cNvSpPr>
          <p:nvPr userDrawn="1"/>
        </p:nvSpPr>
        <p:spPr bwMode="auto">
          <a:xfrm>
            <a:off x="3040520" y="4875560"/>
            <a:ext cx="272055" cy="195943"/>
          </a:xfrm>
          <a:prstGeom prst="rect">
            <a:avLst/>
          </a:prstGeom>
          <a:noFill/>
          <a:ln w="9525">
            <a:noFill/>
            <a:miter lim="800000"/>
            <a:headEnd/>
            <a:tailEnd/>
          </a:ln>
        </p:spPr>
        <p:txBody>
          <a:bodyPr lIns="0" tIns="0" rIns="0" bIns="0"/>
          <a:lstStyle/>
          <a:p>
            <a:pPr eaLnBrk="0" hangingPunct="0">
              <a:lnSpc>
                <a:spcPct val="85000"/>
              </a:lnSpc>
              <a:defRPr/>
            </a:pPr>
            <a:fld id="{F350CB96-EF0E-44F1-90D2-2D2DCEB1810F}" type="slidenum">
              <a:rPr lang="de-DE" altLang="zh-CN" sz="900" smtClean="0">
                <a:solidFill>
                  <a:srgbClr val="FFFFFF">
                    <a:lumMod val="65000"/>
                  </a:srgbClr>
                </a:solidFill>
                <a:latin typeface="FrutigerNext LT Medium"/>
                <a:ea typeface="华文细黑"/>
              </a:rPr>
              <a:pPr eaLnBrk="0" hangingPunct="0">
                <a:lnSpc>
                  <a:spcPct val="85000"/>
                </a:lnSpc>
                <a:defRPr/>
              </a:pPr>
              <a:t>‹#›</a:t>
            </a:fld>
            <a:endParaRPr lang="en-GB" altLang="zh-CN" sz="900" dirty="0">
              <a:solidFill>
                <a:srgbClr val="FFFFFF">
                  <a:lumMod val="65000"/>
                </a:srgbClr>
              </a:solidFill>
              <a:latin typeface="FrutigerNext LT Medium"/>
              <a:ea typeface="华文细黑"/>
            </a:endParaRPr>
          </a:p>
        </p:txBody>
      </p:sp>
      <p:pic>
        <p:nvPicPr>
          <p:cNvPr id="10" name="Picture 2" descr="C:\Users\z00124665\Desktop\图形1.wmf"/>
          <p:cNvPicPr>
            <a:picLocks noChangeAspect="1" noChangeArrowheads="1"/>
          </p:cNvPicPr>
          <p:nvPr userDrawn="1"/>
        </p:nvPicPr>
        <p:blipFill>
          <a:blip r:embed="rId6" cstate="print"/>
          <a:srcRect/>
          <a:stretch>
            <a:fillRect/>
          </a:stretch>
        </p:blipFill>
        <p:spPr bwMode="auto">
          <a:xfrm>
            <a:off x="322263" y="4862196"/>
            <a:ext cx="2655887" cy="120967"/>
          </a:xfrm>
          <a:prstGeom prst="rect">
            <a:avLst/>
          </a:prstGeom>
          <a:noFill/>
        </p:spPr>
      </p:pic>
    </p:spTree>
  </p:cSld>
  <p:clrMap bg1="lt1" tx1="dk1" bg2="lt2" tx2="dk2" accent1="accent1" accent2="accent2" accent3="accent3" accent4="accent4" accent5="accent5" accent6="accent6" hlink="hlink" folHlink="folHlink"/>
  <p:sldLayoutIdLst>
    <p:sldLayoutId id="2147483848" r:id="rId1"/>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808080"/>
        </a:buClr>
        <a:buSzPct val="60000"/>
        <a:buFont typeface="Wingdings" pitchFamily="2" charset="2"/>
        <a:buChar char="l"/>
        <a:defRPr sz="2400" b="1">
          <a:solidFill>
            <a:schemeClr val="bg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bg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bg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bg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bg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矩形 2"/>
          <p:cNvSpPr/>
          <p:nvPr userDrawn="1"/>
        </p:nvSpPr>
        <p:spPr bwMode="auto">
          <a:xfrm>
            <a:off x="4762" y="12700"/>
            <a:ext cx="9139238" cy="5143500"/>
          </a:xfrm>
          <a:prstGeom prst="rect">
            <a:avLst/>
          </a:prstGeom>
          <a:solidFill>
            <a:schemeClr val="bg1">
              <a:lumMod val="95000"/>
            </a:schemeClr>
          </a:solidFill>
          <a:ln>
            <a:no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mtClean="0">
              <a:solidFill>
                <a:srgbClr val="000000"/>
              </a:solidFill>
              <a:latin typeface="Arial" charset="0"/>
              <a:ea typeface="宋体" charset="-122"/>
            </a:endParaRPr>
          </a:p>
        </p:txBody>
      </p:sp>
      <p:pic>
        <p:nvPicPr>
          <p:cNvPr id="11" name="Picture 2" descr="C:\Users\z00124665\Desktop\A BETTER WAY SOLUTIONS.wmf"/>
          <p:cNvPicPr>
            <a:picLocks noChangeAspect="1" noChangeArrowheads="1"/>
          </p:cNvPicPr>
          <p:nvPr userDrawn="1"/>
        </p:nvPicPr>
        <p:blipFill>
          <a:blip r:embed="rId5" cstate="print"/>
          <a:srcRect/>
          <a:stretch>
            <a:fillRect/>
          </a:stretch>
        </p:blipFill>
        <p:spPr bwMode="auto">
          <a:xfrm>
            <a:off x="5567363" y="177220"/>
            <a:ext cx="3270250" cy="91068"/>
          </a:xfrm>
          <a:prstGeom prst="rect">
            <a:avLst/>
          </a:prstGeom>
          <a:noFill/>
        </p:spPr>
      </p:pic>
      <p:pic>
        <p:nvPicPr>
          <p:cNvPr id="12" name="Picture 14" descr="C:\Users\z00124665\Desktop\color bar [转换].wmf"/>
          <p:cNvPicPr>
            <a:picLocks noChangeAspect="1" noChangeArrowheads="1"/>
          </p:cNvPicPr>
          <p:nvPr userDrawn="1"/>
        </p:nvPicPr>
        <p:blipFill>
          <a:blip r:embed="rId6" cstate="print"/>
          <a:srcRect/>
          <a:stretch>
            <a:fillRect/>
          </a:stretch>
        </p:blipFill>
        <p:spPr bwMode="auto">
          <a:xfrm>
            <a:off x="0" y="5078651"/>
            <a:ext cx="9144001" cy="74374"/>
          </a:xfrm>
          <a:prstGeom prst="rect">
            <a:avLst/>
          </a:prstGeom>
          <a:noFill/>
        </p:spPr>
      </p:pic>
      <p:pic>
        <p:nvPicPr>
          <p:cNvPr id="8" name="Picture 2" descr="C:\Users\z00124665\Desktop\HW LOGO(横版）.png"/>
          <p:cNvPicPr>
            <a:picLocks noChangeAspect="1" noChangeArrowheads="1"/>
          </p:cNvPicPr>
          <p:nvPr userDrawn="1"/>
        </p:nvPicPr>
        <p:blipFill>
          <a:blip r:embed="rId7" cstate="screen"/>
          <a:srcRect/>
          <a:stretch>
            <a:fillRect/>
          </a:stretch>
        </p:blipFill>
        <p:spPr bwMode="auto">
          <a:xfrm>
            <a:off x="7566408" y="4687937"/>
            <a:ext cx="1250151" cy="304524"/>
          </a:xfrm>
          <a:prstGeom prst="rect">
            <a:avLst/>
          </a:prstGeom>
          <a:noFill/>
        </p:spPr>
      </p:pic>
      <p:sp>
        <p:nvSpPr>
          <p:cNvPr id="9" name="Rectangle 5"/>
          <p:cNvSpPr>
            <a:spLocks noChangeArrowheads="1"/>
          </p:cNvSpPr>
          <p:nvPr userDrawn="1"/>
        </p:nvSpPr>
        <p:spPr bwMode="auto">
          <a:xfrm>
            <a:off x="3040520" y="4875560"/>
            <a:ext cx="272055" cy="195943"/>
          </a:xfrm>
          <a:prstGeom prst="rect">
            <a:avLst/>
          </a:prstGeom>
          <a:noFill/>
          <a:ln w="9525">
            <a:noFill/>
            <a:miter lim="800000"/>
            <a:headEnd/>
            <a:tailEnd/>
          </a:ln>
        </p:spPr>
        <p:txBody>
          <a:bodyPr lIns="0" tIns="0" rIns="0" bIns="0"/>
          <a:lstStyle/>
          <a:p>
            <a:pPr eaLnBrk="0" hangingPunct="0">
              <a:lnSpc>
                <a:spcPct val="85000"/>
              </a:lnSpc>
              <a:defRPr/>
            </a:pPr>
            <a:fld id="{F350CB96-EF0E-44F1-90D2-2D2DCEB1810F}" type="slidenum">
              <a:rPr lang="de-DE" altLang="zh-CN" sz="900" smtClean="0">
                <a:solidFill>
                  <a:srgbClr val="FFFFFF">
                    <a:lumMod val="65000"/>
                  </a:srgbClr>
                </a:solidFill>
                <a:latin typeface="FrutigerNext LT Medium"/>
                <a:ea typeface="华文细黑"/>
              </a:rPr>
              <a:pPr eaLnBrk="0" hangingPunct="0">
                <a:lnSpc>
                  <a:spcPct val="85000"/>
                </a:lnSpc>
                <a:defRPr/>
              </a:pPr>
              <a:t>‹#›</a:t>
            </a:fld>
            <a:endParaRPr lang="en-GB" altLang="zh-CN" sz="900" dirty="0">
              <a:solidFill>
                <a:srgbClr val="FFFFFF">
                  <a:lumMod val="65000"/>
                </a:srgbClr>
              </a:solidFill>
              <a:latin typeface="FrutigerNext LT Medium"/>
              <a:ea typeface="华文细黑"/>
            </a:endParaRPr>
          </a:p>
        </p:txBody>
      </p:sp>
      <p:pic>
        <p:nvPicPr>
          <p:cNvPr id="10" name="Picture 2" descr="C:\Users\z00124665\Desktop\图形1.wmf"/>
          <p:cNvPicPr>
            <a:picLocks noChangeAspect="1" noChangeArrowheads="1"/>
          </p:cNvPicPr>
          <p:nvPr userDrawn="1"/>
        </p:nvPicPr>
        <p:blipFill>
          <a:blip r:embed="rId8" cstate="print"/>
          <a:srcRect/>
          <a:stretch>
            <a:fillRect/>
          </a:stretch>
        </p:blipFill>
        <p:spPr bwMode="auto">
          <a:xfrm>
            <a:off x="322263" y="4862196"/>
            <a:ext cx="2655887" cy="120967"/>
          </a:xfrm>
          <a:prstGeom prst="rect">
            <a:avLst/>
          </a:prstGeom>
          <a:noFill/>
        </p:spPr>
      </p:pic>
    </p:spTree>
  </p:cSld>
  <p:clrMap bg1="lt1" tx1="dk1" bg2="lt2" tx2="dk2" accent1="accent1" accent2="accent2" accent3="accent3" accent4="accent4" accent5="accent5" accent6="accent6" hlink="hlink" folHlink="folHlink"/>
  <p:sldLayoutIdLst>
    <p:sldLayoutId id="2147483853" r:id="rId1"/>
    <p:sldLayoutId id="2147483855" r:id="rId2"/>
    <p:sldLayoutId id="2147483856" r:id="rId3"/>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808080"/>
        </a:buClr>
        <a:buSzPct val="60000"/>
        <a:buFont typeface="Wingdings" pitchFamily="2" charset="2"/>
        <a:buChar char="l"/>
        <a:defRPr sz="2400" b="1">
          <a:solidFill>
            <a:schemeClr val="bg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bg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bg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bg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bg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矩形 2"/>
          <p:cNvSpPr/>
          <p:nvPr userDrawn="1"/>
        </p:nvSpPr>
        <p:spPr bwMode="auto">
          <a:xfrm>
            <a:off x="4762" y="12700"/>
            <a:ext cx="9139238" cy="5143500"/>
          </a:xfrm>
          <a:prstGeom prst="rect">
            <a:avLst/>
          </a:prstGeom>
          <a:solidFill>
            <a:schemeClr val="bg1">
              <a:lumMod val="95000"/>
            </a:schemeClr>
          </a:solidFill>
          <a:ln>
            <a:no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mtClean="0">
              <a:solidFill>
                <a:srgbClr val="000000"/>
              </a:solidFill>
              <a:latin typeface="Arial" charset="0"/>
              <a:ea typeface="宋体" charset="-122"/>
            </a:endParaRPr>
          </a:p>
        </p:txBody>
      </p:sp>
      <p:pic>
        <p:nvPicPr>
          <p:cNvPr id="11" name="Picture 2" descr="C:\Users\z00124665\Desktop\A BETTER WAY SOLUTIONS.wmf"/>
          <p:cNvPicPr>
            <a:picLocks noChangeAspect="1" noChangeArrowheads="1"/>
          </p:cNvPicPr>
          <p:nvPr userDrawn="1"/>
        </p:nvPicPr>
        <p:blipFill>
          <a:blip r:embed="rId4" cstate="print"/>
          <a:srcRect/>
          <a:stretch>
            <a:fillRect/>
          </a:stretch>
        </p:blipFill>
        <p:spPr bwMode="auto">
          <a:xfrm>
            <a:off x="5567363" y="177220"/>
            <a:ext cx="3270250" cy="91068"/>
          </a:xfrm>
          <a:prstGeom prst="rect">
            <a:avLst/>
          </a:prstGeom>
          <a:noFill/>
        </p:spPr>
      </p:pic>
      <p:pic>
        <p:nvPicPr>
          <p:cNvPr id="12" name="Picture 14" descr="C:\Users\z00124665\Desktop\color bar [转换].wmf"/>
          <p:cNvPicPr>
            <a:picLocks noChangeAspect="1" noChangeArrowheads="1"/>
          </p:cNvPicPr>
          <p:nvPr userDrawn="1"/>
        </p:nvPicPr>
        <p:blipFill>
          <a:blip r:embed="rId5" cstate="print"/>
          <a:srcRect/>
          <a:stretch>
            <a:fillRect/>
          </a:stretch>
        </p:blipFill>
        <p:spPr bwMode="auto">
          <a:xfrm>
            <a:off x="0" y="5078651"/>
            <a:ext cx="9144001" cy="74374"/>
          </a:xfrm>
          <a:prstGeom prst="rect">
            <a:avLst/>
          </a:prstGeom>
          <a:noFill/>
        </p:spPr>
      </p:pic>
      <p:pic>
        <p:nvPicPr>
          <p:cNvPr id="8" name="Picture 2" descr="C:\Users\z00124665\Desktop\HW LOGO(横版）.png"/>
          <p:cNvPicPr>
            <a:picLocks noChangeAspect="1" noChangeArrowheads="1"/>
          </p:cNvPicPr>
          <p:nvPr userDrawn="1"/>
        </p:nvPicPr>
        <p:blipFill>
          <a:blip r:embed="rId6" cstate="screen"/>
          <a:srcRect/>
          <a:stretch>
            <a:fillRect/>
          </a:stretch>
        </p:blipFill>
        <p:spPr bwMode="auto">
          <a:xfrm>
            <a:off x="7566408" y="4687937"/>
            <a:ext cx="1250151" cy="304524"/>
          </a:xfrm>
          <a:prstGeom prst="rect">
            <a:avLst/>
          </a:prstGeom>
          <a:noFill/>
        </p:spPr>
      </p:pic>
      <p:sp>
        <p:nvSpPr>
          <p:cNvPr id="9" name="Rectangle 5"/>
          <p:cNvSpPr>
            <a:spLocks noChangeArrowheads="1"/>
          </p:cNvSpPr>
          <p:nvPr userDrawn="1"/>
        </p:nvSpPr>
        <p:spPr bwMode="auto">
          <a:xfrm>
            <a:off x="3040520" y="4875560"/>
            <a:ext cx="272055" cy="195943"/>
          </a:xfrm>
          <a:prstGeom prst="rect">
            <a:avLst/>
          </a:prstGeom>
          <a:noFill/>
          <a:ln w="9525">
            <a:noFill/>
            <a:miter lim="800000"/>
            <a:headEnd/>
            <a:tailEnd/>
          </a:ln>
        </p:spPr>
        <p:txBody>
          <a:bodyPr lIns="0" tIns="0" rIns="0" bIns="0"/>
          <a:lstStyle/>
          <a:p>
            <a:pPr eaLnBrk="0" hangingPunct="0">
              <a:lnSpc>
                <a:spcPct val="85000"/>
              </a:lnSpc>
              <a:defRPr/>
            </a:pPr>
            <a:fld id="{F350CB96-EF0E-44F1-90D2-2D2DCEB1810F}" type="slidenum">
              <a:rPr lang="de-DE" altLang="zh-CN" sz="900" smtClean="0">
                <a:solidFill>
                  <a:srgbClr val="FFFFFF">
                    <a:lumMod val="65000"/>
                  </a:srgbClr>
                </a:solidFill>
                <a:latin typeface="FrutigerNext LT Medium"/>
                <a:ea typeface="华文细黑"/>
              </a:rPr>
              <a:pPr eaLnBrk="0" hangingPunct="0">
                <a:lnSpc>
                  <a:spcPct val="85000"/>
                </a:lnSpc>
                <a:defRPr/>
              </a:pPr>
              <a:t>‹#›</a:t>
            </a:fld>
            <a:endParaRPr lang="en-GB" altLang="zh-CN" sz="900" dirty="0">
              <a:solidFill>
                <a:srgbClr val="FFFFFF">
                  <a:lumMod val="65000"/>
                </a:srgbClr>
              </a:solidFill>
              <a:latin typeface="FrutigerNext LT Medium"/>
              <a:ea typeface="华文细黑"/>
            </a:endParaRPr>
          </a:p>
        </p:txBody>
      </p:sp>
      <p:pic>
        <p:nvPicPr>
          <p:cNvPr id="10" name="Picture 2" descr="C:\Users\z00124665\Desktop\图形1.wmf"/>
          <p:cNvPicPr>
            <a:picLocks noChangeAspect="1" noChangeArrowheads="1"/>
          </p:cNvPicPr>
          <p:nvPr userDrawn="1"/>
        </p:nvPicPr>
        <p:blipFill>
          <a:blip r:embed="rId7" cstate="print"/>
          <a:srcRect/>
          <a:stretch>
            <a:fillRect/>
          </a:stretch>
        </p:blipFill>
        <p:spPr bwMode="auto">
          <a:xfrm>
            <a:off x="322263" y="4862196"/>
            <a:ext cx="2655887" cy="120967"/>
          </a:xfrm>
          <a:prstGeom prst="rect">
            <a:avLst/>
          </a:prstGeom>
          <a:noFill/>
        </p:spPr>
      </p:pic>
    </p:spTree>
  </p:cSld>
  <p:clrMap bg1="lt1" tx1="dk1" bg2="lt2" tx2="dk2" accent1="accent1" accent2="accent2" accent3="accent3" accent4="accent4" accent5="accent5" accent6="accent6" hlink="hlink" folHlink="folHlink"/>
  <p:sldLayoutIdLst>
    <p:sldLayoutId id="2147483858" r:id="rId1"/>
    <p:sldLayoutId id="2147483859"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808080"/>
        </a:buClr>
        <a:buSzPct val="60000"/>
        <a:buFont typeface="Wingdings" pitchFamily="2" charset="2"/>
        <a:buChar char="l"/>
        <a:defRPr sz="2400" b="1">
          <a:solidFill>
            <a:schemeClr val="bg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bg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bg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bg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bg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矩形 2"/>
          <p:cNvSpPr/>
          <p:nvPr userDrawn="1"/>
        </p:nvSpPr>
        <p:spPr bwMode="auto">
          <a:xfrm>
            <a:off x="4762" y="12700"/>
            <a:ext cx="9139238" cy="5143500"/>
          </a:xfrm>
          <a:prstGeom prst="rect">
            <a:avLst/>
          </a:prstGeom>
          <a:solidFill>
            <a:schemeClr val="bg1">
              <a:lumMod val="95000"/>
            </a:schemeClr>
          </a:solidFill>
          <a:ln>
            <a:no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mtClean="0">
              <a:solidFill>
                <a:srgbClr val="000000"/>
              </a:solidFill>
              <a:latin typeface="Arial" charset="0"/>
              <a:ea typeface="宋体" charset="-122"/>
            </a:endParaRPr>
          </a:p>
        </p:txBody>
      </p:sp>
      <p:pic>
        <p:nvPicPr>
          <p:cNvPr id="11" name="Picture 2" descr="C:\Users\z00124665\Desktop\A BETTER WAY SOLUTIONS.wmf"/>
          <p:cNvPicPr>
            <a:picLocks noChangeAspect="1" noChangeArrowheads="1"/>
          </p:cNvPicPr>
          <p:nvPr userDrawn="1"/>
        </p:nvPicPr>
        <p:blipFill>
          <a:blip r:embed="rId5" cstate="print"/>
          <a:srcRect/>
          <a:stretch>
            <a:fillRect/>
          </a:stretch>
        </p:blipFill>
        <p:spPr bwMode="auto">
          <a:xfrm>
            <a:off x="5567363" y="177220"/>
            <a:ext cx="3270250" cy="91068"/>
          </a:xfrm>
          <a:prstGeom prst="rect">
            <a:avLst/>
          </a:prstGeom>
          <a:noFill/>
        </p:spPr>
      </p:pic>
      <p:pic>
        <p:nvPicPr>
          <p:cNvPr id="12" name="Picture 14" descr="C:\Users\z00124665\Desktop\color bar [转换].wmf"/>
          <p:cNvPicPr>
            <a:picLocks noChangeAspect="1" noChangeArrowheads="1"/>
          </p:cNvPicPr>
          <p:nvPr userDrawn="1"/>
        </p:nvPicPr>
        <p:blipFill>
          <a:blip r:embed="rId6" cstate="print"/>
          <a:srcRect/>
          <a:stretch>
            <a:fillRect/>
          </a:stretch>
        </p:blipFill>
        <p:spPr bwMode="auto">
          <a:xfrm>
            <a:off x="0" y="5078651"/>
            <a:ext cx="9144001" cy="74374"/>
          </a:xfrm>
          <a:prstGeom prst="rect">
            <a:avLst/>
          </a:prstGeom>
          <a:noFill/>
        </p:spPr>
      </p:pic>
      <p:pic>
        <p:nvPicPr>
          <p:cNvPr id="8" name="Picture 2" descr="C:\Users\z00124665\Desktop\HW LOGO(横版）.png"/>
          <p:cNvPicPr>
            <a:picLocks noChangeAspect="1" noChangeArrowheads="1"/>
          </p:cNvPicPr>
          <p:nvPr userDrawn="1"/>
        </p:nvPicPr>
        <p:blipFill>
          <a:blip r:embed="rId7" cstate="screen"/>
          <a:srcRect/>
          <a:stretch>
            <a:fillRect/>
          </a:stretch>
        </p:blipFill>
        <p:spPr bwMode="auto">
          <a:xfrm>
            <a:off x="7566408" y="4687937"/>
            <a:ext cx="1250151" cy="304524"/>
          </a:xfrm>
          <a:prstGeom prst="rect">
            <a:avLst/>
          </a:prstGeom>
          <a:noFill/>
        </p:spPr>
      </p:pic>
      <p:sp>
        <p:nvSpPr>
          <p:cNvPr id="9" name="Rectangle 5"/>
          <p:cNvSpPr>
            <a:spLocks noChangeArrowheads="1"/>
          </p:cNvSpPr>
          <p:nvPr userDrawn="1"/>
        </p:nvSpPr>
        <p:spPr bwMode="auto">
          <a:xfrm>
            <a:off x="3040520" y="4875560"/>
            <a:ext cx="272055" cy="195943"/>
          </a:xfrm>
          <a:prstGeom prst="rect">
            <a:avLst/>
          </a:prstGeom>
          <a:noFill/>
          <a:ln w="9525">
            <a:noFill/>
            <a:miter lim="800000"/>
            <a:headEnd/>
            <a:tailEnd/>
          </a:ln>
        </p:spPr>
        <p:txBody>
          <a:bodyPr lIns="0" tIns="0" rIns="0" bIns="0"/>
          <a:lstStyle/>
          <a:p>
            <a:pPr eaLnBrk="0" hangingPunct="0">
              <a:lnSpc>
                <a:spcPct val="85000"/>
              </a:lnSpc>
              <a:defRPr/>
            </a:pPr>
            <a:fld id="{F350CB96-EF0E-44F1-90D2-2D2DCEB1810F}" type="slidenum">
              <a:rPr lang="de-DE" altLang="zh-CN" sz="900" smtClean="0">
                <a:solidFill>
                  <a:srgbClr val="FFFFFF">
                    <a:lumMod val="65000"/>
                  </a:srgbClr>
                </a:solidFill>
                <a:latin typeface="FrutigerNext LT Medium"/>
                <a:ea typeface="华文细黑"/>
              </a:rPr>
              <a:pPr eaLnBrk="0" hangingPunct="0">
                <a:lnSpc>
                  <a:spcPct val="85000"/>
                </a:lnSpc>
                <a:defRPr/>
              </a:pPr>
              <a:t>‹#›</a:t>
            </a:fld>
            <a:endParaRPr lang="en-GB" altLang="zh-CN" sz="900" dirty="0">
              <a:solidFill>
                <a:srgbClr val="FFFFFF">
                  <a:lumMod val="65000"/>
                </a:srgbClr>
              </a:solidFill>
              <a:latin typeface="FrutigerNext LT Medium"/>
              <a:ea typeface="华文细黑"/>
            </a:endParaRPr>
          </a:p>
        </p:txBody>
      </p:sp>
      <p:pic>
        <p:nvPicPr>
          <p:cNvPr id="10" name="Picture 2" descr="C:\Users\z00124665\Desktop\图形1.wmf"/>
          <p:cNvPicPr>
            <a:picLocks noChangeAspect="1" noChangeArrowheads="1"/>
          </p:cNvPicPr>
          <p:nvPr userDrawn="1"/>
        </p:nvPicPr>
        <p:blipFill>
          <a:blip r:embed="rId8" cstate="print"/>
          <a:srcRect/>
          <a:stretch>
            <a:fillRect/>
          </a:stretch>
        </p:blipFill>
        <p:spPr bwMode="auto">
          <a:xfrm>
            <a:off x="322263" y="4862196"/>
            <a:ext cx="2655887" cy="120967"/>
          </a:xfrm>
          <a:prstGeom prst="rect">
            <a:avLst/>
          </a:prstGeom>
          <a:noFill/>
        </p:spPr>
      </p:pic>
    </p:spTree>
  </p:cSld>
  <p:clrMap bg1="lt1" tx1="dk1" bg2="lt2" tx2="dk2" accent1="accent1" accent2="accent2" accent3="accent3" accent4="accent4" accent5="accent5" accent6="accent6" hlink="hlink" folHlink="folHlink"/>
  <p:sldLayoutIdLst>
    <p:sldLayoutId id="2147483861" r:id="rId1"/>
    <p:sldLayoutId id="2147483863" r:id="rId2"/>
    <p:sldLayoutId id="2147483864" r:id="rId3"/>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808080"/>
        </a:buClr>
        <a:buSzPct val="60000"/>
        <a:buFont typeface="Wingdings" pitchFamily="2" charset="2"/>
        <a:buChar char="l"/>
        <a:defRPr sz="2400" b="1">
          <a:solidFill>
            <a:schemeClr val="bg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bg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bg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bg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bg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矩形 2"/>
          <p:cNvSpPr/>
          <p:nvPr userDrawn="1"/>
        </p:nvSpPr>
        <p:spPr bwMode="auto">
          <a:xfrm>
            <a:off x="4762" y="12700"/>
            <a:ext cx="9139238" cy="5143500"/>
          </a:xfrm>
          <a:prstGeom prst="rect">
            <a:avLst/>
          </a:prstGeom>
          <a:solidFill>
            <a:schemeClr val="bg1">
              <a:lumMod val="95000"/>
            </a:schemeClr>
          </a:solidFill>
          <a:ln>
            <a:no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mtClean="0">
              <a:solidFill>
                <a:srgbClr val="000000"/>
              </a:solidFill>
              <a:latin typeface="Arial" charset="0"/>
              <a:ea typeface="宋体" charset="-122"/>
            </a:endParaRPr>
          </a:p>
        </p:txBody>
      </p:sp>
      <p:pic>
        <p:nvPicPr>
          <p:cNvPr id="11" name="Picture 2" descr="C:\Users\z00124665\Desktop\A BETTER WAY SOLUTIONS.wmf"/>
          <p:cNvPicPr>
            <a:picLocks noChangeAspect="1" noChangeArrowheads="1"/>
          </p:cNvPicPr>
          <p:nvPr userDrawn="1"/>
        </p:nvPicPr>
        <p:blipFill>
          <a:blip r:embed="rId5" cstate="print"/>
          <a:srcRect/>
          <a:stretch>
            <a:fillRect/>
          </a:stretch>
        </p:blipFill>
        <p:spPr bwMode="auto">
          <a:xfrm>
            <a:off x="5567363" y="177220"/>
            <a:ext cx="3270250" cy="91068"/>
          </a:xfrm>
          <a:prstGeom prst="rect">
            <a:avLst/>
          </a:prstGeom>
          <a:noFill/>
        </p:spPr>
      </p:pic>
      <p:pic>
        <p:nvPicPr>
          <p:cNvPr id="12" name="Picture 14" descr="C:\Users\z00124665\Desktop\color bar [转换].wmf"/>
          <p:cNvPicPr>
            <a:picLocks noChangeAspect="1" noChangeArrowheads="1"/>
          </p:cNvPicPr>
          <p:nvPr userDrawn="1"/>
        </p:nvPicPr>
        <p:blipFill>
          <a:blip r:embed="rId6" cstate="print"/>
          <a:srcRect/>
          <a:stretch>
            <a:fillRect/>
          </a:stretch>
        </p:blipFill>
        <p:spPr bwMode="auto">
          <a:xfrm>
            <a:off x="0" y="5078651"/>
            <a:ext cx="9144001" cy="74374"/>
          </a:xfrm>
          <a:prstGeom prst="rect">
            <a:avLst/>
          </a:prstGeom>
          <a:noFill/>
        </p:spPr>
      </p:pic>
      <p:pic>
        <p:nvPicPr>
          <p:cNvPr id="8" name="Picture 2" descr="C:\Users\z00124665\Desktop\HW LOGO(横版）.png"/>
          <p:cNvPicPr>
            <a:picLocks noChangeAspect="1" noChangeArrowheads="1"/>
          </p:cNvPicPr>
          <p:nvPr userDrawn="1"/>
        </p:nvPicPr>
        <p:blipFill>
          <a:blip r:embed="rId7" cstate="screen"/>
          <a:srcRect/>
          <a:stretch>
            <a:fillRect/>
          </a:stretch>
        </p:blipFill>
        <p:spPr bwMode="auto">
          <a:xfrm>
            <a:off x="7566408" y="4687937"/>
            <a:ext cx="1250151" cy="304524"/>
          </a:xfrm>
          <a:prstGeom prst="rect">
            <a:avLst/>
          </a:prstGeom>
          <a:noFill/>
        </p:spPr>
      </p:pic>
      <p:sp>
        <p:nvSpPr>
          <p:cNvPr id="9" name="Rectangle 5"/>
          <p:cNvSpPr>
            <a:spLocks noChangeArrowheads="1"/>
          </p:cNvSpPr>
          <p:nvPr userDrawn="1"/>
        </p:nvSpPr>
        <p:spPr bwMode="auto">
          <a:xfrm>
            <a:off x="3040520" y="4875560"/>
            <a:ext cx="272055" cy="195943"/>
          </a:xfrm>
          <a:prstGeom prst="rect">
            <a:avLst/>
          </a:prstGeom>
          <a:noFill/>
          <a:ln w="9525">
            <a:noFill/>
            <a:miter lim="800000"/>
            <a:headEnd/>
            <a:tailEnd/>
          </a:ln>
        </p:spPr>
        <p:txBody>
          <a:bodyPr lIns="0" tIns="0" rIns="0" bIns="0"/>
          <a:lstStyle/>
          <a:p>
            <a:pPr eaLnBrk="0" hangingPunct="0">
              <a:lnSpc>
                <a:spcPct val="85000"/>
              </a:lnSpc>
              <a:defRPr/>
            </a:pPr>
            <a:fld id="{F350CB96-EF0E-44F1-90D2-2D2DCEB1810F}" type="slidenum">
              <a:rPr lang="de-DE" altLang="zh-CN" sz="900" smtClean="0">
                <a:solidFill>
                  <a:srgbClr val="FFFFFF">
                    <a:lumMod val="65000"/>
                  </a:srgbClr>
                </a:solidFill>
                <a:latin typeface="FrutigerNext LT Medium"/>
                <a:ea typeface="华文细黑"/>
              </a:rPr>
              <a:pPr eaLnBrk="0" hangingPunct="0">
                <a:lnSpc>
                  <a:spcPct val="85000"/>
                </a:lnSpc>
                <a:defRPr/>
              </a:pPr>
              <a:t>‹#›</a:t>
            </a:fld>
            <a:endParaRPr lang="en-GB" altLang="zh-CN" sz="900" dirty="0">
              <a:solidFill>
                <a:srgbClr val="FFFFFF">
                  <a:lumMod val="65000"/>
                </a:srgbClr>
              </a:solidFill>
              <a:latin typeface="FrutigerNext LT Medium"/>
              <a:ea typeface="华文细黑"/>
            </a:endParaRPr>
          </a:p>
        </p:txBody>
      </p:sp>
      <p:pic>
        <p:nvPicPr>
          <p:cNvPr id="10" name="Picture 2" descr="C:\Users\z00124665\Desktop\图形1.wmf"/>
          <p:cNvPicPr>
            <a:picLocks noChangeAspect="1" noChangeArrowheads="1"/>
          </p:cNvPicPr>
          <p:nvPr userDrawn="1"/>
        </p:nvPicPr>
        <p:blipFill>
          <a:blip r:embed="rId8" cstate="print"/>
          <a:srcRect/>
          <a:stretch>
            <a:fillRect/>
          </a:stretch>
        </p:blipFill>
        <p:spPr bwMode="auto">
          <a:xfrm>
            <a:off x="322263" y="4862196"/>
            <a:ext cx="2655887" cy="120967"/>
          </a:xfrm>
          <a:prstGeom prst="rect">
            <a:avLst/>
          </a:prstGeom>
          <a:noFill/>
        </p:spPr>
      </p:pic>
    </p:spTree>
  </p:cSld>
  <p:clrMap bg1="lt1" tx1="dk1" bg2="lt2" tx2="dk2" accent1="accent1" accent2="accent2" accent3="accent3" accent4="accent4" accent5="accent5" accent6="accent6" hlink="hlink" folHlink="folHlink"/>
  <p:sldLayoutIdLst>
    <p:sldLayoutId id="2147483866" r:id="rId1"/>
    <p:sldLayoutId id="2147483868" r:id="rId2"/>
    <p:sldLayoutId id="2147483869" r:id="rId3"/>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808080"/>
        </a:buClr>
        <a:buSzPct val="60000"/>
        <a:buFont typeface="Wingdings" pitchFamily="2" charset="2"/>
        <a:buChar char="l"/>
        <a:defRPr sz="2400" b="1">
          <a:solidFill>
            <a:schemeClr val="bg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bg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bg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bg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bg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矩形 2"/>
          <p:cNvSpPr/>
          <p:nvPr userDrawn="1"/>
        </p:nvSpPr>
        <p:spPr bwMode="auto">
          <a:xfrm>
            <a:off x="4762" y="12700"/>
            <a:ext cx="9139238" cy="5143500"/>
          </a:xfrm>
          <a:prstGeom prst="rect">
            <a:avLst/>
          </a:prstGeom>
          <a:solidFill>
            <a:schemeClr val="bg1">
              <a:lumMod val="95000"/>
            </a:schemeClr>
          </a:solidFill>
          <a:ln>
            <a:no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mtClean="0">
              <a:solidFill>
                <a:srgbClr val="000000"/>
              </a:solidFill>
              <a:latin typeface="Arial" charset="0"/>
              <a:ea typeface="宋体" charset="-122"/>
            </a:endParaRPr>
          </a:p>
        </p:txBody>
      </p:sp>
      <p:pic>
        <p:nvPicPr>
          <p:cNvPr id="11" name="Picture 2" descr="C:\Users\z00124665\Desktop\A BETTER WAY SOLUTIONS.wmf"/>
          <p:cNvPicPr>
            <a:picLocks noChangeAspect="1" noChangeArrowheads="1"/>
          </p:cNvPicPr>
          <p:nvPr userDrawn="1"/>
        </p:nvPicPr>
        <p:blipFill>
          <a:blip r:embed="rId4" cstate="print"/>
          <a:srcRect/>
          <a:stretch>
            <a:fillRect/>
          </a:stretch>
        </p:blipFill>
        <p:spPr bwMode="auto">
          <a:xfrm>
            <a:off x="5567363" y="177220"/>
            <a:ext cx="3270250" cy="91068"/>
          </a:xfrm>
          <a:prstGeom prst="rect">
            <a:avLst/>
          </a:prstGeom>
          <a:noFill/>
        </p:spPr>
      </p:pic>
      <p:pic>
        <p:nvPicPr>
          <p:cNvPr id="12" name="Picture 14" descr="C:\Users\z00124665\Desktop\color bar [转换].wmf"/>
          <p:cNvPicPr>
            <a:picLocks noChangeAspect="1" noChangeArrowheads="1"/>
          </p:cNvPicPr>
          <p:nvPr userDrawn="1"/>
        </p:nvPicPr>
        <p:blipFill>
          <a:blip r:embed="rId5" cstate="print"/>
          <a:srcRect/>
          <a:stretch>
            <a:fillRect/>
          </a:stretch>
        </p:blipFill>
        <p:spPr bwMode="auto">
          <a:xfrm>
            <a:off x="0" y="5078651"/>
            <a:ext cx="9144001" cy="74374"/>
          </a:xfrm>
          <a:prstGeom prst="rect">
            <a:avLst/>
          </a:prstGeom>
          <a:noFill/>
        </p:spPr>
      </p:pic>
      <p:pic>
        <p:nvPicPr>
          <p:cNvPr id="8" name="Picture 2" descr="C:\Users\z00124665\Desktop\HW LOGO(横版）.png"/>
          <p:cNvPicPr>
            <a:picLocks noChangeAspect="1" noChangeArrowheads="1"/>
          </p:cNvPicPr>
          <p:nvPr userDrawn="1"/>
        </p:nvPicPr>
        <p:blipFill>
          <a:blip r:embed="rId6" cstate="screen"/>
          <a:srcRect/>
          <a:stretch>
            <a:fillRect/>
          </a:stretch>
        </p:blipFill>
        <p:spPr bwMode="auto">
          <a:xfrm>
            <a:off x="7566408" y="4687937"/>
            <a:ext cx="1250151" cy="304524"/>
          </a:xfrm>
          <a:prstGeom prst="rect">
            <a:avLst/>
          </a:prstGeom>
          <a:noFill/>
        </p:spPr>
      </p:pic>
      <p:sp>
        <p:nvSpPr>
          <p:cNvPr id="9" name="Rectangle 5"/>
          <p:cNvSpPr>
            <a:spLocks noChangeArrowheads="1"/>
          </p:cNvSpPr>
          <p:nvPr userDrawn="1"/>
        </p:nvSpPr>
        <p:spPr bwMode="auto">
          <a:xfrm>
            <a:off x="3040520" y="4875560"/>
            <a:ext cx="272055" cy="195943"/>
          </a:xfrm>
          <a:prstGeom prst="rect">
            <a:avLst/>
          </a:prstGeom>
          <a:noFill/>
          <a:ln w="9525">
            <a:noFill/>
            <a:miter lim="800000"/>
            <a:headEnd/>
            <a:tailEnd/>
          </a:ln>
        </p:spPr>
        <p:txBody>
          <a:bodyPr lIns="0" tIns="0" rIns="0" bIns="0"/>
          <a:lstStyle/>
          <a:p>
            <a:pPr eaLnBrk="0" hangingPunct="0">
              <a:lnSpc>
                <a:spcPct val="85000"/>
              </a:lnSpc>
              <a:defRPr/>
            </a:pPr>
            <a:fld id="{F350CB96-EF0E-44F1-90D2-2D2DCEB1810F}" type="slidenum">
              <a:rPr lang="de-DE" altLang="zh-CN" sz="900" smtClean="0">
                <a:solidFill>
                  <a:srgbClr val="FFFFFF">
                    <a:lumMod val="65000"/>
                  </a:srgbClr>
                </a:solidFill>
                <a:latin typeface="FrutigerNext LT Medium"/>
                <a:ea typeface="华文细黑"/>
              </a:rPr>
              <a:pPr eaLnBrk="0" hangingPunct="0">
                <a:lnSpc>
                  <a:spcPct val="85000"/>
                </a:lnSpc>
                <a:defRPr/>
              </a:pPr>
              <a:t>‹#›</a:t>
            </a:fld>
            <a:endParaRPr lang="en-GB" altLang="zh-CN" sz="900" dirty="0">
              <a:solidFill>
                <a:srgbClr val="FFFFFF">
                  <a:lumMod val="65000"/>
                </a:srgbClr>
              </a:solidFill>
              <a:latin typeface="FrutigerNext LT Medium"/>
              <a:ea typeface="华文细黑"/>
            </a:endParaRPr>
          </a:p>
        </p:txBody>
      </p:sp>
      <p:pic>
        <p:nvPicPr>
          <p:cNvPr id="10" name="Picture 2" descr="C:\Users\z00124665\Desktop\图形1.wmf"/>
          <p:cNvPicPr>
            <a:picLocks noChangeAspect="1" noChangeArrowheads="1"/>
          </p:cNvPicPr>
          <p:nvPr userDrawn="1"/>
        </p:nvPicPr>
        <p:blipFill>
          <a:blip r:embed="rId7" cstate="print"/>
          <a:srcRect/>
          <a:stretch>
            <a:fillRect/>
          </a:stretch>
        </p:blipFill>
        <p:spPr bwMode="auto">
          <a:xfrm>
            <a:off x="322263" y="4862196"/>
            <a:ext cx="2655887" cy="120967"/>
          </a:xfrm>
          <a:prstGeom prst="rect">
            <a:avLst/>
          </a:prstGeom>
          <a:noFill/>
        </p:spPr>
      </p:pic>
    </p:spTree>
  </p:cSld>
  <p:clrMap bg1="lt1" tx1="dk1" bg2="lt2" tx2="dk2" accent1="accent1" accent2="accent2" accent3="accent3" accent4="accent4" accent5="accent5" accent6="accent6" hlink="hlink" folHlink="folHlink"/>
  <p:sldLayoutIdLst>
    <p:sldLayoutId id="2147483872" r:id="rId1"/>
    <p:sldLayoutId id="2147483873"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808080"/>
        </a:buClr>
        <a:buSzPct val="60000"/>
        <a:buFont typeface="Wingdings" pitchFamily="2" charset="2"/>
        <a:buChar char="l"/>
        <a:defRPr sz="2400" b="1">
          <a:solidFill>
            <a:schemeClr val="bg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bg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bg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bg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bg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 name="矩形 5"/>
          <p:cNvSpPr/>
          <p:nvPr userDrawn="1"/>
        </p:nvSpPr>
        <p:spPr bwMode="auto">
          <a:xfrm>
            <a:off x="0" y="0"/>
            <a:ext cx="9144000" cy="5143500"/>
          </a:xfrm>
          <a:prstGeom prst="rect">
            <a:avLst/>
          </a:prstGeom>
          <a:solidFill>
            <a:schemeClr val="bg1">
              <a:lumMod val="95000"/>
            </a:schemeClr>
          </a:solidFill>
          <a:ln>
            <a:no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mtClean="0">
              <a:solidFill>
                <a:srgbClr val="000000"/>
              </a:solidFill>
              <a:latin typeface="Arial" charset="0"/>
              <a:ea typeface="宋体" charset="-122"/>
            </a:endParaRPr>
          </a:p>
        </p:txBody>
      </p:sp>
      <p:sp>
        <p:nvSpPr>
          <p:cNvPr id="11" name="TextBox 10"/>
          <p:cNvSpPr txBox="1"/>
          <p:nvPr userDrawn="1"/>
        </p:nvSpPr>
        <p:spPr>
          <a:xfrm>
            <a:off x="479291" y="4175206"/>
            <a:ext cx="8265110" cy="707886"/>
          </a:xfrm>
          <a:prstGeom prst="rect">
            <a:avLst/>
          </a:prstGeom>
          <a:noFill/>
        </p:spPr>
        <p:txBody>
          <a:bodyPr wrap="square" rtlCol="0">
            <a:spAutoFit/>
          </a:bodyPr>
          <a:lstStyle/>
          <a:p>
            <a:pPr algn="just" fontAlgn="auto">
              <a:spcBef>
                <a:spcPts val="0"/>
              </a:spcBef>
              <a:spcAft>
                <a:spcPts val="0"/>
              </a:spcAft>
              <a:defRPr/>
            </a:pPr>
            <a:r>
              <a:rPr lang="en-US" altLang="zh-CN" sz="800" b="1" dirty="0" smtClean="0">
                <a:solidFill>
                  <a:srgbClr val="FFFFFF">
                    <a:lumMod val="65000"/>
                  </a:srgbClr>
                </a:solidFill>
                <a:latin typeface="Arial"/>
                <a:ea typeface="宋体" charset="-122"/>
                <a:cs typeface="Calibri" pitchFamily="34" charset="0"/>
              </a:rPr>
              <a:t>Copyright©2012 Huawei Technologies Co., Ltd. All Rights Reserved.</a:t>
            </a:r>
            <a:endParaRPr lang="zh-CN" altLang="zh-CN" sz="800" dirty="0" smtClean="0">
              <a:solidFill>
                <a:srgbClr val="FFFFFF">
                  <a:lumMod val="65000"/>
                </a:srgbClr>
              </a:solidFill>
              <a:latin typeface="Arial"/>
              <a:ea typeface="宋体" charset="-122"/>
              <a:cs typeface="Calibri" pitchFamily="34" charset="0"/>
            </a:endParaRPr>
          </a:p>
          <a:p>
            <a:pPr algn="just" fontAlgn="auto">
              <a:spcBef>
                <a:spcPts val="0"/>
              </a:spcBef>
              <a:spcAft>
                <a:spcPts val="0"/>
              </a:spcAft>
              <a:defRPr/>
            </a:pPr>
            <a:r>
              <a:rPr lang="en-US" altLang="zh-CN" sz="800" dirty="0" smtClean="0">
                <a:solidFill>
                  <a:srgbClr val="FFFFFF">
                    <a:lumMod val="65000"/>
                  </a:srgbClr>
                </a:solidFill>
                <a:latin typeface="Arial"/>
                <a:ea typeface="宋体" charset="-122"/>
                <a:cs typeface="Calibri" pitchFamily="34" charset="0"/>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800" dirty="0">
              <a:solidFill>
                <a:srgbClr val="FFFFFF">
                  <a:lumMod val="65000"/>
                </a:srgbClr>
              </a:solidFill>
              <a:latin typeface="Arial"/>
              <a:ea typeface="宋体" charset="-122"/>
              <a:cs typeface="Calibri" pitchFamily="34" charset="0"/>
            </a:endParaRPr>
          </a:p>
        </p:txBody>
      </p:sp>
      <p:pic>
        <p:nvPicPr>
          <p:cNvPr id="8" name="Picture 2" descr="E:\01 日常工作\03 品牌规范设计\企业业务视觉规范\投标标书规范\设计文档\大平台相关资料整理\Template A\源文件\HW LOGO副本.png"/>
          <p:cNvPicPr>
            <a:picLocks noChangeAspect="1" noChangeArrowheads="1"/>
          </p:cNvPicPr>
          <p:nvPr userDrawn="1"/>
        </p:nvPicPr>
        <p:blipFill>
          <a:blip r:embed="rId3" cstate="print"/>
          <a:srcRect/>
          <a:stretch>
            <a:fillRect/>
          </a:stretch>
        </p:blipFill>
        <p:spPr bwMode="auto">
          <a:xfrm>
            <a:off x="3783171" y="950801"/>
            <a:ext cx="1657350" cy="1600312"/>
          </a:xfrm>
          <a:prstGeom prst="rect">
            <a:avLst/>
          </a:prstGeom>
          <a:noFill/>
        </p:spPr>
      </p:pic>
      <p:sp>
        <p:nvSpPr>
          <p:cNvPr id="7" name="Rectangle 3"/>
          <p:cNvSpPr>
            <a:spLocks noChangeArrowheads="1"/>
          </p:cNvSpPr>
          <p:nvPr userDrawn="1"/>
        </p:nvSpPr>
        <p:spPr bwMode="auto">
          <a:xfrm>
            <a:off x="1843989" y="2862273"/>
            <a:ext cx="5423184" cy="365216"/>
          </a:xfrm>
          <a:prstGeom prst="rect">
            <a:avLst/>
          </a:prstGeom>
          <a:noFill/>
          <a:ln w="9525" algn="ctr">
            <a:noFill/>
            <a:miter lim="800000"/>
            <a:headEnd/>
            <a:tailEnd/>
          </a:ln>
        </p:spPr>
        <p:txBody>
          <a:bodyPr wrap="none" lIns="87360" tIns="43682" rIns="87360" bIns="43682">
            <a:spAutoFit/>
          </a:bodyPr>
          <a:lstStyle/>
          <a:p>
            <a:pPr algn="ctr" defTabSz="874713">
              <a:defRPr/>
            </a:pPr>
            <a:r>
              <a:rPr lang="en-US" altLang="zh-CN" b="1" dirty="0" smtClean="0">
                <a:solidFill>
                  <a:srgbClr val="333333"/>
                </a:solidFill>
                <a:latin typeface="FrutigerNext LT Medium" pitchFamily="34" charset="0"/>
                <a:ea typeface="ＭＳ Ｐゴシック" pitchFamily="34" charset="-128"/>
              </a:rPr>
              <a:t>HUAWEI ENTERPRISE ICT SOLUTIONS </a:t>
            </a:r>
            <a:r>
              <a:rPr lang="en-US" altLang="zh-CN" b="1" dirty="0" smtClean="0">
                <a:solidFill>
                  <a:srgbClr val="C00000"/>
                </a:solidFill>
                <a:latin typeface="FrutigerNext LT Medium" pitchFamily="34" charset="0"/>
                <a:ea typeface="ＭＳ Ｐゴシック" pitchFamily="34" charset="-128"/>
              </a:rPr>
              <a:t>A BETTER WAY</a:t>
            </a:r>
            <a:endParaRPr lang="zh-CN" altLang="en-US" b="1" dirty="0">
              <a:solidFill>
                <a:srgbClr val="C00000"/>
              </a:solidFill>
              <a:latin typeface="FrutigerNext LT Medium" pitchFamily="34" charset="0"/>
              <a:ea typeface="ＭＳ Ｐゴシック" pitchFamily="34" charset="-128"/>
            </a:endParaRPr>
          </a:p>
        </p:txBody>
      </p:sp>
    </p:spTree>
  </p:cSld>
  <p:clrMap bg1="lt1" tx1="dk1" bg2="lt2" tx2="dk2" accent1="accent1" accent2="accent2" accent3="accent3" accent4="accent4" accent5="accent5" accent6="accent6" hlink="hlink" folHlink="folHlink"/>
  <p:sldLayoutIdLst>
    <p:sldLayoutId id="2147483880" r:id="rId1"/>
  </p:sldLayoutIdLst>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10" repeatCount="indefinite" accel="50000" decel="50000" fill="hold" grpId="0" nodeType="afterEffect">
                                  <p:stCondLst>
                                    <p:cond delay="0"/>
                                  </p:stCondLst>
                                  <p:iterate type="lt">
                                    <p:tmPct val="10000"/>
                                  </p:iterate>
                                  <p:childTnLst>
                                    <p:animClr clrSpc="hsl" dir="ccw">
                                      <p:cBhvr override="childStyle">
                                        <p:cTn id="6" dur="1000" fill="hold"/>
                                        <p:tgtEl>
                                          <p:spTgt spid="7"/>
                                        </p:tgtEl>
                                        <p:attrNameLst>
                                          <p:attrName>style.color</p:attrName>
                                        </p:attrNameLst>
                                      </p:cBhvr>
                                      <p:to>
                                        <a:srgbClr val="FF66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txStyles>
    <p:titleStyle>
      <a:lvl1pPr algn="ctr" defTabSz="801688" rtl="0" eaLnBrk="0" fontAlgn="base" hangingPunct="0">
        <a:spcBef>
          <a:spcPct val="0"/>
        </a:spcBef>
        <a:spcAft>
          <a:spcPct val="0"/>
        </a:spcAft>
        <a:defRPr sz="3800">
          <a:solidFill>
            <a:schemeClr val="tx2"/>
          </a:solidFill>
          <a:latin typeface="+mj-lt"/>
          <a:ea typeface="+mj-ea"/>
          <a:cs typeface="+mj-cs"/>
        </a:defRPr>
      </a:lvl1pPr>
      <a:lvl2pPr algn="ctr" defTabSz="801688" rtl="0" eaLnBrk="0" fontAlgn="base" hangingPunct="0">
        <a:spcBef>
          <a:spcPct val="0"/>
        </a:spcBef>
        <a:spcAft>
          <a:spcPct val="0"/>
        </a:spcAft>
        <a:defRPr sz="3800">
          <a:solidFill>
            <a:schemeClr val="tx2"/>
          </a:solidFill>
          <a:latin typeface="Arial" charset="0"/>
          <a:ea typeface="宋体" pitchFamily="2" charset="-122"/>
        </a:defRPr>
      </a:lvl2pPr>
      <a:lvl3pPr algn="ctr" defTabSz="801688" rtl="0" eaLnBrk="0" fontAlgn="base" hangingPunct="0">
        <a:spcBef>
          <a:spcPct val="0"/>
        </a:spcBef>
        <a:spcAft>
          <a:spcPct val="0"/>
        </a:spcAft>
        <a:defRPr sz="3800">
          <a:solidFill>
            <a:schemeClr val="tx2"/>
          </a:solidFill>
          <a:latin typeface="Arial" charset="0"/>
          <a:ea typeface="宋体" pitchFamily="2" charset="-122"/>
        </a:defRPr>
      </a:lvl3pPr>
      <a:lvl4pPr algn="ctr" defTabSz="801688" rtl="0" eaLnBrk="0" fontAlgn="base" hangingPunct="0">
        <a:spcBef>
          <a:spcPct val="0"/>
        </a:spcBef>
        <a:spcAft>
          <a:spcPct val="0"/>
        </a:spcAft>
        <a:defRPr sz="3800">
          <a:solidFill>
            <a:schemeClr val="tx2"/>
          </a:solidFill>
          <a:latin typeface="Arial" charset="0"/>
          <a:ea typeface="宋体" pitchFamily="2" charset="-122"/>
        </a:defRPr>
      </a:lvl4pPr>
      <a:lvl5pPr algn="ctr" defTabSz="801688" rtl="0" eaLnBrk="0" fontAlgn="base" hangingPunct="0">
        <a:spcBef>
          <a:spcPct val="0"/>
        </a:spcBef>
        <a:spcAft>
          <a:spcPct val="0"/>
        </a:spcAft>
        <a:defRPr sz="3800">
          <a:solidFill>
            <a:schemeClr val="tx2"/>
          </a:solidFill>
          <a:latin typeface="Arial" charset="0"/>
          <a:ea typeface="宋体" pitchFamily="2" charset="-122"/>
        </a:defRPr>
      </a:lvl5pPr>
      <a:lvl6pPr marL="457200" algn="ctr" defTabSz="801688" rtl="0" fontAlgn="base">
        <a:spcBef>
          <a:spcPct val="0"/>
        </a:spcBef>
        <a:spcAft>
          <a:spcPct val="0"/>
        </a:spcAft>
        <a:defRPr sz="3800">
          <a:solidFill>
            <a:schemeClr val="tx2"/>
          </a:solidFill>
          <a:latin typeface="Arial" charset="0"/>
          <a:ea typeface="宋体" pitchFamily="2" charset="-122"/>
        </a:defRPr>
      </a:lvl6pPr>
      <a:lvl7pPr marL="914400" algn="ctr" defTabSz="801688" rtl="0" fontAlgn="base">
        <a:spcBef>
          <a:spcPct val="0"/>
        </a:spcBef>
        <a:spcAft>
          <a:spcPct val="0"/>
        </a:spcAft>
        <a:defRPr sz="3800">
          <a:solidFill>
            <a:schemeClr val="tx2"/>
          </a:solidFill>
          <a:latin typeface="Arial" charset="0"/>
          <a:ea typeface="宋体" pitchFamily="2" charset="-122"/>
        </a:defRPr>
      </a:lvl7pPr>
      <a:lvl8pPr marL="1371600" algn="ctr" defTabSz="801688" rtl="0" fontAlgn="base">
        <a:spcBef>
          <a:spcPct val="0"/>
        </a:spcBef>
        <a:spcAft>
          <a:spcPct val="0"/>
        </a:spcAft>
        <a:defRPr sz="3800">
          <a:solidFill>
            <a:schemeClr val="tx2"/>
          </a:solidFill>
          <a:latin typeface="Arial" charset="0"/>
          <a:ea typeface="宋体" pitchFamily="2" charset="-122"/>
        </a:defRPr>
      </a:lvl8pPr>
      <a:lvl9pPr marL="1828800" algn="ctr" defTabSz="801688" rtl="0" fontAlgn="base">
        <a:spcBef>
          <a:spcPct val="0"/>
        </a:spcBef>
        <a:spcAft>
          <a:spcPct val="0"/>
        </a:spcAft>
        <a:defRPr sz="3800">
          <a:solidFill>
            <a:schemeClr val="tx2"/>
          </a:solidFill>
          <a:latin typeface="Arial" charset="0"/>
          <a:ea typeface="宋体" pitchFamily="2" charset="-122"/>
        </a:defRPr>
      </a:lvl9pPr>
    </p:titleStyle>
    <p:bodyStyle>
      <a:lvl1pPr marL="300038" indent="-300038" algn="l" defTabSz="801688" rtl="0" eaLnBrk="0" fontAlgn="base" hangingPunct="0">
        <a:spcBef>
          <a:spcPct val="20000"/>
        </a:spcBef>
        <a:spcAft>
          <a:spcPct val="0"/>
        </a:spcAft>
        <a:buChar char="•"/>
        <a:defRPr sz="2800">
          <a:solidFill>
            <a:schemeClr val="tx1"/>
          </a:solidFill>
          <a:latin typeface="+mn-lt"/>
          <a:ea typeface="+mn-ea"/>
          <a:cs typeface="+mn-cs"/>
        </a:defRPr>
      </a:lvl1pPr>
      <a:lvl2pPr marL="652463" indent="-250825" algn="l" defTabSz="801688" rtl="0" eaLnBrk="0" fontAlgn="base" hangingPunct="0">
        <a:spcBef>
          <a:spcPct val="20000"/>
        </a:spcBef>
        <a:spcAft>
          <a:spcPct val="0"/>
        </a:spcAft>
        <a:buChar char="–"/>
        <a:defRPr sz="2500">
          <a:solidFill>
            <a:schemeClr val="tx1"/>
          </a:solidFill>
          <a:latin typeface="+mn-lt"/>
          <a:ea typeface="+mn-ea"/>
        </a:defRPr>
      </a:lvl2pPr>
      <a:lvl3pPr marL="1003300" indent="-201613" algn="l" defTabSz="801688" rtl="0" eaLnBrk="0" fontAlgn="base" hangingPunct="0">
        <a:spcBef>
          <a:spcPct val="20000"/>
        </a:spcBef>
        <a:spcAft>
          <a:spcPct val="0"/>
        </a:spcAft>
        <a:buChar char="•"/>
        <a:defRPr sz="2200">
          <a:solidFill>
            <a:schemeClr val="tx1"/>
          </a:solidFill>
          <a:latin typeface="+mn-lt"/>
          <a:ea typeface="+mn-ea"/>
        </a:defRPr>
      </a:lvl3pPr>
      <a:lvl4pPr marL="1401763" indent="-200025" algn="l" defTabSz="801688" rtl="0" eaLnBrk="0" fontAlgn="base" hangingPunct="0">
        <a:spcBef>
          <a:spcPct val="20000"/>
        </a:spcBef>
        <a:spcAft>
          <a:spcPct val="0"/>
        </a:spcAft>
        <a:buChar char="–"/>
        <a:defRPr sz="1700">
          <a:solidFill>
            <a:schemeClr val="tx1"/>
          </a:solidFill>
          <a:latin typeface="+mn-lt"/>
          <a:ea typeface="+mn-ea"/>
        </a:defRPr>
      </a:lvl4pPr>
      <a:lvl5pPr marL="1803400" indent="-201613" algn="l" defTabSz="801688" rtl="0" eaLnBrk="0" fontAlgn="base" hangingPunct="0">
        <a:spcBef>
          <a:spcPct val="20000"/>
        </a:spcBef>
        <a:spcAft>
          <a:spcPct val="0"/>
        </a:spcAft>
        <a:buChar char="»"/>
        <a:defRPr sz="1700">
          <a:solidFill>
            <a:schemeClr val="tx1"/>
          </a:solidFill>
          <a:latin typeface="+mn-lt"/>
          <a:ea typeface="+mn-ea"/>
        </a:defRPr>
      </a:lvl5pPr>
      <a:lvl6pPr marL="2260600" indent="-201613" algn="l" defTabSz="801688" rtl="0" fontAlgn="base">
        <a:spcBef>
          <a:spcPct val="20000"/>
        </a:spcBef>
        <a:spcAft>
          <a:spcPct val="0"/>
        </a:spcAft>
        <a:buChar char="»"/>
        <a:defRPr sz="1700">
          <a:solidFill>
            <a:schemeClr val="tx1"/>
          </a:solidFill>
          <a:latin typeface="+mn-lt"/>
          <a:ea typeface="+mn-ea"/>
        </a:defRPr>
      </a:lvl6pPr>
      <a:lvl7pPr marL="2717800" indent="-201613" algn="l" defTabSz="801688" rtl="0" fontAlgn="base">
        <a:spcBef>
          <a:spcPct val="20000"/>
        </a:spcBef>
        <a:spcAft>
          <a:spcPct val="0"/>
        </a:spcAft>
        <a:buChar char="»"/>
        <a:defRPr sz="1700">
          <a:solidFill>
            <a:schemeClr val="tx1"/>
          </a:solidFill>
          <a:latin typeface="+mn-lt"/>
          <a:ea typeface="+mn-ea"/>
        </a:defRPr>
      </a:lvl7pPr>
      <a:lvl8pPr marL="3175000" indent="-201613" algn="l" defTabSz="801688" rtl="0" fontAlgn="base">
        <a:spcBef>
          <a:spcPct val="20000"/>
        </a:spcBef>
        <a:spcAft>
          <a:spcPct val="0"/>
        </a:spcAft>
        <a:buChar char="»"/>
        <a:defRPr sz="1700">
          <a:solidFill>
            <a:schemeClr val="tx1"/>
          </a:solidFill>
          <a:latin typeface="+mn-lt"/>
          <a:ea typeface="+mn-ea"/>
        </a:defRPr>
      </a:lvl8pPr>
      <a:lvl9pPr marL="3632200" indent="-201613" algn="l" defTabSz="801688" rtl="0" fontAlgn="base">
        <a:spcBef>
          <a:spcPct val="20000"/>
        </a:spcBef>
        <a:spcAft>
          <a:spcPct val="0"/>
        </a:spcAft>
        <a:buChar char="»"/>
        <a:defRPr sz="17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矩形 2"/>
          <p:cNvSpPr/>
          <p:nvPr/>
        </p:nvSpPr>
        <p:spPr bwMode="auto">
          <a:xfrm>
            <a:off x="4762" y="12700"/>
            <a:ext cx="9139238" cy="5143500"/>
          </a:xfrm>
          <a:prstGeom prst="rect">
            <a:avLst/>
          </a:prstGeom>
          <a:solidFill>
            <a:schemeClr val="bg1">
              <a:lumMod val="95000"/>
            </a:schemeClr>
          </a:solidFill>
          <a:ln>
            <a:noFill/>
          </a:ln>
          <a:effectLst/>
          <a:extLs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600" dirty="0" smtClean="0">
              <a:solidFill>
                <a:srgbClr val="595959"/>
              </a:solidFill>
              <a:latin typeface="微软雅黑" pitchFamily="34" charset="-122"/>
              <a:ea typeface="微软雅黑" pitchFamily="34" charset="-122"/>
            </a:endParaRPr>
          </a:p>
        </p:txBody>
      </p:sp>
      <p:pic>
        <p:nvPicPr>
          <p:cNvPr id="11" name="Picture 2" descr="C:\Users\z00124665\Desktop\A BETTER WAY SOLUTIONS.wmf"/>
          <p:cNvPicPr>
            <a:picLocks noChangeAspect="1" noChangeArrowheads="1"/>
          </p:cNvPicPr>
          <p:nvPr/>
        </p:nvPicPr>
        <p:blipFill>
          <a:blip r:embed="rId3" cstate="print"/>
          <a:srcRect/>
          <a:stretch>
            <a:fillRect/>
          </a:stretch>
        </p:blipFill>
        <p:spPr bwMode="auto">
          <a:xfrm>
            <a:off x="5567363" y="177220"/>
            <a:ext cx="3270250" cy="91068"/>
          </a:xfrm>
          <a:prstGeom prst="rect">
            <a:avLst/>
          </a:prstGeom>
          <a:noFill/>
        </p:spPr>
      </p:pic>
      <p:pic>
        <p:nvPicPr>
          <p:cNvPr id="12" name="Picture 14" descr="C:\Users\z00124665\Desktop\color bar [转换].wmf"/>
          <p:cNvPicPr>
            <a:picLocks noChangeAspect="1" noChangeArrowheads="1"/>
          </p:cNvPicPr>
          <p:nvPr/>
        </p:nvPicPr>
        <p:blipFill>
          <a:blip r:embed="rId4" cstate="print"/>
          <a:srcRect/>
          <a:stretch>
            <a:fillRect/>
          </a:stretch>
        </p:blipFill>
        <p:spPr bwMode="auto">
          <a:xfrm>
            <a:off x="0" y="5078651"/>
            <a:ext cx="9144001" cy="74374"/>
          </a:xfrm>
          <a:prstGeom prst="rect">
            <a:avLst/>
          </a:prstGeom>
          <a:noFill/>
        </p:spPr>
      </p:pic>
      <p:pic>
        <p:nvPicPr>
          <p:cNvPr id="8" name="Picture 2" descr="C:\Users\z00124665\Desktop\HW LOGO(横版）.png"/>
          <p:cNvPicPr>
            <a:picLocks noChangeAspect="1" noChangeArrowheads="1"/>
          </p:cNvPicPr>
          <p:nvPr/>
        </p:nvPicPr>
        <p:blipFill>
          <a:blip r:embed="rId5" cstate="screen"/>
          <a:srcRect/>
          <a:stretch>
            <a:fillRect/>
          </a:stretch>
        </p:blipFill>
        <p:spPr bwMode="auto">
          <a:xfrm>
            <a:off x="7566408" y="4687937"/>
            <a:ext cx="1250151" cy="304524"/>
          </a:xfrm>
          <a:prstGeom prst="rect">
            <a:avLst/>
          </a:prstGeom>
          <a:noFill/>
        </p:spPr>
      </p:pic>
      <p:sp>
        <p:nvSpPr>
          <p:cNvPr id="9" name="Rectangle 5"/>
          <p:cNvSpPr>
            <a:spLocks noChangeArrowheads="1"/>
          </p:cNvSpPr>
          <p:nvPr/>
        </p:nvSpPr>
        <p:spPr bwMode="auto">
          <a:xfrm>
            <a:off x="3040520" y="4875560"/>
            <a:ext cx="272055" cy="195943"/>
          </a:xfrm>
          <a:prstGeom prst="rect">
            <a:avLst/>
          </a:prstGeom>
          <a:noFill/>
          <a:ln w="9525">
            <a:noFill/>
            <a:miter lim="800000"/>
            <a:headEnd/>
            <a:tailEnd/>
          </a:ln>
        </p:spPr>
        <p:txBody>
          <a:bodyPr lIns="0" tIns="0" rIns="0" bIns="0"/>
          <a:lstStyle/>
          <a:p>
            <a:pPr eaLnBrk="0" hangingPunct="0">
              <a:lnSpc>
                <a:spcPct val="85000"/>
              </a:lnSpc>
              <a:defRPr/>
            </a:pPr>
            <a:fld id="{F350CB96-EF0E-44F1-90D2-2D2DCEB1810F}" type="slidenum">
              <a:rPr lang="de-DE" altLang="zh-CN" sz="900" smtClean="0">
                <a:solidFill>
                  <a:srgbClr val="FFFFFF">
                    <a:lumMod val="65000"/>
                  </a:srgbClr>
                </a:solidFill>
                <a:latin typeface="FrutigerNext LT Medium"/>
                <a:ea typeface="华文细黑"/>
              </a:rPr>
              <a:pPr eaLnBrk="0" hangingPunct="0">
                <a:lnSpc>
                  <a:spcPct val="85000"/>
                </a:lnSpc>
                <a:defRPr/>
              </a:pPr>
              <a:t>‹#›</a:t>
            </a:fld>
            <a:endParaRPr lang="en-GB" altLang="zh-CN" sz="900" dirty="0">
              <a:solidFill>
                <a:srgbClr val="FFFFFF">
                  <a:lumMod val="65000"/>
                </a:srgbClr>
              </a:solidFill>
              <a:latin typeface="FrutigerNext LT Medium"/>
              <a:ea typeface="华文细黑"/>
            </a:endParaRPr>
          </a:p>
        </p:txBody>
      </p:sp>
      <p:pic>
        <p:nvPicPr>
          <p:cNvPr id="10" name="Picture 2" descr="C:\Users\z00124665\Desktop\图形1.wmf"/>
          <p:cNvPicPr>
            <a:picLocks noChangeAspect="1" noChangeArrowheads="1"/>
          </p:cNvPicPr>
          <p:nvPr/>
        </p:nvPicPr>
        <p:blipFill>
          <a:blip r:embed="rId6" cstate="print"/>
          <a:srcRect/>
          <a:stretch>
            <a:fillRect/>
          </a:stretch>
        </p:blipFill>
        <p:spPr bwMode="auto">
          <a:xfrm>
            <a:off x="322263" y="4862196"/>
            <a:ext cx="2655887" cy="120967"/>
          </a:xfrm>
          <a:prstGeom prst="rect">
            <a:avLst/>
          </a:prstGeom>
          <a:noFill/>
        </p:spPr>
      </p:pic>
    </p:spTree>
  </p:cSld>
  <p:clrMap bg1="lt1" tx1="dk1" bg2="lt2" tx2="dk2" accent1="accent1" accent2="accent2" accent3="accent3" accent4="accent4" accent5="accent5" accent6="accent6" hlink="hlink" folHlink="folHlink"/>
  <p:sldLayoutIdLst>
    <p:sldLayoutId id="2147483883" r:id="rId1"/>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808080"/>
        </a:buClr>
        <a:buSzPct val="60000"/>
        <a:buFont typeface="Wingdings" pitchFamily="2" charset="2"/>
        <a:buChar char="l"/>
        <a:defRPr sz="2400" b="1">
          <a:solidFill>
            <a:schemeClr val="bg1"/>
          </a:solidFill>
          <a:latin typeface="FrutigerNext LT Regular" pitchFamily="34" charset="0"/>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bg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bg1"/>
          </a:solidFill>
          <a:latin typeface="FrutigerNext LT Regular" pitchFamily="34" charset="0"/>
          <a:ea typeface="+mn-ea"/>
          <a:cs typeface="+mn-cs"/>
        </a:defRPr>
      </a:lvl3pPr>
      <a:lvl4pPr marL="1600200" indent="-228600" algn="l" rtl="0" eaLnBrk="0" fontAlgn="base" hangingPunct="0">
        <a:lnSpc>
          <a:spcPct val="140000"/>
        </a:lnSpc>
        <a:spcBef>
          <a:spcPct val="0"/>
        </a:spcBef>
        <a:spcAft>
          <a:spcPct val="0"/>
        </a:spcAft>
        <a:buChar char="–"/>
        <a:defRPr sz="1400">
          <a:solidFill>
            <a:schemeClr val="bg1"/>
          </a:solidFill>
          <a:latin typeface="FrutigerNext LT Regular" pitchFamily="34" charset="0"/>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bg1"/>
          </a:solidFill>
          <a:latin typeface="FrutigerNext LT Regular" pitchFamily="34" charset="0"/>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26" Type="http://schemas.openxmlformats.org/officeDocument/2006/relationships/image" Target="../media/image33.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33" Type="http://schemas.openxmlformats.org/officeDocument/2006/relationships/image" Target="../media/image40.png"/><Relationship Id="rId2" Type="http://schemas.openxmlformats.org/officeDocument/2006/relationships/image" Target="../media/image9.png"/><Relationship Id="rId16" Type="http://schemas.openxmlformats.org/officeDocument/2006/relationships/image" Target="../media/image23.png"/><Relationship Id="rId20" Type="http://schemas.openxmlformats.org/officeDocument/2006/relationships/image" Target="../media/image27.png"/><Relationship Id="rId29" Type="http://schemas.openxmlformats.org/officeDocument/2006/relationships/image" Target="../media/image36.png"/><Relationship Id="rId1" Type="http://schemas.openxmlformats.org/officeDocument/2006/relationships/slideLayout" Target="../slideLayouts/slideLayout22.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32" Type="http://schemas.openxmlformats.org/officeDocument/2006/relationships/image" Target="../media/image39.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28" Type="http://schemas.openxmlformats.org/officeDocument/2006/relationships/image" Target="../media/image35.png"/><Relationship Id="rId10" Type="http://schemas.openxmlformats.org/officeDocument/2006/relationships/image" Target="../media/image17.png"/><Relationship Id="rId19" Type="http://schemas.openxmlformats.org/officeDocument/2006/relationships/image" Target="../media/image26.png"/><Relationship Id="rId31" Type="http://schemas.openxmlformats.org/officeDocument/2006/relationships/image" Target="../media/image38.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 Id="rId27" Type="http://schemas.openxmlformats.org/officeDocument/2006/relationships/image" Target="../media/image34.png"/><Relationship Id="rId30" Type="http://schemas.openxmlformats.org/officeDocument/2006/relationships/image" Target="../media/image37.png"/></Relationships>
</file>

<file path=ppt/slides/_rels/slide3.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18" Type="http://schemas.openxmlformats.org/officeDocument/2006/relationships/image" Target="../media/image57.png"/><Relationship Id="rId26" Type="http://schemas.openxmlformats.org/officeDocument/2006/relationships/image" Target="../media/image65.png"/><Relationship Id="rId3" Type="http://schemas.openxmlformats.org/officeDocument/2006/relationships/image" Target="../media/image42.png"/><Relationship Id="rId21" Type="http://schemas.openxmlformats.org/officeDocument/2006/relationships/image" Target="../media/image60.png"/><Relationship Id="rId7" Type="http://schemas.openxmlformats.org/officeDocument/2006/relationships/image" Target="../media/image46.png"/><Relationship Id="rId12" Type="http://schemas.openxmlformats.org/officeDocument/2006/relationships/image" Target="../media/image51.png"/><Relationship Id="rId17" Type="http://schemas.openxmlformats.org/officeDocument/2006/relationships/image" Target="../media/image56.png"/><Relationship Id="rId25" Type="http://schemas.openxmlformats.org/officeDocument/2006/relationships/image" Target="../media/image64.png"/><Relationship Id="rId2" Type="http://schemas.openxmlformats.org/officeDocument/2006/relationships/image" Target="../media/image41.png"/><Relationship Id="rId16" Type="http://schemas.openxmlformats.org/officeDocument/2006/relationships/image" Target="../media/image55.png"/><Relationship Id="rId20" Type="http://schemas.openxmlformats.org/officeDocument/2006/relationships/image" Target="../media/image59.png"/><Relationship Id="rId1" Type="http://schemas.openxmlformats.org/officeDocument/2006/relationships/slideLayout" Target="../slideLayouts/slideLayout22.xml"/><Relationship Id="rId6" Type="http://schemas.openxmlformats.org/officeDocument/2006/relationships/image" Target="../media/image45.png"/><Relationship Id="rId11" Type="http://schemas.openxmlformats.org/officeDocument/2006/relationships/image" Target="../media/image50.png"/><Relationship Id="rId24" Type="http://schemas.openxmlformats.org/officeDocument/2006/relationships/image" Target="../media/image63.png"/><Relationship Id="rId5" Type="http://schemas.openxmlformats.org/officeDocument/2006/relationships/image" Target="../media/image44.png"/><Relationship Id="rId15" Type="http://schemas.openxmlformats.org/officeDocument/2006/relationships/image" Target="../media/image54.png"/><Relationship Id="rId23" Type="http://schemas.openxmlformats.org/officeDocument/2006/relationships/image" Target="../media/image62.png"/><Relationship Id="rId28" Type="http://schemas.openxmlformats.org/officeDocument/2006/relationships/image" Target="../media/image67.png"/><Relationship Id="rId10" Type="http://schemas.openxmlformats.org/officeDocument/2006/relationships/image" Target="../media/image49.png"/><Relationship Id="rId19" Type="http://schemas.openxmlformats.org/officeDocument/2006/relationships/image" Target="../media/image58.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53.png"/><Relationship Id="rId22" Type="http://schemas.openxmlformats.org/officeDocument/2006/relationships/image" Target="../media/image61.png"/><Relationship Id="rId27" Type="http://schemas.openxmlformats.org/officeDocument/2006/relationships/image" Target="../media/image66.png"/></Relationships>
</file>

<file path=ppt/slides/_rels/slide4.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9.png"/><Relationship Id="rId18" Type="http://schemas.openxmlformats.org/officeDocument/2006/relationships/image" Target="../media/image84.png"/><Relationship Id="rId26" Type="http://schemas.openxmlformats.org/officeDocument/2006/relationships/image" Target="../media/image92.png"/><Relationship Id="rId3" Type="http://schemas.openxmlformats.org/officeDocument/2006/relationships/image" Target="../media/image69.png"/><Relationship Id="rId21" Type="http://schemas.openxmlformats.org/officeDocument/2006/relationships/image" Target="../media/image87.png"/><Relationship Id="rId7" Type="http://schemas.openxmlformats.org/officeDocument/2006/relationships/image" Target="../media/image73.png"/><Relationship Id="rId12" Type="http://schemas.openxmlformats.org/officeDocument/2006/relationships/image" Target="../media/image78.png"/><Relationship Id="rId17" Type="http://schemas.openxmlformats.org/officeDocument/2006/relationships/image" Target="../media/image83.png"/><Relationship Id="rId25" Type="http://schemas.openxmlformats.org/officeDocument/2006/relationships/image" Target="../media/image91.png"/><Relationship Id="rId2" Type="http://schemas.openxmlformats.org/officeDocument/2006/relationships/image" Target="../media/image68.png"/><Relationship Id="rId16" Type="http://schemas.openxmlformats.org/officeDocument/2006/relationships/image" Target="../media/image82.png"/><Relationship Id="rId20" Type="http://schemas.openxmlformats.org/officeDocument/2006/relationships/image" Target="../media/image86.png"/><Relationship Id="rId29" Type="http://schemas.openxmlformats.org/officeDocument/2006/relationships/image" Target="../media/image95.png"/><Relationship Id="rId1" Type="http://schemas.openxmlformats.org/officeDocument/2006/relationships/slideLayout" Target="../slideLayouts/slideLayout22.xml"/><Relationship Id="rId6" Type="http://schemas.openxmlformats.org/officeDocument/2006/relationships/image" Target="../media/image72.png"/><Relationship Id="rId11" Type="http://schemas.openxmlformats.org/officeDocument/2006/relationships/image" Target="../media/image77.png"/><Relationship Id="rId24" Type="http://schemas.openxmlformats.org/officeDocument/2006/relationships/image" Target="../media/image90.png"/><Relationship Id="rId5" Type="http://schemas.openxmlformats.org/officeDocument/2006/relationships/image" Target="../media/image71.png"/><Relationship Id="rId15" Type="http://schemas.openxmlformats.org/officeDocument/2006/relationships/image" Target="../media/image81.png"/><Relationship Id="rId23" Type="http://schemas.openxmlformats.org/officeDocument/2006/relationships/image" Target="../media/image89.png"/><Relationship Id="rId28" Type="http://schemas.openxmlformats.org/officeDocument/2006/relationships/image" Target="../media/image94.png"/><Relationship Id="rId10" Type="http://schemas.openxmlformats.org/officeDocument/2006/relationships/image" Target="../media/image76.png"/><Relationship Id="rId19" Type="http://schemas.openxmlformats.org/officeDocument/2006/relationships/image" Target="../media/image85.png"/><Relationship Id="rId4" Type="http://schemas.openxmlformats.org/officeDocument/2006/relationships/image" Target="../media/image70.png"/><Relationship Id="rId9" Type="http://schemas.openxmlformats.org/officeDocument/2006/relationships/image" Target="../media/image75.png"/><Relationship Id="rId14" Type="http://schemas.openxmlformats.org/officeDocument/2006/relationships/image" Target="../media/image80.png"/><Relationship Id="rId22" Type="http://schemas.openxmlformats.org/officeDocument/2006/relationships/image" Target="../media/image88.png"/><Relationship Id="rId27" Type="http://schemas.openxmlformats.org/officeDocument/2006/relationships/image" Target="../media/image93.png"/></Relationships>
</file>

<file path=ppt/slides/_rels/slide5.xml.rels><?xml version="1.0" encoding="UTF-8" standalone="yes"?>
<Relationships xmlns="http://schemas.openxmlformats.org/package/2006/relationships"><Relationship Id="rId8" Type="http://schemas.openxmlformats.org/officeDocument/2006/relationships/image" Target="../media/image102.png"/><Relationship Id="rId13" Type="http://schemas.openxmlformats.org/officeDocument/2006/relationships/image" Target="../media/image107.png"/><Relationship Id="rId18" Type="http://schemas.openxmlformats.org/officeDocument/2006/relationships/image" Target="../media/image112.png"/><Relationship Id="rId26" Type="http://schemas.openxmlformats.org/officeDocument/2006/relationships/image" Target="../media/image120.png"/><Relationship Id="rId3" Type="http://schemas.openxmlformats.org/officeDocument/2006/relationships/image" Target="../media/image97.png"/><Relationship Id="rId21" Type="http://schemas.openxmlformats.org/officeDocument/2006/relationships/image" Target="../media/image115.png"/><Relationship Id="rId7" Type="http://schemas.openxmlformats.org/officeDocument/2006/relationships/image" Target="../media/image101.png"/><Relationship Id="rId12" Type="http://schemas.openxmlformats.org/officeDocument/2006/relationships/image" Target="../media/image106.png"/><Relationship Id="rId17" Type="http://schemas.openxmlformats.org/officeDocument/2006/relationships/image" Target="../media/image111.png"/><Relationship Id="rId25" Type="http://schemas.openxmlformats.org/officeDocument/2006/relationships/image" Target="../media/image119.png"/><Relationship Id="rId2" Type="http://schemas.openxmlformats.org/officeDocument/2006/relationships/image" Target="../media/image96.png"/><Relationship Id="rId16" Type="http://schemas.openxmlformats.org/officeDocument/2006/relationships/image" Target="../media/image110.png"/><Relationship Id="rId20" Type="http://schemas.openxmlformats.org/officeDocument/2006/relationships/image" Target="../media/image114.png"/><Relationship Id="rId29" Type="http://schemas.openxmlformats.org/officeDocument/2006/relationships/image" Target="../media/image123.png"/><Relationship Id="rId1" Type="http://schemas.openxmlformats.org/officeDocument/2006/relationships/slideLayout" Target="../slideLayouts/slideLayout22.xml"/><Relationship Id="rId6" Type="http://schemas.openxmlformats.org/officeDocument/2006/relationships/image" Target="../media/image100.png"/><Relationship Id="rId11" Type="http://schemas.openxmlformats.org/officeDocument/2006/relationships/image" Target="../media/image105.png"/><Relationship Id="rId24" Type="http://schemas.openxmlformats.org/officeDocument/2006/relationships/image" Target="../media/image118.png"/><Relationship Id="rId5" Type="http://schemas.openxmlformats.org/officeDocument/2006/relationships/image" Target="../media/image99.png"/><Relationship Id="rId15" Type="http://schemas.openxmlformats.org/officeDocument/2006/relationships/image" Target="../media/image109.png"/><Relationship Id="rId23" Type="http://schemas.openxmlformats.org/officeDocument/2006/relationships/image" Target="../media/image117.png"/><Relationship Id="rId28" Type="http://schemas.openxmlformats.org/officeDocument/2006/relationships/image" Target="../media/image122.png"/><Relationship Id="rId10" Type="http://schemas.openxmlformats.org/officeDocument/2006/relationships/image" Target="../media/image104.png"/><Relationship Id="rId19" Type="http://schemas.openxmlformats.org/officeDocument/2006/relationships/image" Target="../media/image113.png"/><Relationship Id="rId31" Type="http://schemas.openxmlformats.org/officeDocument/2006/relationships/image" Target="../media/image125.png"/><Relationship Id="rId4" Type="http://schemas.openxmlformats.org/officeDocument/2006/relationships/image" Target="../media/image98.png"/><Relationship Id="rId9" Type="http://schemas.openxmlformats.org/officeDocument/2006/relationships/image" Target="../media/image103.png"/><Relationship Id="rId14" Type="http://schemas.openxmlformats.org/officeDocument/2006/relationships/image" Target="../media/image108.png"/><Relationship Id="rId22" Type="http://schemas.openxmlformats.org/officeDocument/2006/relationships/image" Target="../media/image116.png"/><Relationship Id="rId27" Type="http://schemas.openxmlformats.org/officeDocument/2006/relationships/image" Target="../media/image121.png"/><Relationship Id="rId30" Type="http://schemas.openxmlformats.org/officeDocument/2006/relationships/image" Target="../media/image124.png"/></Relationships>
</file>

<file path=ppt/slides/_rels/slide6.xml.rels><?xml version="1.0" encoding="UTF-8" standalone="yes"?>
<Relationships xmlns="http://schemas.openxmlformats.org/package/2006/relationships"><Relationship Id="rId8" Type="http://schemas.openxmlformats.org/officeDocument/2006/relationships/image" Target="../media/image132.png"/><Relationship Id="rId13" Type="http://schemas.openxmlformats.org/officeDocument/2006/relationships/image" Target="../media/image137.png"/><Relationship Id="rId18" Type="http://schemas.openxmlformats.org/officeDocument/2006/relationships/image" Target="../media/image142.png"/><Relationship Id="rId26" Type="http://schemas.openxmlformats.org/officeDocument/2006/relationships/image" Target="../media/image150.png"/><Relationship Id="rId3" Type="http://schemas.openxmlformats.org/officeDocument/2006/relationships/image" Target="../media/image127.png"/><Relationship Id="rId21" Type="http://schemas.openxmlformats.org/officeDocument/2006/relationships/image" Target="../media/image145.png"/><Relationship Id="rId7" Type="http://schemas.openxmlformats.org/officeDocument/2006/relationships/image" Target="../media/image131.png"/><Relationship Id="rId12" Type="http://schemas.openxmlformats.org/officeDocument/2006/relationships/image" Target="../media/image136.png"/><Relationship Id="rId17" Type="http://schemas.openxmlformats.org/officeDocument/2006/relationships/image" Target="../media/image141.png"/><Relationship Id="rId25" Type="http://schemas.openxmlformats.org/officeDocument/2006/relationships/image" Target="../media/image149.png"/><Relationship Id="rId2" Type="http://schemas.openxmlformats.org/officeDocument/2006/relationships/image" Target="../media/image126.png"/><Relationship Id="rId16" Type="http://schemas.openxmlformats.org/officeDocument/2006/relationships/image" Target="../media/image140.png"/><Relationship Id="rId20" Type="http://schemas.openxmlformats.org/officeDocument/2006/relationships/image" Target="../media/image144.png"/><Relationship Id="rId29" Type="http://schemas.openxmlformats.org/officeDocument/2006/relationships/image" Target="../media/image153.png"/><Relationship Id="rId1" Type="http://schemas.openxmlformats.org/officeDocument/2006/relationships/slideLayout" Target="../slideLayouts/slideLayout22.xml"/><Relationship Id="rId6" Type="http://schemas.openxmlformats.org/officeDocument/2006/relationships/image" Target="../media/image130.png"/><Relationship Id="rId11" Type="http://schemas.openxmlformats.org/officeDocument/2006/relationships/image" Target="../media/image135.png"/><Relationship Id="rId24" Type="http://schemas.openxmlformats.org/officeDocument/2006/relationships/image" Target="../media/image148.png"/><Relationship Id="rId32" Type="http://schemas.openxmlformats.org/officeDocument/2006/relationships/image" Target="../media/image156.png"/><Relationship Id="rId5" Type="http://schemas.openxmlformats.org/officeDocument/2006/relationships/image" Target="../media/image129.png"/><Relationship Id="rId15" Type="http://schemas.openxmlformats.org/officeDocument/2006/relationships/image" Target="../media/image139.png"/><Relationship Id="rId23" Type="http://schemas.openxmlformats.org/officeDocument/2006/relationships/image" Target="../media/image147.png"/><Relationship Id="rId28" Type="http://schemas.openxmlformats.org/officeDocument/2006/relationships/image" Target="../media/image152.png"/><Relationship Id="rId10" Type="http://schemas.openxmlformats.org/officeDocument/2006/relationships/image" Target="../media/image134.png"/><Relationship Id="rId19" Type="http://schemas.openxmlformats.org/officeDocument/2006/relationships/image" Target="../media/image143.png"/><Relationship Id="rId31" Type="http://schemas.openxmlformats.org/officeDocument/2006/relationships/image" Target="../media/image155.png"/><Relationship Id="rId4" Type="http://schemas.openxmlformats.org/officeDocument/2006/relationships/image" Target="../media/image128.png"/><Relationship Id="rId9" Type="http://schemas.openxmlformats.org/officeDocument/2006/relationships/image" Target="../media/image133.png"/><Relationship Id="rId14" Type="http://schemas.openxmlformats.org/officeDocument/2006/relationships/image" Target="../media/image138.png"/><Relationship Id="rId22" Type="http://schemas.openxmlformats.org/officeDocument/2006/relationships/image" Target="../media/image146.png"/><Relationship Id="rId27" Type="http://schemas.openxmlformats.org/officeDocument/2006/relationships/image" Target="../media/image151.png"/><Relationship Id="rId30" Type="http://schemas.openxmlformats.org/officeDocument/2006/relationships/image" Target="../media/image154.png"/></Relationships>
</file>

<file path=ppt/slides/_rels/slide7.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image" Target="../media/image167.png"/><Relationship Id="rId18" Type="http://schemas.openxmlformats.org/officeDocument/2006/relationships/image" Target="../media/image172.png"/><Relationship Id="rId26" Type="http://schemas.openxmlformats.org/officeDocument/2006/relationships/image" Target="../media/image180.png"/><Relationship Id="rId3" Type="http://schemas.openxmlformats.org/officeDocument/2006/relationships/image" Target="../media/image112.png"/><Relationship Id="rId21" Type="http://schemas.openxmlformats.org/officeDocument/2006/relationships/image" Target="../media/image175.png"/><Relationship Id="rId7" Type="http://schemas.openxmlformats.org/officeDocument/2006/relationships/image" Target="../media/image161.png"/><Relationship Id="rId12" Type="http://schemas.openxmlformats.org/officeDocument/2006/relationships/image" Target="../media/image166.png"/><Relationship Id="rId17" Type="http://schemas.openxmlformats.org/officeDocument/2006/relationships/image" Target="../media/image171.png"/><Relationship Id="rId25" Type="http://schemas.openxmlformats.org/officeDocument/2006/relationships/image" Target="../media/image179.png"/><Relationship Id="rId2" Type="http://schemas.openxmlformats.org/officeDocument/2006/relationships/image" Target="../media/image157.png"/><Relationship Id="rId16" Type="http://schemas.openxmlformats.org/officeDocument/2006/relationships/image" Target="../media/image170.png"/><Relationship Id="rId20" Type="http://schemas.openxmlformats.org/officeDocument/2006/relationships/image" Target="../media/image174.png"/><Relationship Id="rId29" Type="http://schemas.openxmlformats.org/officeDocument/2006/relationships/image" Target="../media/image183.png"/><Relationship Id="rId1" Type="http://schemas.openxmlformats.org/officeDocument/2006/relationships/slideLayout" Target="../slideLayouts/slideLayout22.xml"/><Relationship Id="rId6" Type="http://schemas.openxmlformats.org/officeDocument/2006/relationships/image" Target="../media/image160.png"/><Relationship Id="rId11" Type="http://schemas.openxmlformats.org/officeDocument/2006/relationships/image" Target="../media/image165.png"/><Relationship Id="rId24" Type="http://schemas.openxmlformats.org/officeDocument/2006/relationships/image" Target="../media/image178.png"/><Relationship Id="rId5" Type="http://schemas.openxmlformats.org/officeDocument/2006/relationships/image" Target="../media/image159.png"/><Relationship Id="rId15" Type="http://schemas.openxmlformats.org/officeDocument/2006/relationships/image" Target="../media/image169.png"/><Relationship Id="rId23" Type="http://schemas.openxmlformats.org/officeDocument/2006/relationships/image" Target="../media/image177.png"/><Relationship Id="rId28" Type="http://schemas.openxmlformats.org/officeDocument/2006/relationships/image" Target="../media/image182.png"/><Relationship Id="rId10" Type="http://schemas.openxmlformats.org/officeDocument/2006/relationships/image" Target="../media/image164.png"/><Relationship Id="rId19" Type="http://schemas.openxmlformats.org/officeDocument/2006/relationships/image" Target="../media/image173.png"/><Relationship Id="rId4" Type="http://schemas.openxmlformats.org/officeDocument/2006/relationships/image" Target="../media/image158.png"/><Relationship Id="rId9" Type="http://schemas.openxmlformats.org/officeDocument/2006/relationships/image" Target="../media/image163.png"/><Relationship Id="rId14" Type="http://schemas.openxmlformats.org/officeDocument/2006/relationships/image" Target="../media/image168.png"/><Relationship Id="rId22" Type="http://schemas.openxmlformats.org/officeDocument/2006/relationships/image" Target="../media/image176.png"/><Relationship Id="rId27" Type="http://schemas.openxmlformats.org/officeDocument/2006/relationships/image" Target="../media/image181.png"/></Relationships>
</file>

<file path=ppt/slides/_rels/slide8.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85.png"/><Relationship Id="rId7" Type="http://schemas.openxmlformats.org/officeDocument/2006/relationships/image" Target="../media/image189.png"/><Relationship Id="rId2" Type="http://schemas.openxmlformats.org/officeDocument/2006/relationships/image" Target="../media/image184.png"/><Relationship Id="rId1" Type="http://schemas.openxmlformats.org/officeDocument/2006/relationships/slideLayout" Target="../slideLayouts/slideLayout22.xml"/><Relationship Id="rId6" Type="http://schemas.openxmlformats.org/officeDocument/2006/relationships/image" Target="../media/image188.png"/><Relationship Id="rId5" Type="http://schemas.openxmlformats.org/officeDocument/2006/relationships/image" Target="../media/image187.png"/><Relationship Id="rId4" Type="http://schemas.openxmlformats.org/officeDocument/2006/relationships/image" Target="../media/image186.png"/><Relationship Id="rId9" Type="http://schemas.openxmlformats.org/officeDocument/2006/relationships/image" Target="../media/image191.png"/></Relationships>
</file>

<file path=ppt/slides/_rels/slide9.xml.rels><?xml version="1.0" encoding="UTF-8" standalone="yes"?>
<Relationships xmlns="http://schemas.openxmlformats.org/package/2006/relationships"><Relationship Id="rId8" Type="http://schemas.openxmlformats.org/officeDocument/2006/relationships/image" Target="../media/image198.png"/><Relationship Id="rId13" Type="http://schemas.openxmlformats.org/officeDocument/2006/relationships/image" Target="../media/image203.png"/><Relationship Id="rId18" Type="http://schemas.openxmlformats.org/officeDocument/2006/relationships/image" Target="../media/image208.png"/><Relationship Id="rId26" Type="http://schemas.openxmlformats.org/officeDocument/2006/relationships/image" Target="../media/image216.png"/><Relationship Id="rId3" Type="http://schemas.openxmlformats.org/officeDocument/2006/relationships/image" Target="../media/image193.png"/><Relationship Id="rId21" Type="http://schemas.openxmlformats.org/officeDocument/2006/relationships/image" Target="../media/image211.png"/><Relationship Id="rId7" Type="http://schemas.openxmlformats.org/officeDocument/2006/relationships/image" Target="../media/image197.png"/><Relationship Id="rId12" Type="http://schemas.openxmlformats.org/officeDocument/2006/relationships/image" Target="../media/image202.png"/><Relationship Id="rId17" Type="http://schemas.openxmlformats.org/officeDocument/2006/relationships/image" Target="../media/image207.png"/><Relationship Id="rId25" Type="http://schemas.openxmlformats.org/officeDocument/2006/relationships/image" Target="../media/image215.png"/><Relationship Id="rId33" Type="http://schemas.openxmlformats.org/officeDocument/2006/relationships/image" Target="../media/image223.png"/><Relationship Id="rId2" Type="http://schemas.openxmlformats.org/officeDocument/2006/relationships/image" Target="../media/image192.png"/><Relationship Id="rId16" Type="http://schemas.openxmlformats.org/officeDocument/2006/relationships/image" Target="../media/image206.png"/><Relationship Id="rId20" Type="http://schemas.openxmlformats.org/officeDocument/2006/relationships/image" Target="../media/image210.png"/><Relationship Id="rId29" Type="http://schemas.openxmlformats.org/officeDocument/2006/relationships/image" Target="../media/image219.png"/><Relationship Id="rId1" Type="http://schemas.openxmlformats.org/officeDocument/2006/relationships/slideLayout" Target="../slideLayouts/slideLayout22.xml"/><Relationship Id="rId6" Type="http://schemas.openxmlformats.org/officeDocument/2006/relationships/image" Target="../media/image196.png"/><Relationship Id="rId11" Type="http://schemas.openxmlformats.org/officeDocument/2006/relationships/image" Target="../media/image201.png"/><Relationship Id="rId24" Type="http://schemas.openxmlformats.org/officeDocument/2006/relationships/image" Target="../media/image214.png"/><Relationship Id="rId32" Type="http://schemas.openxmlformats.org/officeDocument/2006/relationships/image" Target="../media/image222.png"/><Relationship Id="rId5" Type="http://schemas.openxmlformats.org/officeDocument/2006/relationships/image" Target="../media/image195.png"/><Relationship Id="rId15" Type="http://schemas.openxmlformats.org/officeDocument/2006/relationships/image" Target="../media/image205.png"/><Relationship Id="rId23" Type="http://schemas.openxmlformats.org/officeDocument/2006/relationships/image" Target="../media/image213.png"/><Relationship Id="rId28" Type="http://schemas.openxmlformats.org/officeDocument/2006/relationships/image" Target="../media/image218.png"/><Relationship Id="rId10" Type="http://schemas.openxmlformats.org/officeDocument/2006/relationships/image" Target="../media/image200.png"/><Relationship Id="rId19" Type="http://schemas.openxmlformats.org/officeDocument/2006/relationships/image" Target="../media/image209.png"/><Relationship Id="rId31" Type="http://schemas.openxmlformats.org/officeDocument/2006/relationships/image" Target="../media/image221.png"/><Relationship Id="rId4" Type="http://schemas.openxmlformats.org/officeDocument/2006/relationships/image" Target="../media/image194.png"/><Relationship Id="rId9" Type="http://schemas.openxmlformats.org/officeDocument/2006/relationships/image" Target="../media/image199.png"/><Relationship Id="rId14" Type="http://schemas.openxmlformats.org/officeDocument/2006/relationships/image" Target="../media/image204.png"/><Relationship Id="rId22" Type="http://schemas.openxmlformats.org/officeDocument/2006/relationships/image" Target="../media/image212.png"/><Relationship Id="rId27" Type="http://schemas.openxmlformats.org/officeDocument/2006/relationships/image" Target="../media/image217.png"/><Relationship Id="rId30" Type="http://schemas.openxmlformats.org/officeDocument/2006/relationships/image" Target="../media/image220.png"/></Relationships>
</file>

<file path=ppt/slides/_rels/slide10.xml.rels><?xml version="1.0" encoding="UTF-8" standalone="yes"?>
<Relationships xmlns="http://schemas.openxmlformats.org/package/2006/relationships"><Relationship Id="rId8" Type="http://schemas.openxmlformats.org/officeDocument/2006/relationships/image" Target="../media/image230.png"/><Relationship Id="rId13" Type="http://schemas.openxmlformats.org/officeDocument/2006/relationships/image" Target="../media/image235.png"/><Relationship Id="rId18" Type="http://schemas.openxmlformats.org/officeDocument/2006/relationships/image" Target="../media/image240.png"/><Relationship Id="rId3" Type="http://schemas.openxmlformats.org/officeDocument/2006/relationships/image" Target="../media/image225.png"/><Relationship Id="rId7" Type="http://schemas.openxmlformats.org/officeDocument/2006/relationships/image" Target="../media/image229.png"/><Relationship Id="rId12" Type="http://schemas.openxmlformats.org/officeDocument/2006/relationships/image" Target="../media/image234.png"/><Relationship Id="rId17" Type="http://schemas.openxmlformats.org/officeDocument/2006/relationships/image" Target="../media/image239.png"/><Relationship Id="rId2" Type="http://schemas.openxmlformats.org/officeDocument/2006/relationships/image" Target="../media/image224.png"/><Relationship Id="rId16" Type="http://schemas.openxmlformats.org/officeDocument/2006/relationships/image" Target="../media/image238.png"/><Relationship Id="rId1" Type="http://schemas.openxmlformats.org/officeDocument/2006/relationships/slideLayout" Target="../slideLayouts/slideLayout22.xml"/><Relationship Id="rId6" Type="http://schemas.openxmlformats.org/officeDocument/2006/relationships/image" Target="../media/image228.png"/><Relationship Id="rId11" Type="http://schemas.openxmlformats.org/officeDocument/2006/relationships/image" Target="../media/image233.png"/><Relationship Id="rId5" Type="http://schemas.openxmlformats.org/officeDocument/2006/relationships/image" Target="../media/image227.png"/><Relationship Id="rId15" Type="http://schemas.openxmlformats.org/officeDocument/2006/relationships/image" Target="../media/image237.png"/><Relationship Id="rId10" Type="http://schemas.openxmlformats.org/officeDocument/2006/relationships/image" Target="../media/image232.png"/><Relationship Id="rId4" Type="http://schemas.openxmlformats.org/officeDocument/2006/relationships/image" Target="../media/image226.png"/><Relationship Id="rId9" Type="http://schemas.openxmlformats.org/officeDocument/2006/relationships/image" Target="../media/image231.png"/><Relationship Id="rId14" Type="http://schemas.openxmlformats.org/officeDocument/2006/relationships/image" Target="../media/image23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9"/>
          <p:cNvSpPr txBox="1">
            <a:spLocks noChangeArrowheads="1"/>
          </p:cNvSpPr>
          <p:nvPr/>
        </p:nvSpPr>
        <p:spPr bwMode="auto">
          <a:xfrm>
            <a:off x="644070" y="1507219"/>
            <a:ext cx="8261805" cy="9541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vert="horz" wrap="square" lIns="0" tIns="45720" rIns="91440" bIns="45720" numCol="1" anchor="t" anchorCtr="0" compatLnSpc="1">
            <a:prstTxWarp prst="textNoShape">
              <a:avLst/>
            </a:prstTxWarp>
            <a:spAutoFit/>
          </a:bodyPr>
          <a:lstStyle/>
          <a:p>
            <a:pPr lvl="0" eaLnBrk="0" hangingPunct="0">
              <a:defRPr/>
            </a:pPr>
            <a:r>
              <a:rPr lang="zh-CN" altLang="en-US" sz="2800" b="1" kern="0" smtClean="0">
                <a:solidFill>
                  <a:schemeClr val="bg1"/>
                </a:solidFill>
                <a:latin typeface="+mn-lt"/>
                <a:ea typeface="微软雅黑" pitchFamily="34" charset="-122"/>
                <a:cs typeface="+mj-cs"/>
              </a:rPr>
              <a:t>企业网络常用</a:t>
            </a:r>
            <a:r>
              <a:rPr lang="zh-CN" altLang="en-US" sz="2800" b="1" kern="0" dirty="0" smtClean="0">
                <a:solidFill>
                  <a:schemeClr val="bg1"/>
                </a:solidFill>
                <a:latin typeface="+mn-lt"/>
                <a:ea typeface="微软雅黑" pitchFamily="34" charset="-122"/>
                <a:cs typeface="+mj-cs"/>
              </a:rPr>
              <a:t>图标（扁平版）</a:t>
            </a:r>
            <a:endParaRPr lang="en-US" altLang="zh-CN" sz="2800" b="1" kern="0" dirty="0" smtClean="0">
              <a:solidFill>
                <a:schemeClr val="bg1"/>
              </a:solidFill>
              <a:latin typeface="+mn-lt"/>
              <a:ea typeface="微软雅黑" pitchFamily="34" charset="-122"/>
              <a:cs typeface="+mj-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800" b="1" kern="0" dirty="0" smtClean="0">
                <a:solidFill>
                  <a:schemeClr val="bg1"/>
                </a:solidFill>
                <a:latin typeface="+mn-lt"/>
                <a:ea typeface="微软雅黑" pitchFamily="34" charset="-122"/>
                <a:cs typeface="+mj-cs"/>
              </a:rPr>
              <a:t>——AR</a:t>
            </a:r>
            <a:endParaRPr kumimoji="0" lang="zh-CN" altLang="en-US" sz="2800" b="1" i="0" u="none" strike="noStrike" kern="0" cap="none" spc="0" normalizeH="0" baseline="0" noProof="0" dirty="0" smtClean="0">
              <a:ln>
                <a:noFill/>
              </a:ln>
              <a:solidFill>
                <a:schemeClr val="bg1"/>
              </a:solidFill>
              <a:effectLst/>
              <a:uLnTx/>
              <a:uFillTx/>
              <a:latin typeface="+mn-lt"/>
              <a:ea typeface="微软雅黑" pitchFamily="34" charset="-122"/>
              <a:cs typeface="+mj-cs"/>
            </a:endParaRPr>
          </a:p>
        </p:txBody>
      </p:sp>
      <p:sp>
        <p:nvSpPr>
          <p:cNvPr id="3" name="Rectangle 39"/>
          <p:cNvSpPr txBox="1">
            <a:spLocks noChangeArrowheads="1"/>
          </p:cNvSpPr>
          <p:nvPr/>
        </p:nvSpPr>
        <p:spPr bwMode="auto">
          <a:xfrm>
            <a:off x="644071" y="2783569"/>
            <a:ext cx="6394904"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lgn="ctr">
                <a:solidFill>
                  <a:srgbClr val="000000"/>
                </a:solidFill>
                <a:miter lim="800000"/>
                <a:headEnd/>
                <a:tailEnd/>
              </a14:hiddenLine>
            </a:ext>
          </a:extLst>
        </p:spPr>
        <p:txBody>
          <a:bodyPr vert="horz" wrap="square" lIns="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000" kern="0" dirty="0" smtClean="0">
                <a:solidFill>
                  <a:schemeClr val="bg1"/>
                </a:solidFill>
                <a:latin typeface="+mn-lt"/>
                <a:ea typeface="微软雅黑" pitchFamily="34" charset="-122"/>
                <a:cs typeface="+mj-cs"/>
              </a:rPr>
              <a:t>AR</a:t>
            </a:r>
            <a:r>
              <a:rPr lang="zh-CN" altLang="en-US" sz="2000" kern="0" dirty="0" smtClean="0">
                <a:solidFill>
                  <a:schemeClr val="bg1"/>
                </a:solidFill>
                <a:latin typeface="+mn-lt"/>
                <a:ea typeface="微软雅黑" pitchFamily="34" charset="-122"/>
                <a:cs typeface="+mj-cs"/>
              </a:rPr>
              <a:t>资料组</a:t>
            </a:r>
            <a:endParaRPr lang="en-US" altLang="zh-CN" sz="2000" kern="0" dirty="0" smtClean="0">
              <a:solidFill>
                <a:schemeClr val="bg1"/>
              </a:solidFill>
              <a:latin typeface="+mn-lt"/>
              <a:ea typeface="微软雅黑" pitchFamily="34" charset="-122"/>
              <a:cs typeface="+mj-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000" i="0" u="none" strike="noStrike" kern="0" cap="none" spc="0" normalizeH="0" baseline="0" noProof="0" dirty="0" smtClean="0">
                <a:ln>
                  <a:noFill/>
                </a:ln>
                <a:solidFill>
                  <a:schemeClr val="bg1"/>
                </a:solidFill>
                <a:effectLst/>
                <a:uLnTx/>
                <a:uFillTx/>
                <a:latin typeface="+mn-lt"/>
                <a:ea typeface="微软雅黑" pitchFamily="34" charset="-122"/>
                <a:cs typeface="+mj-cs"/>
              </a:rPr>
              <a:t>Version:</a:t>
            </a:r>
            <a:r>
              <a:rPr kumimoji="0" lang="en-US" altLang="zh-CN" sz="2000" i="0" u="none" strike="noStrike" kern="0" cap="none" spc="0" normalizeH="0" noProof="0" dirty="0" smtClean="0">
                <a:ln>
                  <a:noFill/>
                </a:ln>
                <a:solidFill>
                  <a:schemeClr val="bg1"/>
                </a:solidFill>
                <a:effectLst/>
                <a:uLnTx/>
                <a:uFillTx/>
                <a:latin typeface="+mn-lt"/>
                <a:ea typeface="微软雅黑" pitchFamily="34" charset="-122"/>
                <a:cs typeface="+mj-cs"/>
              </a:rPr>
              <a:t> V1.0 (2016.1.30)</a:t>
            </a:r>
            <a:endParaRPr kumimoji="0" lang="zh-CN" altLang="en-US" sz="2000" i="0" u="none" strike="noStrike" kern="0" cap="none" spc="0" normalizeH="0" baseline="0" noProof="0" dirty="0" smtClean="0">
              <a:ln>
                <a:noFill/>
              </a:ln>
              <a:solidFill>
                <a:schemeClr val="bg1"/>
              </a:solidFill>
              <a:effectLst/>
              <a:uLnTx/>
              <a:uFillTx/>
              <a:latin typeface="+mn-lt"/>
              <a:ea typeface="微软雅黑" pitchFamily="34" charset="-122"/>
              <a:cs typeface="+mj-cs"/>
            </a:endParaRPr>
          </a:p>
        </p:txBody>
      </p:sp>
    </p:spTree>
  </p:cSld>
  <p:clrMapOvr>
    <a:masterClrMapping/>
  </p:clrMapOvr>
  <p:transition advClick="0" advTm="800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extBox 98"/>
          <p:cNvSpPr txBox="1"/>
          <p:nvPr/>
        </p:nvSpPr>
        <p:spPr>
          <a:xfrm>
            <a:off x="437438" y="1074420"/>
            <a:ext cx="717127" cy="246221"/>
          </a:xfrm>
          <a:prstGeom prst="rect">
            <a:avLst/>
          </a:prstGeom>
          <a:noFill/>
        </p:spPr>
        <p:txBody>
          <a:bodyPr wrap="square" rtlCol="0">
            <a:spAutoFit/>
          </a:bodyPr>
          <a:lstStyle/>
          <a:p>
            <a:r>
              <a:rPr lang="zh-CN" altLang="en-US" sz="1000" dirty="0" smtClean="0">
                <a:latin typeface="微软雅黑" pitchFamily="34" charset="-122"/>
                <a:ea typeface="微软雅黑" pitchFamily="34" charset="-122"/>
              </a:rPr>
              <a:t>机械电表</a:t>
            </a:r>
            <a:endParaRPr lang="zh-CN" altLang="en-US" sz="1000" dirty="0">
              <a:latin typeface="微软雅黑" pitchFamily="34" charset="-122"/>
              <a:ea typeface="微软雅黑" pitchFamily="34" charset="-122"/>
            </a:endParaRPr>
          </a:p>
        </p:txBody>
      </p:sp>
      <p:sp>
        <p:nvSpPr>
          <p:cNvPr id="101" name="TextBox 100"/>
          <p:cNvSpPr txBox="1"/>
          <p:nvPr/>
        </p:nvSpPr>
        <p:spPr>
          <a:xfrm>
            <a:off x="1468428" y="1074420"/>
            <a:ext cx="822960" cy="246221"/>
          </a:xfrm>
          <a:prstGeom prst="rect">
            <a:avLst/>
          </a:prstGeom>
          <a:noFill/>
        </p:spPr>
        <p:txBody>
          <a:bodyPr wrap="square" rtlCol="0">
            <a:spAutoFit/>
          </a:bodyPr>
          <a:lstStyle/>
          <a:p>
            <a:r>
              <a:rPr lang="en-US" altLang="zh-CN" sz="1000" dirty="0" smtClean="0">
                <a:latin typeface="微软雅黑" pitchFamily="34" charset="-122"/>
                <a:ea typeface="微软雅黑" pitchFamily="34" charset="-122"/>
              </a:rPr>
              <a:t>DLMS</a:t>
            </a:r>
            <a:r>
              <a:rPr lang="zh-CN" altLang="en-US" sz="1000" dirty="0" smtClean="0">
                <a:latin typeface="微软雅黑" pitchFamily="34" charset="-122"/>
                <a:ea typeface="微软雅黑" pitchFamily="34" charset="-122"/>
              </a:rPr>
              <a:t>电表</a:t>
            </a:r>
            <a:endParaRPr lang="zh-CN" altLang="en-US" sz="1000" dirty="0">
              <a:latin typeface="微软雅黑" pitchFamily="34" charset="-122"/>
              <a:ea typeface="微软雅黑" pitchFamily="34" charset="-122"/>
            </a:endParaRPr>
          </a:p>
        </p:txBody>
      </p:sp>
      <p:sp>
        <p:nvSpPr>
          <p:cNvPr id="102" name="TextBox 101"/>
          <p:cNvSpPr txBox="1"/>
          <p:nvPr/>
        </p:nvSpPr>
        <p:spPr>
          <a:xfrm>
            <a:off x="2517293" y="1074420"/>
            <a:ext cx="955040" cy="246221"/>
          </a:xfrm>
          <a:prstGeom prst="rect">
            <a:avLst/>
          </a:prstGeom>
          <a:noFill/>
        </p:spPr>
        <p:txBody>
          <a:bodyPr wrap="square" rtlCol="0">
            <a:spAutoFit/>
          </a:bodyPr>
          <a:lstStyle/>
          <a:p>
            <a:r>
              <a:rPr lang="en-US" altLang="zh-CN" sz="1000" dirty="0" err="1" smtClean="0">
                <a:latin typeface="微软雅黑" pitchFamily="34" charset="-122"/>
                <a:ea typeface="微软雅黑" pitchFamily="34" charset="-122"/>
              </a:rPr>
              <a:t>ModBus</a:t>
            </a:r>
            <a:r>
              <a:rPr lang="zh-CN" altLang="en-US" sz="1000" dirty="0" smtClean="0">
                <a:latin typeface="微软雅黑" pitchFamily="34" charset="-122"/>
                <a:ea typeface="微软雅黑" pitchFamily="34" charset="-122"/>
              </a:rPr>
              <a:t>电表</a:t>
            </a:r>
            <a:endParaRPr lang="zh-CN" altLang="en-US" sz="1000" dirty="0">
              <a:latin typeface="微软雅黑" pitchFamily="34" charset="-122"/>
              <a:ea typeface="微软雅黑" pitchFamily="34" charset="-122"/>
            </a:endParaRPr>
          </a:p>
        </p:txBody>
      </p:sp>
      <p:sp>
        <p:nvSpPr>
          <p:cNvPr id="105" name="TextBox 104"/>
          <p:cNvSpPr txBox="1"/>
          <p:nvPr/>
        </p:nvSpPr>
        <p:spPr>
          <a:xfrm>
            <a:off x="3719019" y="1074420"/>
            <a:ext cx="709492" cy="246221"/>
          </a:xfrm>
          <a:prstGeom prst="rect">
            <a:avLst/>
          </a:prstGeom>
          <a:noFill/>
        </p:spPr>
        <p:txBody>
          <a:bodyPr wrap="square" rtlCol="0">
            <a:spAutoFit/>
          </a:bodyPr>
          <a:lstStyle/>
          <a:p>
            <a:r>
              <a:rPr lang="zh-CN" altLang="en-US" sz="1000" dirty="0" smtClean="0">
                <a:latin typeface="微软雅黑" pitchFamily="34" charset="-122"/>
                <a:ea typeface="微软雅黑" pitchFamily="34" charset="-122"/>
              </a:rPr>
              <a:t>单相电表</a:t>
            </a:r>
            <a:endParaRPr lang="zh-CN" altLang="en-US" sz="1000" dirty="0">
              <a:latin typeface="微软雅黑" pitchFamily="34" charset="-122"/>
              <a:ea typeface="微软雅黑" pitchFamily="34" charset="-122"/>
            </a:endParaRPr>
          </a:p>
        </p:txBody>
      </p:sp>
      <p:sp>
        <p:nvSpPr>
          <p:cNvPr id="107" name="TextBox 106"/>
          <p:cNvSpPr txBox="1"/>
          <p:nvPr/>
        </p:nvSpPr>
        <p:spPr>
          <a:xfrm>
            <a:off x="4770829" y="1074420"/>
            <a:ext cx="730101" cy="246221"/>
          </a:xfrm>
          <a:prstGeom prst="rect">
            <a:avLst/>
          </a:prstGeom>
          <a:noFill/>
        </p:spPr>
        <p:txBody>
          <a:bodyPr wrap="square" rtlCol="0">
            <a:spAutoFit/>
          </a:bodyPr>
          <a:lstStyle/>
          <a:p>
            <a:r>
              <a:rPr lang="zh-CN" altLang="en-US" sz="1000" dirty="0" smtClean="0">
                <a:latin typeface="微软雅黑" pitchFamily="34" charset="-122"/>
                <a:ea typeface="微软雅黑" pitchFamily="34" charset="-122"/>
              </a:rPr>
              <a:t>三相电表</a:t>
            </a:r>
            <a:endParaRPr lang="zh-CN" altLang="en-US" sz="1000" dirty="0">
              <a:latin typeface="微软雅黑" pitchFamily="34" charset="-122"/>
              <a:ea typeface="微软雅黑" pitchFamily="34" charset="-122"/>
            </a:endParaRPr>
          </a:p>
        </p:txBody>
      </p:sp>
      <p:sp>
        <p:nvSpPr>
          <p:cNvPr id="108" name="TextBox 107"/>
          <p:cNvSpPr txBox="1"/>
          <p:nvPr/>
        </p:nvSpPr>
        <p:spPr>
          <a:xfrm>
            <a:off x="5868268" y="1074420"/>
            <a:ext cx="596886" cy="246221"/>
          </a:xfrm>
          <a:prstGeom prst="rect">
            <a:avLst/>
          </a:prstGeom>
          <a:noFill/>
        </p:spPr>
        <p:txBody>
          <a:bodyPr wrap="square" rtlCol="0">
            <a:spAutoFit/>
          </a:bodyPr>
          <a:lstStyle/>
          <a:p>
            <a:r>
              <a:rPr lang="en-US" altLang="zh-CN" sz="1000" dirty="0" smtClean="0">
                <a:latin typeface="微软雅黑" pitchFamily="34" charset="-122"/>
                <a:ea typeface="微软雅黑" pitchFamily="34" charset="-122"/>
              </a:rPr>
              <a:t>POS</a:t>
            </a:r>
            <a:r>
              <a:rPr lang="zh-CN" altLang="en-US" sz="1000" dirty="0" smtClean="0">
                <a:latin typeface="微软雅黑" pitchFamily="34" charset="-122"/>
                <a:ea typeface="微软雅黑" pitchFamily="34" charset="-122"/>
              </a:rPr>
              <a:t>机</a:t>
            </a:r>
            <a:endParaRPr lang="zh-CN" altLang="en-US" sz="1000" dirty="0">
              <a:latin typeface="微软雅黑" pitchFamily="34" charset="-122"/>
              <a:ea typeface="微软雅黑" pitchFamily="34" charset="-122"/>
            </a:endParaRPr>
          </a:p>
        </p:txBody>
      </p:sp>
      <p:sp>
        <p:nvSpPr>
          <p:cNvPr id="110" name="矩形 109"/>
          <p:cNvSpPr/>
          <p:nvPr/>
        </p:nvSpPr>
        <p:spPr>
          <a:xfrm>
            <a:off x="6780150" y="1074420"/>
            <a:ext cx="954107" cy="246221"/>
          </a:xfrm>
          <a:prstGeom prst="rect">
            <a:avLst/>
          </a:prstGeom>
        </p:spPr>
        <p:txBody>
          <a:bodyPr wrap="none">
            <a:spAutoFit/>
          </a:bodyPr>
          <a:lstStyle/>
          <a:p>
            <a:r>
              <a:rPr lang="zh-CN" altLang="en-US" sz="1000" dirty="0" smtClean="0">
                <a:latin typeface="微软雅黑" pitchFamily="34" charset="-122"/>
                <a:ea typeface="微软雅黑" pitchFamily="34" charset="-122"/>
              </a:rPr>
              <a:t>电量检测模块</a:t>
            </a:r>
            <a:endParaRPr lang="zh-CN" altLang="en-US" sz="1000" dirty="0">
              <a:latin typeface="微软雅黑" pitchFamily="34" charset="-122"/>
              <a:ea typeface="微软雅黑" pitchFamily="34" charset="-122"/>
            </a:endParaRPr>
          </a:p>
        </p:txBody>
      </p:sp>
      <p:sp>
        <p:nvSpPr>
          <p:cNvPr id="111" name="矩形 110"/>
          <p:cNvSpPr/>
          <p:nvPr/>
        </p:nvSpPr>
        <p:spPr>
          <a:xfrm>
            <a:off x="8254602" y="1074420"/>
            <a:ext cx="344966" cy="246221"/>
          </a:xfrm>
          <a:prstGeom prst="rect">
            <a:avLst/>
          </a:prstGeom>
        </p:spPr>
        <p:txBody>
          <a:bodyPr wrap="none">
            <a:spAutoFit/>
          </a:bodyPr>
          <a:lstStyle/>
          <a:p>
            <a:r>
              <a:rPr lang="en-US" altLang="zh-CN" sz="1000" dirty="0" smtClean="0">
                <a:latin typeface="微软雅黑" pitchFamily="34" charset="-122"/>
                <a:ea typeface="微软雅黑" pitchFamily="34" charset="-122"/>
              </a:rPr>
              <a:t>CT</a:t>
            </a:r>
            <a:endParaRPr lang="zh-CN" altLang="en-US" sz="1000" dirty="0">
              <a:latin typeface="微软雅黑" pitchFamily="34" charset="-122"/>
              <a:ea typeface="微软雅黑" pitchFamily="34" charset="-122"/>
            </a:endParaRPr>
          </a:p>
        </p:txBody>
      </p:sp>
      <p:sp>
        <p:nvSpPr>
          <p:cNvPr id="113" name="矩形 112"/>
          <p:cNvSpPr/>
          <p:nvPr/>
        </p:nvSpPr>
        <p:spPr>
          <a:xfrm>
            <a:off x="639548" y="2212252"/>
            <a:ext cx="336952" cy="246221"/>
          </a:xfrm>
          <a:prstGeom prst="rect">
            <a:avLst/>
          </a:prstGeom>
        </p:spPr>
        <p:txBody>
          <a:bodyPr wrap="none">
            <a:spAutoFit/>
          </a:bodyPr>
          <a:lstStyle/>
          <a:p>
            <a:r>
              <a:rPr lang="en-US" altLang="zh-CN" sz="1000" dirty="0" smtClean="0">
                <a:latin typeface="微软雅黑" pitchFamily="34" charset="-122"/>
                <a:ea typeface="微软雅黑" pitchFamily="34" charset="-122"/>
              </a:rPr>
              <a:t>PT</a:t>
            </a:r>
            <a:endParaRPr lang="zh-CN" altLang="en-US" sz="1000" dirty="0">
              <a:latin typeface="微软雅黑" pitchFamily="34" charset="-122"/>
              <a:ea typeface="微软雅黑" pitchFamily="34" charset="-122"/>
            </a:endParaRPr>
          </a:p>
        </p:txBody>
      </p:sp>
      <p:sp>
        <p:nvSpPr>
          <p:cNvPr id="114" name="矩形 113"/>
          <p:cNvSpPr/>
          <p:nvPr/>
        </p:nvSpPr>
        <p:spPr>
          <a:xfrm>
            <a:off x="1595215" y="2212252"/>
            <a:ext cx="569387" cy="246221"/>
          </a:xfrm>
          <a:prstGeom prst="rect">
            <a:avLst/>
          </a:prstGeom>
        </p:spPr>
        <p:txBody>
          <a:bodyPr wrap="none">
            <a:spAutoFit/>
          </a:bodyPr>
          <a:lstStyle/>
          <a:p>
            <a:r>
              <a:rPr lang="zh-CN" altLang="en-US" sz="1000" dirty="0" smtClean="0">
                <a:latin typeface="微软雅黑" pitchFamily="34" charset="-122"/>
                <a:ea typeface="微软雅黑" pitchFamily="34" charset="-122"/>
              </a:rPr>
              <a:t>变压器</a:t>
            </a:r>
            <a:endParaRPr lang="zh-CN" altLang="en-US" sz="1000" dirty="0">
              <a:latin typeface="微软雅黑" pitchFamily="34" charset="-122"/>
              <a:ea typeface="微软雅黑" pitchFamily="34" charset="-122"/>
            </a:endParaRPr>
          </a:p>
        </p:txBody>
      </p:sp>
      <p:sp>
        <p:nvSpPr>
          <p:cNvPr id="116" name="矩形 115"/>
          <p:cNvSpPr/>
          <p:nvPr/>
        </p:nvSpPr>
        <p:spPr>
          <a:xfrm>
            <a:off x="2774240" y="2212252"/>
            <a:ext cx="441146" cy="246221"/>
          </a:xfrm>
          <a:prstGeom prst="rect">
            <a:avLst/>
          </a:prstGeom>
        </p:spPr>
        <p:txBody>
          <a:bodyPr wrap="none">
            <a:spAutoFit/>
          </a:bodyPr>
          <a:lstStyle/>
          <a:p>
            <a:r>
              <a:rPr lang="zh-CN" altLang="en-US" sz="1000" dirty="0" smtClean="0">
                <a:latin typeface="微软雅黑" pitchFamily="34" charset="-122"/>
                <a:ea typeface="微软雅黑" pitchFamily="34" charset="-122"/>
              </a:rPr>
              <a:t>路灯</a:t>
            </a:r>
            <a:endParaRPr lang="zh-CN" altLang="en-US" sz="1000" dirty="0">
              <a:latin typeface="微软雅黑" pitchFamily="34" charset="-122"/>
              <a:ea typeface="微软雅黑" pitchFamily="34" charset="-122"/>
            </a:endParaRPr>
          </a:p>
        </p:txBody>
      </p:sp>
      <p:sp>
        <p:nvSpPr>
          <p:cNvPr id="117" name="矩形 116"/>
          <p:cNvSpPr/>
          <p:nvPr/>
        </p:nvSpPr>
        <p:spPr>
          <a:xfrm>
            <a:off x="3596712" y="2212252"/>
            <a:ext cx="954107" cy="246221"/>
          </a:xfrm>
          <a:prstGeom prst="rect">
            <a:avLst/>
          </a:prstGeom>
        </p:spPr>
        <p:txBody>
          <a:bodyPr wrap="none">
            <a:spAutoFit/>
          </a:bodyPr>
          <a:lstStyle/>
          <a:p>
            <a:r>
              <a:rPr lang="zh-CN" altLang="en-US" sz="1000" dirty="0" smtClean="0">
                <a:latin typeface="微软雅黑" pitchFamily="34" charset="-122"/>
                <a:ea typeface="微软雅黑" pitchFamily="34" charset="-122"/>
              </a:rPr>
              <a:t>湿温度传感器</a:t>
            </a:r>
            <a:endParaRPr lang="zh-CN" altLang="en-US" sz="1000" dirty="0">
              <a:latin typeface="微软雅黑" pitchFamily="34" charset="-122"/>
              <a:ea typeface="微软雅黑" pitchFamily="34" charset="-122"/>
            </a:endParaRPr>
          </a:p>
        </p:txBody>
      </p:sp>
      <p:sp>
        <p:nvSpPr>
          <p:cNvPr id="119" name="矩形 118"/>
          <p:cNvSpPr/>
          <p:nvPr/>
        </p:nvSpPr>
        <p:spPr>
          <a:xfrm>
            <a:off x="4722946" y="2212252"/>
            <a:ext cx="825867" cy="246221"/>
          </a:xfrm>
          <a:prstGeom prst="rect">
            <a:avLst/>
          </a:prstGeom>
        </p:spPr>
        <p:txBody>
          <a:bodyPr wrap="none">
            <a:spAutoFit/>
          </a:bodyPr>
          <a:lstStyle/>
          <a:p>
            <a:r>
              <a:rPr lang="zh-CN" altLang="en-US" sz="1000" dirty="0" smtClean="0">
                <a:latin typeface="微软雅黑" pitchFamily="34" charset="-122"/>
                <a:ea typeface="微软雅黑" pitchFamily="34" charset="-122"/>
              </a:rPr>
              <a:t>人体计数器</a:t>
            </a:r>
            <a:endParaRPr lang="zh-CN" altLang="en-US" sz="1000" dirty="0">
              <a:latin typeface="微软雅黑" pitchFamily="34" charset="-122"/>
              <a:ea typeface="微软雅黑" pitchFamily="34" charset="-122"/>
            </a:endParaRPr>
          </a:p>
        </p:txBody>
      </p:sp>
      <p:sp>
        <p:nvSpPr>
          <p:cNvPr id="120" name="矩形 119"/>
          <p:cNvSpPr/>
          <p:nvPr/>
        </p:nvSpPr>
        <p:spPr>
          <a:xfrm>
            <a:off x="5625537" y="2212252"/>
            <a:ext cx="1082348" cy="246221"/>
          </a:xfrm>
          <a:prstGeom prst="rect">
            <a:avLst/>
          </a:prstGeom>
        </p:spPr>
        <p:txBody>
          <a:bodyPr wrap="none">
            <a:spAutoFit/>
          </a:bodyPr>
          <a:lstStyle/>
          <a:p>
            <a:r>
              <a:rPr lang="zh-CN" altLang="en-US" sz="1000" dirty="0" smtClean="0">
                <a:latin typeface="微软雅黑" pitchFamily="34" charset="-122"/>
                <a:ea typeface="微软雅黑" pitchFamily="34" charset="-122"/>
              </a:rPr>
              <a:t>微波物体探测器</a:t>
            </a:r>
            <a:endParaRPr lang="zh-CN" altLang="en-US" sz="1000" dirty="0">
              <a:latin typeface="微软雅黑" pitchFamily="34" charset="-122"/>
              <a:ea typeface="微软雅黑" pitchFamily="34" charset="-122"/>
            </a:endParaRPr>
          </a:p>
        </p:txBody>
      </p:sp>
      <p:sp>
        <p:nvSpPr>
          <p:cNvPr id="122" name="矩形 121"/>
          <p:cNvSpPr/>
          <p:nvPr/>
        </p:nvSpPr>
        <p:spPr>
          <a:xfrm>
            <a:off x="6844270" y="2212252"/>
            <a:ext cx="825867" cy="246221"/>
          </a:xfrm>
          <a:prstGeom prst="rect">
            <a:avLst/>
          </a:prstGeom>
        </p:spPr>
        <p:txBody>
          <a:bodyPr wrap="none">
            <a:spAutoFit/>
          </a:bodyPr>
          <a:lstStyle/>
          <a:p>
            <a:r>
              <a:rPr lang="zh-CN" altLang="en-US" sz="1000" dirty="0" smtClean="0">
                <a:latin typeface="微软雅黑" pitchFamily="34" charset="-122"/>
                <a:ea typeface="微软雅黑" pitchFamily="34" charset="-122"/>
              </a:rPr>
              <a:t>红外转发器</a:t>
            </a:r>
            <a:endParaRPr lang="zh-CN" altLang="en-US" sz="1000" dirty="0">
              <a:latin typeface="微软雅黑" pitchFamily="34" charset="-122"/>
              <a:ea typeface="微软雅黑" pitchFamily="34" charset="-122"/>
            </a:endParaRPr>
          </a:p>
        </p:txBody>
      </p:sp>
      <p:sp>
        <p:nvSpPr>
          <p:cNvPr id="123" name="矩形 122"/>
          <p:cNvSpPr/>
          <p:nvPr/>
        </p:nvSpPr>
        <p:spPr>
          <a:xfrm>
            <a:off x="8127965" y="2212252"/>
            <a:ext cx="569387" cy="246221"/>
          </a:xfrm>
          <a:prstGeom prst="rect">
            <a:avLst/>
          </a:prstGeom>
        </p:spPr>
        <p:txBody>
          <a:bodyPr wrap="none">
            <a:spAutoFit/>
          </a:bodyPr>
          <a:lstStyle/>
          <a:p>
            <a:r>
              <a:rPr lang="zh-CN" altLang="en-US" sz="1000" dirty="0" smtClean="0">
                <a:latin typeface="微软雅黑" pitchFamily="34" charset="-122"/>
                <a:ea typeface="微软雅黑" pitchFamily="34" charset="-122"/>
              </a:rPr>
              <a:t>温控器</a:t>
            </a:r>
            <a:endParaRPr lang="zh-CN" altLang="en-US" sz="1000" dirty="0">
              <a:latin typeface="微软雅黑" pitchFamily="34" charset="-122"/>
              <a:ea typeface="微软雅黑" pitchFamily="34" charset="-122"/>
            </a:endParaRPr>
          </a:p>
        </p:txBody>
      </p:sp>
      <p:sp>
        <p:nvSpPr>
          <p:cNvPr id="125" name="矩形 124"/>
          <p:cNvSpPr/>
          <p:nvPr/>
        </p:nvSpPr>
        <p:spPr>
          <a:xfrm>
            <a:off x="447188" y="3325191"/>
            <a:ext cx="697627" cy="246221"/>
          </a:xfrm>
          <a:prstGeom prst="rect">
            <a:avLst/>
          </a:prstGeom>
        </p:spPr>
        <p:txBody>
          <a:bodyPr wrap="none">
            <a:spAutoFit/>
          </a:bodyPr>
          <a:lstStyle/>
          <a:p>
            <a:r>
              <a:rPr lang="zh-CN" altLang="en-US" sz="1000" dirty="0" smtClean="0">
                <a:latin typeface="微软雅黑" pitchFamily="34" charset="-122"/>
                <a:ea typeface="微软雅黑" pitchFamily="34" charset="-122"/>
              </a:rPr>
              <a:t>智能插座</a:t>
            </a:r>
            <a:endParaRPr lang="zh-CN" altLang="en-US" sz="1000" dirty="0">
              <a:latin typeface="微软雅黑" pitchFamily="34" charset="-122"/>
              <a:ea typeface="微软雅黑" pitchFamily="34" charset="-122"/>
            </a:endParaRPr>
          </a:p>
        </p:txBody>
      </p:sp>
      <p:sp>
        <p:nvSpPr>
          <p:cNvPr id="126" name="矩形 125"/>
          <p:cNvSpPr/>
          <p:nvPr/>
        </p:nvSpPr>
        <p:spPr>
          <a:xfrm>
            <a:off x="1595215" y="3325191"/>
            <a:ext cx="569387" cy="246221"/>
          </a:xfrm>
          <a:prstGeom prst="rect">
            <a:avLst/>
          </a:prstGeom>
        </p:spPr>
        <p:txBody>
          <a:bodyPr wrap="none">
            <a:spAutoFit/>
          </a:bodyPr>
          <a:lstStyle/>
          <a:p>
            <a:r>
              <a:rPr lang="zh-CN" altLang="en-US" sz="1000" dirty="0" smtClean="0">
                <a:latin typeface="微软雅黑" pitchFamily="34" charset="-122"/>
                <a:ea typeface="微软雅黑" pitchFamily="34" charset="-122"/>
              </a:rPr>
              <a:t>冷水表</a:t>
            </a:r>
            <a:endParaRPr lang="zh-CN" altLang="en-US" sz="1000" dirty="0">
              <a:latin typeface="微软雅黑" pitchFamily="34" charset="-122"/>
              <a:ea typeface="微软雅黑" pitchFamily="34" charset="-122"/>
            </a:endParaRPr>
          </a:p>
        </p:txBody>
      </p:sp>
      <p:sp>
        <p:nvSpPr>
          <p:cNvPr id="128" name="矩形 127"/>
          <p:cNvSpPr/>
          <p:nvPr/>
        </p:nvSpPr>
        <p:spPr>
          <a:xfrm>
            <a:off x="2710120" y="3325191"/>
            <a:ext cx="569387" cy="246221"/>
          </a:xfrm>
          <a:prstGeom prst="rect">
            <a:avLst/>
          </a:prstGeom>
        </p:spPr>
        <p:txBody>
          <a:bodyPr wrap="none">
            <a:spAutoFit/>
          </a:bodyPr>
          <a:lstStyle/>
          <a:p>
            <a:r>
              <a:rPr lang="zh-CN" altLang="en-US" sz="1000" dirty="0" smtClean="0">
                <a:latin typeface="微软雅黑" pitchFamily="34" charset="-122"/>
                <a:ea typeface="微软雅黑" pitchFamily="34" charset="-122"/>
              </a:rPr>
              <a:t>热水表</a:t>
            </a:r>
            <a:endParaRPr lang="zh-CN" altLang="en-US" sz="1000" dirty="0">
              <a:latin typeface="微软雅黑" pitchFamily="34" charset="-122"/>
              <a:ea typeface="微软雅黑" pitchFamily="34" charset="-122"/>
            </a:endParaRPr>
          </a:p>
        </p:txBody>
      </p:sp>
      <p:sp>
        <p:nvSpPr>
          <p:cNvPr id="129" name="矩形 128"/>
          <p:cNvSpPr/>
          <p:nvPr/>
        </p:nvSpPr>
        <p:spPr>
          <a:xfrm>
            <a:off x="3596712" y="3325191"/>
            <a:ext cx="954107" cy="246221"/>
          </a:xfrm>
          <a:prstGeom prst="rect">
            <a:avLst/>
          </a:prstGeom>
        </p:spPr>
        <p:txBody>
          <a:bodyPr wrap="none">
            <a:spAutoFit/>
          </a:bodyPr>
          <a:lstStyle/>
          <a:p>
            <a:r>
              <a:rPr lang="zh-CN" altLang="en-US" sz="1000" dirty="0" smtClean="0">
                <a:latin typeface="微软雅黑" pitchFamily="34" charset="-122"/>
                <a:ea typeface="微软雅黑" pitchFamily="34" charset="-122"/>
              </a:rPr>
              <a:t>三相负荷开关</a:t>
            </a:r>
            <a:endParaRPr lang="zh-CN" altLang="en-US" sz="1000" dirty="0">
              <a:latin typeface="微软雅黑" pitchFamily="34" charset="-122"/>
              <a:ea typeface="微软雅黑" pitchFamily="34" charset="-122"/>
            </a:endParaRPr>
          </a:p>
        </p:txBody>
      </p:sp>
      <p:sp>
        <p:nvSpPr>
          <p:cNvPr id="131" name="矩形 130"/>
          <p:cNvSpPr/>
          <p:nvPr/>
        </p:nvSpPr>
        <p:spPr>
          <a:xfrm>
            <a:off x="4787066" y="3325191"/>
            <a:ext cx="697627" cy="246221"/>
          </a:xfrm>
          <a:prstGeom prst="rect">
            <a:avLst/>
          </a:prstGeom>
        </p:spPr>
        <p:txBody>
          <a:bodyPr wrap="none">
            <a:spAutoFit/>
          </a:bodyPr>
          <a:lstStyle/>
          <a:p>
            <a:r>
              <a:rPr lang="zh-CN" altLang="en-US" sz="1000" dirty="0" smtClean="0">
                <a:latin typeface="微软雅黑" pitchFamily="34" charset="-122"/>
                <a:ea typeface="微软雅黑" pitchFamily="34" charset="-122"/>
              </a:rPr>
              <a:t>调光开关</a:t>
            </a:r>
            <a:endParaRPr lang="zh-CN" altLang="en-US" sz="1000" dirty="0">
              <a:latin typeface="微软雅黑" pitchFamily="34" charset="-122"/>
              <a:ea typeface="微软雅黑" pitchFamily="34" charset="-122"/>
            </a:endParaRPr>
          </a:p>
        </p:txBody>
      </p:sp>
      <p:sp>
        <p:nvSpPr>
          <p:cNvPr id="132" name="矩形 131"/>
          <p:cNvSpPr/>
          <p:nvPr/>
        </p:nvSpPr>
        <p:spPr>
          <a:xfrm>
            <a:off x="5946138" y="3325191"/>
            <a:ext cx="441146" cy="246221"/>
          </a:xfrm>
          <a:prstGeom prst="rect">
            <a:avLst/>
          </a:prstGeom>
        </p:spPr>
        <p:txBody>
          <a:bodyPr wrap="none">
            <a:spAutoFit/>
          </a:bodyPr>
          <a:lstStyle/>
          <a:p>
            <a:r>
              <a:rPr lang="zh-CN" altLang="en-US" sz="1000" dirty="0" smtClean="0">
                <a:latin typeface="微软雅黑" pitchFamily="34" charset="-122"/>
                <a:ea typeface="微软雅黑" pitchFamily="34" charset="-122"/>
              </a:rPr>
              <a:t>电灯</a:t>
            </a:r>
            <a:endParaRPr lang="zh-CN" altLang="en-US" sz="1000" dirty="0">
              <a:latin typeface="微软雅黑" pitchFamily="34" charset="-122"/>
              <a:ea typeface="微软雅黑" pitchFamily="34" charset="-122"/>
            </a:endParaRPr>
          </a:p>
        </p:txBody>
      </p:sp>
      <p:sp>
        <p:nvSpPr>
          <p:cNvPr id="134" name="矩形 133"/>
          <p:cNvSpPr/>
          <p:nvPr/>
        </p:nvSpPr>
        <p:spPr>
          <a:xfrm>
            <a:off x="6908390" y="3325191"/>
            <a:ext cx="697627" cy="246221"/>
          </a:xfrm>
          <a:prstGeom prst="rect">
            <a:avLst/>
          </a:prstGeom>
        </p:spPr>
        <p:txBody>
          <a:bodyPr wrap="none">
            <a:spAutoFit/>
          </a:bodyPr>
          <a:lstStyle/>
          <a:p>
            <a:r>
              <a:rPr lang="zh-CN" altLang="en-US" sz="1000" dirty="0" smtClean="0">
                <a:latin typeface="微软雅黑" pitchFamily="34" charset="-122"/>
                <a:ea typeface="微软雅黑" pitchFamily="34" charset="-122"/>
              </a:rPr>
              <a:t>墙面开关</a:t>
            </a:r>
            <a:endParaRPr lang="zh-CN" altLang="en-US" sz="1000" dirty="0">
              <a:latin typeface="微软雅黑" pitchFamily="34" charset="-122"/>
              <a:ea typeface="微软雅黑" pitchFamily="34" charset="-122"/>
            </a:endParaRPr>
          </a:p>
        </p:txBody>
      </p:sp>
      <p:sp>
        <p:nvSpPr>
          <p:cNvPr id="135" name="矩形 134"/>
          <p:cNvSpPr/>
          <p:nvPr/>
        </p:nvSpPr>
        <p:spPr>
          <a:xfrm>
            <a:off x="8063845" y="3325191"/>
            <a:ext cx="697627" cy="246221"/>
          </a:xfrm>
          <a:prstGeom prst="rect">
            <a:avLst/>
          </a:prstGeom>
        </p:spPr>
        <p:txBody>
          <a:bodyPr wrap="none">
            <a:spAutoFit/>
          </a:bodyPr>
          <a:lstStyle/>
          <a:p>
            <a:r>
              <a:rPr lang="zh-CN" altLang="en-US" sz="1000" dirty="0" smtClean="0">
                <a:latin typeface="微软雅黑" pitchFamily="34" charset="-122"/>
                <a:ea typeface="微软雅黑" pitchFamily="34" charset="-122"/>
              </a:rPr>
              <a:t>电子标签</a:t>
            </a:r>
            <a:endParaRPr lang="zh-CN" altLang="en-US" sz="1000" dirty="0">
              <a:latin typeface="微软雅黑" pitchFamily="34" charset="-122"/>
              <a:ea typeface="微软雅黑" pitchFamily="34" charset="-122"/>
            </a:endParaRPr>
          </a:p>
        </p:txBody>
      </p:sp>
      <p:sp>
        <p:nvSpPr>
          <p:cNvPr id="137" name="矩形 136"/>
          <p:cNvSpPr/>
          <p:nvPr/>
        </p:nvSpPr>
        <p:spPr>
          <a:xfrm>
            <a:off x="447188" y="4358129"/>
            <a:ext cx="697627" cy="246221"/>
          </a:xfrm>
          <a:prstGeom prst="rect">
            <a:avLst/>
          </a:prstGeom>
        </p:spPr>
        <p:txBody>
          <a:bodyPr wrap="none">
            <a:spAutoFit/>
          </a:bodyPr>
          <a:lstStyle/>
          <a:p>
            <a:r>
              <a:rPr lang="zh-CN" altLang="en-US" sz="1000" dirty="0" smtClean="0">
                <a:latin typeface="微软雅黑" pitchFamily="34" charset="-122"/>
                <a:ea typeface="微软雅黑" pitchFamily="34" charset="-122"/>
              </a:rPr>
              <a:t>视频网关</a:t>
            </a:r>
            <a:endParaRPr lang="zh-CN" altLang="en-US" sz="1000" dirty="0">
              <a:latin typeface="微软雅黑" pitchFamily="34" charset="-122"/>
              <a:ea typeface="微软雅黑" pitchFamily="34" charset="-122"/>
            </a:endParaRPr>
          </a:p>
        </p:txBody>
      </p:sp>
      <p:sp>
        <p:nvSpPr>
          <p:cNvPr id="138" name="矩形 137"/>
          <p:cNvSpPr/>
          <p:nvPr/>
        </p:nvSpPr>
        <p:spPr>
          <a:xfrm>
            <a:off x="1402855" y="4358129"/>
            <a:ext cx="954107" cy="246221"/>
          </a:xfrm>
          <a:prstGeom prst="rect">
            <a:avLst/>
          </a:prstGeom>
        </p:spPr>
        <p:txBody>
          <a:bodyPr wrap="none">
            <a:spAutoFit/>
          </a:bodyPr>
          <a:lstStyle/>
          <a:p>
            <a:r>
              <a:rPr lang="zh-CN" altLang="en-US" sz="1000" dirty="0" smtClean="0">
                <a:latin typeface="微软雅黑" pitchFamily="34" charset="-122"/>
                <a:ea typeface="微软雅黑" pitchFamily="34" charset="-122"/>
              </a:rPr>
              <a:t>空气净化设备</a:t>
            </a:r>
            <a:endParaRPr lang="zh-CN" altLang="en-US" sz="1000" dirty="0">
              <a:latin typeface="微软雅黑" pitchFamily="34" charset="-122"/>
              <a:ea typeface="微软雅黑" pitchFamily="34" charset="-122"/>
            </a:endParaRPr>
          </a:p>
        </p:txBody>
      </p:sp>
      <p:sp>
        <p:nvSpPr>
          <p:cNvPr id="140" name="矩形 139"/>
          <p:cNvSpPr/>
          <p:nvPr/>
        </p:nvSpPr>
        <p:spPr>
          <a:xfrm>
            <a:off x="2517760" y="4358129"/>
            <a:ext cx="954107" cy="246221"/>
          </a:xfrm>
          <a:prstGeom prst="rect">
            <a:avLst/>
          </a:prstGeom>
        </p:spPr>
        <p:txBody>
          <a:bodyPr wrap="none">
            <a:spAutoFit/>
          </a:bodyPr>
          <a:lstStyle/>
          <a:p>
            <a:r>
              <a:rPr lang="zh-CN" altLang="en-US" sz="1000" dirty="0" smtClean="0">
                <a:latin typeface="微软雅黑" pitchFamily="34" charset="-122"/>
                <a:ea typeface="微软雅黑" pitchFamily="34" charset="-122"/>
              </a:rPr>
              <a:t>热水器控制器</a:t>
            </a:r>
            <a:endParaRPr lang="zh-CN" altLang="en-US" sz="1000" dirty="0">
              <a:latin typeface="微软雅黑" pitchFamily="34" charset="-122"/>
              <a:ea typeface="微软雅黑" pitchFamily="34" charset="-122"/>
            </a:endParaRPr>
          </a:p>
        </p:txBody>
      </p:sp>
      <p:sp>
        <p:nvSpPr>
          <p:cNvPr id="141" name="矩形 140"/>
          <p:cNvSpPr/>
          <p:nvPr/>
        </p:nvSpPr>
        <p:spPr>
          <a:xfrm>
            <a:off x="3660832" y="4358129"/>
            <a:ext cx="825867" cy="246221"/>
          </a:xfrm>
          <a:prstGeom prst="rect">
            <a:avLst/>
          </a:prstGeom>
        </p:spPr>
        <p:txBody>
          <a:bodyPr wrap="none">
            <a:spAutoFit/>
          </a:bodyPr>
          <a:lstStyle/>
          <a:p>
            <a:r>
              <a:rPr lang="zh-CN" altLang="en-US" sz="1000" dirty="0" smtClean="0">
                <a:latin typeface="微软雅黑" pitchFamily="34" charset="-122"/>
                <a:ea typeface="微软雅黑" pitchFamily="34" charset="-122"/>
              </a:rPr>
              <a:t>负载均衡器</a:t>
            </a:r>
            <a:endParaRPr lang="zh-CN" altLang="en-US" sz="1000" dirty="0">
              <a:latin typeface="微软雅黑" pitchFamily="34" charset="-122"/>
              <a:ea typeface="微软雅黑" pitchFamily="34" charset="-122"/>
            </a:endParaRPr>
          </a:p>
        </p:txBody>
      </p:sp>
      <p:sp>
        <p:nvSpPr>
          <p:cNvPr id="143" name="矩形 142"/>
          <p:cNvSpPr/>
          <p:nvPr/>
        </p:nvSpPr>
        <p:spPr>
          <a:xfrm>
            <a:off x="4722946" y="4358129"/>
            <a:ext cx="825867" cy="246221"/>
          </a:xfrm>
          <a:prstGeom prst="rect">
            <a:avLst/>
          </a:prstGeom>
        </p:spPr>
        <p:txBody>
          <a:bodyPr wrap="none">
            <a:spAutoFit/>
          </a:bodyPr>
          <a:lstStyle/>
          <a:p>
            <a:r>
              <a:rPr lang="zh-CN" altLang="en-US" sz="1000" dirty="0" smtClean="0">
                <a:latin typeface="微软雅黑" pitchFamily="34" charset="-122"/>
                <a:ea typeface="微软雅黑" pitchFamily="34" charset="-122"/>
              </a:rPr>
              <a:t>路灯控制器</a:t>
            </a:r>
            <a:endParaRPr lang="zh-CN" altLang="en-US" sz="1000" dirty="0">
              <a:latin typeface="微软雅黑" pitchFamily="34" charset="-122"/>
              <a:ea typeface="微软雅黑" pitchFamily="34" charset="-122"/>
            </a:endParaRPr>
          </a:p>
        </p:txBody>
      </p:sp>
      <p:sp>
        <p:nvSpPr>
          <p:cNvPr id="144" name="矩形 143"/>
          <p:cNvSpPr/>
          <p:nvPr/>
        </p:nvSpPr>
        <p:spPr>
          <a:xfrm>
            <a:off x="5689658" y="4358129"/>
            <a:ext cx="954107" cy="246221"/>
          </a:xfrm>
          <a:prstGeom prst="rect">
            <a:avLst/>
          </a:prstGeom>
        </p:spPr>
        <p:txBody>
          <a:bodyPr wrap="none">
            <a:spAutoFit/>
          </a:bodyPr>
          <a:lstStyle/>
          <a:p>
            <a:r>
              <a:rPr lang="zh-CN" altLang="en-US" sz="1000" dirty="0" smtClean="0">
                <a:latin typeface="微软雅黑" pitchFamily="34" charset="-122"/>
                <a:ea typeface="微软雅黑" pitchFamily="34" charset="-122"/>
              </a:rPr>
              <a:t>风管机控制器</a:t>
            </a:r>
            <a:endParaRPr lang="zh-CN" altLang="en-US" sz="1000" dirty="0">
              <a:latin typeface="微软雅黑" pitchFamily="34" charset="-122"/>
              <a:ea typeface="微软雅黑" pitchFamily="34" charset="-122"/>
            </a:endParaRPr>
          </a:p>
        </p:txBody>
      </p:sp>
      <p:sp>
        <p:nvSpPr>
          <p:cNvPr id="146" name="矩形 145"/>
          <p:cNvSpPr/>
          <p:nvPr/>
        </p:nvSpPr>
        <p:spPr>
          <a:xfrm>
            <a:off x="6780150" y="4358129"/>
            <a:ext cx="954107" cy="246221"/>
          </a:xfrm>
          <a:prstGeom prst="rect">
            <a:avLst/>
          </a:prstGeom>
        </p:spPr>
        <p:txBody>
          <a:bodyPr wrap="none">
            <a:spAutoFit/>
          </a:bodyPr>
          <a:lstStyle/>
          <a:p>
            <a:r>
              <a:rPr lang="zh-CN" altLang="en-US" sz="1000" dirty="0" smtClean="0">
                <a:latin typeface="微软雅黑" pitchFamily="34" charset="-122"/>
                <a:ea typeface="微软雅黑" pitchFamily="34" charset="-122"/>
              </a:rPr>
              <a:t>单控单调模块</a:t>
            </a:r>
            <a:endParaRPr lang="zh-CN" altLang="en-US" sz="1000" dirty="0">
              <a:latin typeface="微软雅黑" pitchFamily="34" charset="-122"/>
              <a:ea typeface="微软雅黑" pitchFamily="34" charset="-122"/>
            </a:endParaRPr>
          </a:p>
        </p:txBody>
      </p:sp>
      <p:pic>
        <p:nvPicPr>
          <p:cNvPr id="1026" name="Picture 2" descr="E:\2016.01\1.12 扁平化图标\蓝色\AR-蓝色最新-01.png"/>
          <p:cNvPicPr>
            <a:picLocks noChangeAspect="1" noChangeArrowheads="1"/>
          </p:cNvPicPr>
          <p:nvPr/>
        </p:nvPicPr>
        <p:blipFill>
          <a:blip r:embed="rId2" cstate="print"/>
          <a:srcRect/>
          <a:stretch>
            <a:fillRect/>
          </a:stretch>
        </p:blipFill>
        <p:spPr bwMode="auto">
          <a:xfrm>
            <a:off x="526001" y="372958"/>
            <a:ext cx="540000" cy="441818"/>
          </a:xfrm>
          <a:prstGeom prst="rect">
            <a:avLst/>
          </a:prstGeom>
          <a:noFill/>
        </p:spPr>
      </p:pic>
      <p:pic>
        <p:nvPicPr>
          <p:cNvPr id="2" name="Picture 3" descr="E:\2016.01\1.12 扁平化图标\蓝色\AR-蓝色最新-02.png"/>
          <p:cNvPicPr>
            <a:picLocks noChangeAspect="1" noChangeArrowheads="1"/>
          </p:cNvPicPr>
          <p:nvPr/>
        </p:nvPicPr>
        <p:blipFill>
          <a:blip r:embed="rId3" cstate="print"/>
          <a:srcRect/>
          <a:stretch>
            <a:fillRect/>
          </a:stretch>
        </p:blipFill>
        <p:spPr bwMode="auto">
          <a:xfrm>
            <a:off x="1609908" y="386503"/>
            <a:ext cx="540000" cy="441818"/>
          </a:xfrm>
          <a:prstGeom prst="rect">
            <a:avLst/>
          </a:prstGeom>
          <a:noFill/>
        </p:spPr>
      </p:pic>
      <p:pic>
        <p:nvPicPr>
          <p:cNvPr id="3" name="Picture 4" descr="E:\2016.01\1.12 扁平化图标\蓝色\AR-蓝色最新-03.png"/>
          <p:cNvPicPr>
            <a:picLocks noChangeAspect="1" noChangeArrowheads="1"/>
          </p:cNvPicPr>
          <p:nvPr/>
        </p:nvPicPr>
        <p:blipFill>
          <a:blip r:embed="rId4" cstate="print"/>
          <a:srcRect/>
          <a:stretch>
            <a:fillRect/>
          </a:stretch>
        </p:blipFill>
        <p:spPr bwMode="auto">
          <a:xfrm>
            <a:off x="2724813" y="386503"/>
            <a:ext cx="540000" cy="437674"/>
          </a:xfrm>
          <a:prstGeom prst="rect">
            <a:avLst/>
          </a:prstGeom>
          <a:noFill/>
        </p:spPr>
      </p:pic>
      <p:pic>
        <p:nvPicPr>
          <p:cNvPr id="4" name="Picture 5" descr="E:\2016.01\1.12 扁平化图标\蓝色\AR-蓝色最新-04.png"/>
          <p:cNvPicPr>
            <a:picLocks noChangeAspect="1" noChangeArrowheads="1"/>
          </p:cNvPicPr>
          <p:nvPr/>
        </p:nvPicPr>
        <p:blipFill>
          <a:blip r:embed="rId5" cstate="print"/>
          <a:srcRect/>
          <a:stretch>
            <a:fillRect/>
          </a:stretch>
        </p:blipFill>
        <p:spPr bwMode="auto">
          <a:xfrm>
            <a:off x="3803765" y="386503"/>
            <a:ext cx="540000" cy="441818"/>
          </a:xfrm>
          <a:prstGeom prst="rect">
            <a:avLst/>
          </a:prstGeom>
          <a:noFill/>
        </p:spPr>
      </p:pic>
      <p:pic>
        <p:nvPicPr>
          <p:cNvPr id="5" name="Picture 6" descr="E:\2016.01\1.12 扁平化图标\蓝色\AR-蓝色最新-05.png"/>
          <p:cNvPicPr>
            <a:picLocks noChangeAspect="1" noChangeArrowheads="1"/>
          </p:cNvPicPr>
          <p:nvPr/>
        </p:nvPicPr>
        <p:blipFill>
          <a:blip r:embed="rId6" cstate="print"/>
          <a:srcRect/>
          <a:stretch>
            <a:fillRect/>
          </a:stretch>
        </p:blipFill>
        <p:spPr bwMode="auto">
          <a:xfrm>
            <a:off x="5896711" y="386503"/>
            <a:ext cx="540000" cy="441818"/>
          </a:xfrm>
          <a:prstGeom prst="rect">
            <a:avLst/>
          </a:prstGeom>
          <a:noFill/>
        </p:spPr>
      </p:pic>
      <p:pic>
        <p:nvPicPr>
          <p:cNvPr id="6" name="Picture 7" descr="E:\2016.01\1.12 扁平化图标\蓝色\AR-蓝色最新-06.png"/>
          <p:cNvPicPr>
            <a:picLocks noChangeAspect="1" noChangeArrowheads="1"/>
          </p:cNvPicPr>
          <p:nvPr/>
        </p:nvPicPr>
        <p:blipFill>
          <a:blip r:embed="rId7" cstate="print"/>
          <a:srcRect/>
          <a:stretch>
            <a:fillRect/>
          </a:stretch>
        </p:blipFill>
        <p:spPr bwMode="auto">
          <a:xfrm>
            <a:off x="6987203" y="386503"/>
            <a:ext cx="540000" cy="441818"/>
          </a:xfrm>
          <a:prstGeom prst="rect">
            <a:avLst/>
          </a:prstGeom>
          <a:noFill/>
        </p:spPr>
      </p:pic>
      <p:pic>
        <p:nvPicPr>
          <p:cNvPr id="7" name="Picture 8" descr="E:\2016.01\1.12 扁平化图标\蓝色\AR-蓝色最新-07.png"/>
          <p:cNvPicPr>
            <a:picLocks noChangeAspect="1" noChangeArrowheads="1"/>
          </p:cNvPicPr>
          <p:nvPr/>
        </p:nvPicPr>
        <p:blipFill>
          <a:blip r:embed="rId8" cstate="print"/>
          <a:srcRect/>
          <a:stretch>
            <a:fillRect/>
          </a:stretch>
        </p:blipFill>
        <p:spPr bwMode="auto">
          <a:xfrm>
            <a:off x="4865879" y="386503"/>
            <a:ext cx="540000" cy="441818"/>
          </a:xfrm>
          <a:prstGeom prst="rect">
            <a:avLst/>
          </a:prstGeom>
          <a:noFill/>
        </p:spPr>
      </p:pic>
      <p:pic>
        <p:nvPicPr>
          <p:cNvPr id="8" name="Picture 9" descr="E:\2016.01\1.12 扁平化图标\蓝色\AR-蓝色最新-08.png"/>
          <p:cNvPicPr>
            <a:picLocks noChangeAspect="1" noChangeArrowheads="1"/>
          </p:cNvPicPr>
          <p:nvPr/>
        </p:nvPicPr>
        <p:blipFill>
          <a:blip r:embed="rId9" cstate="print"/>
          <a:srcRect/>
          <a:stretch>
            <a:fillRect/>
          </a:stretch>
        </p:blipFill>
        <p:spPr bwMode="auto">
          <a:xfrm>
            <a:off x="8142658" y="386503"/>
            <a:ext cx="540000" cy="441818"/>
          </a:xfrm>
          <a:prstGeom prst="rect">
            <a:avLst/>
          </a:prstGeom>
          <a:noFill/>
        </p:spPr>
      </p:pic>
      <p:pic>
        <p:nvPicPr>
          <p:cNvPr id="1034" name="Picture 10" descr="E:\2016.01\1.12 扁平化图标\蓝色\AR-蓝色最新-16.png"/>
          <p:cNvPicPr>
            <a:picLocks noChangeAspect="1" noChangeArrowheads="1"/>
          </p:cNvPicPr>
          <p:nvPr/>
        </p:nvPicPr>
        <p:blipFill>
          <a:blip r:embed="rId10" cstate="print"/>
          <a:srcRect/>
          <a:stretch>
            <a:fillRect/>
          </a:stretch>
        </p:blipFill>
        <p:spPr bwMode="auto">
          <a:xfrm>
            <a:off x="8142658" y="1571836"/>
            <a:ext cx="540000" cy="441818"/>
          </a:xfrm>
          <a:prstGeom prst="rect">
            <a:avLst/>
          </a:prstGeom>
          <a:noFill/>
        </p:spPr>
      </p:pic>
      <p:pic>
        <p:nvPicPr>
          <p:cNvPr id="9" name="Picture 11" descr="E:\2016.01\1.12 扁平化图标\蓝色\AR-蓝色最新-09.png"/>
          <p:cNvPicPr>
            <a:picLocks noChangeAspect="1" noChangeArrowheads="1"/>
          </p:cNvPicPr>
          <p:nvPr/>
        </p:nvPicPr>
        <p:blipFill>
          <a:blip r:embed="rId11" cstate="print"/>
          <a:srcRect/>
          <a:stretch>
            <a:fillRect/>
          </a:stretch>
        </p:blipFill>
        <p:spPr bwMode="auto">
          <a:xfrm>
            <a:off x="526001" y="1571836"/>
            <a:ext cx="540000" cy="441818"/>
          </a:xfrm>
          <a:prstGeom prst="rect">
            <a:avLst/>
          </a:prstGeom>
          <a:noFill/>
        </p:spPr>
      </p:pic>
      <p:pic>
        <p:nvPicPr>
          <p:cNvPr id="10" name="Picture 12" descr="E:\2016.01\1.12 扁平化图标\蓝色\AR-蓝色最新-10.png"/>
          <p:cNvPicPr>
            <a:picLocks noChangeAspect="1" noChangeArrowheads="1"/>
          </p:cNvPicPr>
          <p:nvPr/>
        </p:nvPicPr>
        <p:blipFill>
          <a:blip r:embed="rId12" cstate="print"/>
          <a:srcRect/>
          <a:stretch>
            <a:fillRect/>
          </a:stretch>
        </p:blipFill>
        <p:spPr bwMode="auto">
          <a:xfrm>
            <a:off x="1609908" y="1571836"/>
            <a:ext cx="540000" cy="441818"/>
          </a:xfrm>
          <a:prstGeom prst="rect">
            <a:avLst/>
          </a:prstGeom>
          <a:noFill/>
        </p:spPr>
      </p:pic>
      <p:pic>
        <p:nvPicPr>
          <p:cNvPr id="11" name="Picture 13" descr="E:\2016.01\1.12 扁平化图标\蓝色\AR-蓝色最新-11.png"/>
          <p:cNvPicPr>
            <a:picLocks noChangeAspect="1" noChangeArrowheads="1"/>
          </p:cNvPicPr>
          <p:nvPr/>
        </p:nvPicPr>
        <p:blipFill>
          <a:blip r:embed="rId13" cstate="print"/>
          <a:srcRect/>
          <a:stretch>
            <a:fillRect/>
          </a:stretch>
        </p:blipFill>
        <p:spPr bwMode="auto">
          <a:xfrm>
            <a:off x="2724813" y="1571836"/>
            <a:ext cx="540000" cy="441818"/>
          </a:xfrm>
          <a:prstGeom prst="rect">
            <a:avLst/>
          </a:prstGeom>
          <a:noFill/>
        </p:spPr>
      </p:pic>
      <p:pic>
        <p:nvPicPr>
          <p:cNvPr id="12" name="Picture 14" descr="E:\2016.01\1.12 扁平化图标\蓝色\AR-蓝色最新-12.png"/>
          <p:cNvPicPr>
            <a:picLocks noChangeAspect="1" noChangeArrowheads="1"/>
          </p:cNvPicPr>
          <p:nvPr/>
        </p:nvPicPr>
        <p:blipFill>
          <a:blip r:embed="rId14" cstate="print"/>
          <a:srcRect/>
          <a:stretch>
            <a:fillRect/>
          </a:stretch>
        </p:blipFill>
        <p:spPr bwMode="auto">
          <a:xfrm>
            <a:off x="3803765" y="1571836"/>
            <a:ext cx="540000" cy="441818"/>
          </a:xfrm>
          <a:prstGeom prst="rect">
            <a:avLst/>
          </a:prstGeom>
          <a:noFill/>
        </p:spPr>
      </p:pic>
      <p:pic>
        <p:nvPicPr>
          <p:cNvPr id="13" name="Picture 15" descr="E:\2016.01\1.12 扁平化图标\蓝色\AR-蓝色最新-13.png"/>
          <p:cNvPicPr>
            <a:picLocks noChangeAspect="1" noChangeArrowheads="1"/>
          </p:cNvPicPr>
          <p:nvPr/>
        </p:nvPicPr>
        <p:blipFill>
          <a:blip r:embed="rId15" cstate="print"/>
          <a:srcRect/>
          <a:stretch>
            <a:fillRect/>
          </a:stretch>
        </p:blipFill>
        <p:spPr bwMode="auto">
          <a:xfrm>
            <a:off x="4865879" y="1571836"/>
            <a:ext cx="540000" cy="441818"/>
          </a:xfrm>
          <a:prstGeom prst="rect">
            <a:avLst/>
          </a:prstGeom>
          <a:noFill/>
        </p:spPr>
      </p:pic>
      <p:pic>
        <p:nvPicPr>
          <p:cNvPr id="14" name="Picture 16" descr="E:\2016.01\1.12 扁平化图标\蓝色\AR-蓝色最新-14.png"/>
          <p:cNvPicPr>
            <a:picLocks noChangeAspect="1" noChangeArrowheads="1"/>
          </p:cNvPicPr>
          <p:nvPr/>
        </p:nvPicPr>
        <p:blipFill>
          <a:blip r:embed="rId16" cstate="print"/>
          <a:srcRect/>
          <a:stretch>
            <a:fillRect/>
          </a:stretch>
        </p:blipFill>
        <p:spPr bwMode="auto">
          <a:xfrm>
            <a:off x="5896711" y="1571836"/>
            <a:ext cx="540000" cy="441818"/>
          </a:xfrm>
          <a:prstGeom prst="rect">
            <a:avLst/>
          </a:prstGeom>
          <a:noFill/>
        </p:spPr>
      </p:pic>
      <p:pic>
        <p:nvPicPr>
          <p:cNvPr id="1041" name="Picture 17" descr="E:\2016.01\1.12 扁平化图标\蓝色\AR-蓝色最新-15.png"/>
          <p:cNvPicPr>
            <a:picLocks noChangeAspect="1" noChangeArrowheads="1"/>
          </p:cNvPicPr>
          <p:nvPr/>
        </p:nvPicPr>
        <p:blipFill>
          <a:blip r:embed="rId17" cstate="print"/>
          <a:srcRect/>
          <a:stretch>
            <a:fillRect/>
          </a:stretch>
        </p:blipFill>
        <p:spPr bwMode="auto">
          <a:xfrm>
            <a:off x="6987203" y="1571836"/>
            <a:ext cx="540000" cy="441818"/>
          </a:xfrm>
          <a:prstGeom prst="rect">
            <a:avLst/>
          </a:prstGeom>
          <a:noFill/>
        </p:spPr>
      </p:pic>
      <p:pic>
        <p:nvPicPr>
          <p:cNvPr id="15" name="Picture 18" descr="E:\2016.01\1.12 扁平化图标\蓝色\AR-蓝色最新-23.png"/>
          <p:cNvPicPr>
            <a:picLocks noChangeAspect="1" noChangeArrowheads="1"/>
          </p:cNvPicPr>
          <p:nvPr/>
        </p:nvPicPr>
        <p:blipFill>
          <a:blip r:embed="rId18" cstate="print"/>
          <a:srcRect/>
          <a:stretch>
            <a:fillRect/>
          </a:stretch>
        </p:blipFill>
        <p:spPr bwMode="auto">
          <a:xfrm>
            <a:off x="6987203" y="2595995"/>
            <a:ext cx="540000" cy="441818"/>
          </a:xfrm>
          <a:prstGeom prst="rect">
            <a:avLst/>
          </a:prstGeom>
          <a:noFill/>
        </p:spPr>
      </p:pic>
      <p:pic>
        <p:nvPicPr>
          <p:cNvPr id="1043" name="Picture 19" descr="E:\2016.01\1.12 扁平化图标\蓝色\AR-蓝色最新-17.png"/>
          <p:cNvPicPr>
            <a:picLocks noChangeAspect="1" noChangeArrowheads="1"/>
          </p:cNvPicPr>
          <p:nvPr/>
        </p:nvPicPr>
        <p:blipFill>
          <a:blip r:embed="rId19" cstate="print"/>
          <a:srcRect/>
          <a:stretch>
            <a:fillRect/>
          </a:stretch>
        </p:blipFill>
        <p:spPr bwMode="auto">
          <a:xfrm>
            <a:off x="526001" y="2595995"/>
            <a:ext cx="540000" cy="441818"/>
          </a:xfrm>
          <a:prstGeom prst="rect">
            <a:avLst/>
          </a:prstGeom>
          <a:noFill/>
        </p:spPr>
      </p:pic>
      <p:pic>
        <p:nvPicPr>
          <p:cNvPr id="16" name="Picture 20" descr="E:\2016.01\1.12 扁平化图标\蓝色\AR-蓝色最新-18.png"/>
          <p:cNvPicPr>
            <a:picLocks noChangeAspect="1" noChangeArrowheads="1"/>
          </p:cNvPicPr>
          <p:nvPr/>
        </p:nvPicPr>
        <p:blipFill>
          <a:blip r:embed="rId20" cstate="print"/>
          <a:srcRect/>
          <a:stretch>
            <a:fillRect/>
          </a:stretch>
        </p:blipFill>
        <p:spPr bwMode="auto">
          <a:xfrm>
            <a:off x="1609908" y="2595995"/>
            <a:ext cx="540000" cy="441818"/>
          </a:xfrm>
          <a:prstGeom prst="rect">
            <a:avLst/>
          </a:prstGeom>
          <a:noFill/>
        </p:spPr>
      </p:pic>
      <p:pic>
        <p:nvPicPr>
          <p:cNvPr id="17" name="Picture 21" descr="E:\2016.01\1.12 扁平化图标\蓝色\AR-蓝色最新-19.png"/>
          <p:cNvPicPr>
            <a:picLocks noChangeAspect="1" noChangeArrowheads="1"/>
          </p:cNvPicPr>
          <p:nvPr/>
        </p:nvPicPr>
        <p:blipFill>
          <a:blip r:embed="rId21" cstate="print"/>
          <a:srcRect/>
          <a:stretch>
            <a:fillRect/>
          </a:stretch>
        </p:blipFill>
        <p:spPr bwMode="auto">
          <a:xfrm>
            <a:off x="2724813" y="2595995"/>
            <a:ext cx="540000" cy="441818"/>
          </a:xfrm>
          <a:prstGeom prst="rect">
            <a:avLst/>
          </a:prstGeom>
          <a:noFill/>
        </p:spPr>
      </p:pic>
      <p:pic>
        <p:nvPicPr>
          <p:cNvPr id="18" name="Picture 22" descr="E:\2016.01\1.12 扁平化图标\蓝色\AR-蓝色最新-20.png"/>
          <p:cNvPicPr>
            <a:picLocks noChangeAspect="1" noChangeArrowheads="1"/>
          </p:cNvPicPr>
          <p:nvPr/>
        </p:nvPicPr>
        <p:blipFill>
          <a:blip r:embed="rId22" cstate="print"/>
          <a:srcRect/>
          <a:stretch>
            <a:fillRect/>
          </a:stretch>
        </p:blipFill>
        <p:spPr bwMode="auto">
          <a:xfrm>
            <a:off x="3803765" y="2595995"/>
            <a:ext cx="540000" cy="441818"/>
          </a:xfrm>
          <a:prstGeom prst="rect">
            <a:avLst/>
          </a:prstGeom>
          <a:noFill/>
        </p:spPr>
      </p:pic>
      <p:pic>
        <p:nvPicPr>
          <p:cNvPr id="19" name="Picture 23" descr="E:\2016.01\1.12 扁平化图标\蓝色\AR-蓝色最新-21.png"/>
          <p:cNvPicPr>
            <a:picLocks noChangeAspect="1" noChangeArrowheads="1"/>
          </p:cNvPicPr>
          <p:nvPr/>
        </p:nvPicPr>
        <p:blipFill>
          <a:blip r:embed="rId23" cstate="print"/>
          <a:srcRect/>
          <a:stretch>
            <a:fillRect/>
          </a:stretch>
        </p:blipFill>
        <p:spPr bwMode="auto">
          <a:xfrm>
            <a:off x="4865879" y="2595995"/>
            <a:ext cx="540000" cy="441818"/>
          </a:xfrm>
          <a:prstGeom prst="rect">
            <a:avLst/>
          </a:prstGeom>
          <a:noFill/>
        </p:spPr>
      </p:pic>
      <p:pic>
        <p:nvPicPr>
          <p:cNvPr id="20" name="Picture 24" descr="E:\2016.01\1.12 扁平化图标\蓝色\AR-蓝色最新-22.png"/>
          <p:cNvPicPr>
            <a:picLocks noChangeAspect="1" noChangeArrowheads="1"/>
          </p:cNvPicPr>
          <p:nvPr/>
        </p:nvPicPr>
        <p:blipFill>
          <a:blip r:embed="rId24" cstate="print"/>
          <a:srcRect/>
          <a:stretch>
            <a:fillRect/>
          </a:stretch>
        </p:blipFill>
        <p:spPr bwMode="auto">
          <a:xfrm>
            <a:off x="5896711" y="2595995"/>
            <a:ext cx="540000" cy="441818"/>
          </a:xfrm>
          <a:prstGeom prst="rect">
            <a:avLst/>
          </a:prstGeom>
          <a:noFill/>
        </p:spPr>
      </p:pic>
      <p:pic>
        <p:nvPicPr>
          <p:cNvPr id="21" name="Picture 25" descr="E:\2016.01\1.12 扁平化图标\蓝色\AR-蓝色最新-24.png"/>
          <p:cNvPicPr>
            <a:picLocks noChangeAspect="1" noChangeArrowheads="1"/>
          </p:cNvPicPr>
          <p:nvPr/>
        </p:nvPicPr>
        <p:blipFill>
          <a:blip r:embed="rId25" cstate="print"/>
          <a:srcRect/>
          <a:stretch>
            <a:fillRect/>
          </a:stretch>
        </p:blipFill>
        <p:spPr bwMode="auto">
          <a:xfrm>
            <a:off x="8142658" y="2595995"/>
            <a:ext cx="540000" cy="441818"/>
          </a:xfrm>
          <a:prstGeom prst="rect">
            <a:avLst/>
          </a:prstGeom>
          <a:noFill/>
        </p:spPr>
      </p:pic>
      <p:pic>
        <p:nvPicPr>
          <p:cNvPr id="22" name="Picture 26" descr="E:\2016.01\1.12 扁平化图标\蓝色\AR-蓝色最新-31.png"/>
          <p:cNvPicPr>
            <a:picLocks noChangeAspect="1" noChangeArrowheads="1"/>
          </p:cNvPicPr>
          <p:nvPr/>
        </p:nvPicPr>
        <p:blipFill>
          <a:blip r:embed="rId26" cstate="print"/>
          <a:srcRect/>
          <a:stretch>
            <a:fillRect/>
          </a:stretch>
        </p:blipFill>
        <p:spPr bwMode="auto">
          <a:xfrm>
            <a:off x="6987203" y="3655868"/>
            <a:ext cx="540000" cy="441818"/>
          </a:xfrm>
          <a:prstGeom prst="rect">
            <a:avLst/>
          </a:prstGeom>
          <a:noFill/>
        </p:spPr>
      </p:pic>
      <p:pic>
        <p:nvPicPr>
          <p:cNvPr id="23" name="Picture 27" descr="E:\2016.01\1.12 扁平化图标\蓝色\AR-蓝色最新-25.png"/>
          <p:cNvPicPr>
            <a:picLocks noChangeAspect="1" noChangeArrowheads="1"/>
          </p:cNvPicPr>
          <p:nvPr/>
        </p:nvPicPr>
        <p:blipFill>
          <a:blip r:embed="rId27" cstate="print"/>
          <a:srcRect/>
          <a:stretch>
            <a:fillRect/>
          </a:stretch>
        </p:blipFill>
        <p:spPr bwMode="auto">
          <a:xfrm>
            <a:off x="526001" y="3655868"/>
            <a:ext cx="540000" cy="441818"/>
          </a:xfrm>
          <a:prstGeom prst="rect">
            <a:avLst/>
          </a:prstGeom>
          <a:noFill/>
        </p:spPr>
      </p:pic>
      <p:pic>
        <p:nvPicPr>
          <p:cNvPr id="24" name="Picture 28" descr="E:\2016.01\1.12 扁平化图标\蓝色\AR-蓝色最新-26.png"/>
          <p:cNvPicPr>
            <a:picLocks noChangeAspect="1" noChangeArrowheads="1"/>
          </p:cNvPicPr>
          <p:nvPr/>
        </p:nvPicPr>
        <p:blipFill>
          <a:blip r:embed="rId28" cstate="print"/>
          <a:srcRect/>
          <a:stretch>
            <a:fillRect/>
          </a:stretch>
        </p:blipFill>
        <p:spPr bwMode="auto">
          <a:xfrm>
            <a:off x="1609908" y="3655868"/>
            <a:ext cx="540000" cy="441818"/>
          </a:xfrm>
          <a:prstGeom prst="rect">
            <a:avLst/>
          </a:prstGeom>
          <a:noFill/>
        </p:spPr>
      </p:pic>
      <p:pic>
        <p:nvPicPr>
          <p:cNvPr id="25" name="Picture 29" descr="E:\2016.01\1.12 扁平化图标\蓝色\AR-蓝色最新-27.png"/>
          <p:cNvPicPr>
            <a:picLocks noChangeAspect="1" noChangeArrowheads="1"/>
          </p:cNvPicPr>
          <p:nvPr/>
        </p:nvPicPr>
        <p:blipFill>
          <a:blip r:embed="rId29" cstate="print"/>
          <a:srcRect/>
          <a:stretch>
            <a:fillRect/>
          </a:stretch>
        </p:blipFill>
        <p:spPr bwMode="auto">
          <a:xfrm>
            <a:off x="2724813" y="3655868"/>
            <a:ext cx="540000" cy="441818"/>
          </a:xfrm>
          <a:prstGeom prst="rect">
            <a:avLst/>
          </a:prstGeom>
          <a:noFill/>
        </p:spPr>
      </p:pic>
      <p:pic>
        <p:nvPicPr>
          <p:cNvPr id="26" name="Picture 30" descr="E:\2016.01\1.12 扁平化图标\蓝色\AR-蓝色最新-28.png"/>
          <p:cNvPicPr>
            <a:picLocks noChangeAspect="1" noChangeArrowheads="1"/>
          </p:cNvPicPr>
          <p:nvPr/>
        </p:nvPicPr>
        <p:blipFill>
          <a:blip r:embed="rId30" cstate="print"/>
          <a:srcRect/>
          <a:stretch>
            <a:fillRect/>
          </a:stretch>
        </p:blipFill>
        <p:spPr bwMode="auto">
          <a:xfrm>
            <a:off x="3803765" y="3704359"/>
            <a:ext cx="540000" cy="441818"/>
          </a:xfrm>
          <a:prstGeom prst="rect">
            <a:avLst/>
          </a:prstGeom>
          <a:noFill/>
        </p:spPr>
      </p:pic>
      <p:pic>
        <p:nvPicPr>
          <p:cNvPr id="27" name="Picture 31" descr="E:\2016.01\1.12 扁平化图标\蓝色\AR-蓝色最新-29.png"/>
          <p:cNvPicPr>
            <a:picLocks noChangeAspect="1" noChangeArrowheads="1"/>
          </p:cNvPicPr>
          <p:nvPr/>
        </p:nvPicPr>
        <p:blipFill>
          <a:blip r:embed="rId31" cstate="print"/>
          <a:srcRect/>
          <a:stretch>
            <a:fillRect/>
          </a:stretch>
        </p:blipFill>
        <p:spPr bwMode="auto">
          <a:xfrm>
            <a:off x="4865879" y="3690505"/>
            <a:ext cx="540000" cy="441818"/>
          </a:xfrm>
          <a:prstGeom prst="rect">
            <a:avLst/>
          </a:prstGeom>
          <a:noFill/>
        </p:spPr>
      </p:pic>
      <p:pic>
        <p:nvPicPr>
          <p:cNvPr id="28" name="Picture 32" descr="E:\2016.01\1.12 扁平化图标\蓝色\AR-蓝色最新-30.png"/>
          <p:cNvPicPr>
            <a:picLocks noChangeAspect="1" noChangeArrowheads="1"/>
          </p:cNvPicPr>
          <p:nvPr/>
        </p:nvPicPr>
        <p:blipFill>
          <a:blip r:embed="rId32" cstate="print"/>
          <a:srcRect/>
          <a:stretch>
            <a:fillRect/>
          </a:stretch>
        </p:blipFill>
        <p:spPr bwMode="auto">
          <a:xfrm>
            <a:off x="5896711" y="3655868"/>
            <a:ext cx="540000" cy="441818"/>
          </a:xfrm>
          <a:prstGeom prst="rect">
            <a:avLst/>
          </a:prstGeom>
          <a:noFill/>
        </p:spPr>
      </p:pic>
      <p:sp>
        <p:nvSpPr>
          <p:cNvPr id="95" name="矩形 94"/>
          <p:cNvSpPr/>
          <p:nvPr/>
        </p:nvSpPr>
        <p:spPr>
          <a:xfrm>
            <a:off x="7909738" y="4358129"/>
            <a:ext cx="1005840" cy="400110"/>
          </a:xfrm>
          <a:prstGeom prst="rect">
            <a:avLst/>
          </a:prstGeom>
        </p:spPr>
        <p:txBody>
          <a:bodyPr wrap="square">
            <a:spAutoFit/>
          </a:bodyPr>
          <a:lstStyle/>
          <a:p>
            <a:r>
              <a:rPr lang="zh-CN" altLang="en-US" sz="1000" dirty="0" smtClean="0">
                <a:latin typeface="微软雅黑" pitchFamily="34" charset="-122"/>
                <a:ea typeface="微软雅黑" pitchFamily="34" charset="-122"/>
              </a:rPr>
              <a:t>亮度运动</a:t>
            </a:r>
          </a:p>
          <a:p>
            <a:r>
              <a:rPr lang="zh-CN" altLang="en-US" sz="1000" dirty="0" smtClean="0">
                <a:latin typeface="微软雅黑" pitchFamily="34" charset="-122"/>
                <a:ea typeface="微软雅黑" pitchFamily="34" charset="-122"/>
              </a:rPr>
              <a:t>二合一探测器</a:t>
            </a:r>
            <a:endParaRPr lang="zh-CN" altLang="en-US" sz="1000" dirty="0">
              <a:latin typeface="微软雅黑" pitchFamily="34" charset="-122"/>
              <a:ea typeface="微软雅黑" pitchFamily="34" charset="-122"/>
            </a:endParaRPr>
          </a:p>
        </p:txBody>
      </p:sp>
      <p:pic>
        <p:nvPicPr>
          <p:cNvPr id="29" name="Picture 33" descr="E:\2016.01\1.12 扁平化图标\蓝色\AR-蓝色最新-32.png"/>
          <p:cNvPicPr>
            <a:picLocks noChangeAspect="1" noChangeArrowheads="1"/>
          </p:cNvPicPr>
          <p:nvPr/>
        </p:nvPicPr>
        <p:blipFill>
          <a:blip r:embed="rId33" cstate="print"/>
          <a:srcRect/>
          <a:stretch>
            <a:fillRect/>
          </a:stretch>
        </p:blipFill>
        <p:spPr bwMode="auto">
          <a:xfrm>
            <a:off x="8142658" y="3644477"/>
            <a:ext cx="540000" cy="441818"/>
          </a:xfrm>
          <a:prstGeom prst="rect">
            <a:avLst/>
          </a:prstGeom>
          <a:noFill/>
        </p:spPr>
      </p:pic>
    </p:spTree>
  </p:cSld>
  <p:clrMapOvr>
    <a:masterClrMapping/>
  </p:clrMapOvr>
  <p:transition advClick="0" advTm="800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681036" y="1321206"/>
            <a:ext cx="569387" cy="246221"/>
          </a:xfrm>
          <a:prstGeom prst="rect">
            <a:avLst/>
          </a:prstGeom>
        </p:spPr>
        <p:txBody>
          <a:bodyPr wrap="none">
            <a:spAutoFit/>
          </a:bodyPr>
          <a:lstStyle/>
          <a:p>
            <a:r>
              <a:rPr lang="zh-CN" altLang="en-US" sz="1000" dirty="0" smtClean="0">
                <a:latin typeface="微软雅黑" pitchFamily="34" charset="-122"/>
                <a:ea typeface="微软雅黑" pitchFamily="34" charset="-122"/>
              </a:rPr>
              <a:t>变电站</a:t>
            </a:r>
            <a:endParaRPr lang="zh-CN" altLang="en-US" sz="1000" dirty="0">
              <a:latin typeface="微软雅黑" pitchFamily="34" charset="-122"/>
              <a:ea typeface="微软雅黑" pitchFamily="34" charset="-122"/>
            </a:endParaRPr>
          </a:p>
        </p:txBody>
      </p:sp>
      <p:sp>
        <p:nvSpPr>
          <p:cNvPr id="35" name="矩形 34"/>
          <p:cNvSpPr/>
          <p:nvPr/>
        </p:nvSpPr>
        <p:spPr>
          <a:xfrm>
            <a:off x="1592214" y="1321206"/>
            <a:ext cx="954107" cy="246221"/>
          </a:xfrm>
          <a:prstGeom prst="rect">
            <a:avLst/>
          </a:prstGeom>
        </p:spPr>
        <p:txBody>
          <a:bodyPr wrap="none">
            <a:spAutoFit/>
          </a:bodyPr>
          <a:lstStyle/>
          <a:p>
            <a:r>
              <a:rPr lang="zh-CN" altLang="en-US" sz="1000" dirty="0" smtClean="0">
                <a:latin typeface="微软雅黑" pitchFamily="34" charset="-122"/>
                <a:ea typeface="微软雅黑" pitchFamily="34" charset="-122"/>
              </a:rPr>
              <a:t>物联通用平台</a:t>
            </a:r>
            <a:endParaRPr lang="zh-CN" altLang="en-US" sz="1000" dirty="0">
              <a:latin typeface="微软雅黑" pitchFamily="34" charset="-122"/>
              <a:ea typeface="微软雅黑" pitchFamily="34" charset="-122"/>
            </a:endParaRPr>
          </a:p>
        </p:txBody>
      </p:sp>
      <p:sp>
        <p:nvSpPr>
          <p:cNvPr id="36" name="矩形 35"/>
          <p:cNvSpPr/>
          <p:nvPr/>
        </p:nvSpPr>
        <p:spPr>
          <a:xfrm>
            <a:off x="2748554" y="1321206"/>
            <a:ext cx="950901" cy="246221"/>
          </a:xfrm>
          <a:prstGeom prst="rect">
            <a:avLst/>
          </a:prstGeom>
        </p:spPr>
        <p:txBody>
          <a:bodyPr wrap="none">
            <a:spAutoFit/>
          </a:bodyPr>
          <a:lstStyle/>
          <a:p>
            <a:r>
              <a:rPr lang="en-US" altLang="zh-CN" sz="1000" dirty="0" smtClean="0">
                <a:latin typeface="微软雅黑" pitchFamily="34" charset="-122"/>
                <a:ea typeface="微软雅黑" pitchFamily="34" charset="-122"/>
              </a:rPr>
              <a:t>AMI</a:t>
            </a:r>
            <a:r>
              <a:rPr lang="zh-CN" altLang="en-US" sz="1000" dirty="0" smtClean="0">
                <a:latin typeface="微软雅黑" pitchFamily="34" charset="-122"/>
                <a:ea typeface="微软雅黑" pitchFamily="34" charset="-122"/>
              </a:rPr>
              <a:t>主站系统</a:t>
            </a:r>
            <a:endParaRPr lang="zh-CN" altLang="en-US" sz="1000" dirty="0">
              <a:latin typeface="微软雅黑" pitchFamily="34" charset="-122"/>
              <a:ea typeface="微软雅黑" pitchFamily="34" charset="-122"/>
            </a:endParaRPr>
          </a:p>
        </p:txBody>
      </p:sp>
      <p:sp>
        <p:nvSpPr>
          <p:cNvPr id="37" name="矩形 36"/>
          <p:cNvSpPr/>
          <p:nvPr/>
        </p:nvSpPr>
        <p:spPr>
          <a:xfrm>
            <a:off x="4021680" y="1321206"/>
            <a:ext cx="697627" cy="246221"/>
          </a:xfrm>
          <a:prstGeom prst="rect">
            <a:avLst/>
          </a:prstGeom>
        </p:spPr>
        <p:txBody>
          <a:bodyPr wrap="none">
            <a:spAutoFit/>
          </a:bodyPr>
          <a:lstStyle/>
          <a:p>
            <a:r>
              <a:rPr lang="zh-CN" altLang="en-US" sz="1000" dirty="0" smtClean="0">
                <a:latin typeface="微软雅黑" pitchFamily="34" charset="-122"/>
                <a:ea typeface="微软雅黑" pitchFamily="34" charset="-122"/>
              </a:rPr>
              <a:t>通信模块</a:t>
            </a:r>
            <a:endParaRPr lang="zh-CN" altLang="en-US" sz="1000" dirty="0">
              <a:latin typeface="微软雅黑" pitchFamily="34" charset="-122"/>
              <a:ea typeface="微软雅黑" pitchFamily="34" charset="-122"/>
            </a:endParaRPr>
          </a:p>
        </p:txBody>
      </p:sp>
      <p:sp>
        <p:nvSpPr>
          <p:cNvPr id="38" name="矩形 37"/>
          <p:cNvSpPr/>
          <p:nvPr/>
        </p:nvSpPr>
        <p:spPr>
          <a:xfrm>
            <a:off x="5206604" y="1321206"/>
            <a:ext cx="697627" cy="246221"/>
          </a:xfrm>
          <a:prstGeom prst="rect">
            <a:avLst/>
          </a:prstGeom>
        </p:spPr>
        <p:txBody>
          <a:bodyPr wrap="none">
            <a:spAutoFit/>
          </a:bodyPr>
          <a:lstStyle/>
          <a:p>
            <a:r>
              <a:rPr lang="zh-CN" altLang="en-US" sz="1000" dirty="0" smtClean="0">
                <a:latin typeface="微软雅黑" pitchFamily="34" charset="-122"/>
                <a:ea typeface="微软雅黑" pitchFamily="34" charset="-122"/>
              </a:rPr>
              <a:t>存储系统</a:t>
            </a:r>
            <a:endParaRPr lang="zh-CN" altLang="en-US" sz="1000" dirty="0">
              <a:latin typeface="微软雅黑" pitchFamily="34" charset="-122"/>
              <a:ea typeface="微软雅黑" pitchFamily="34" charset="-122"/>
            </a:endParaRPr>
          </a:p>
        </p:txBody>
      </p:sp>
      <p:sp>
        <p:nvSpPr>
          <p:cNvPr id="39" name="矩形 38"/>
          <p:cNvSpPr/>
          <p:nvPr/>
        </p:nvSpPr>
        <p:spPr>
          <a:xfrm>
            <a:off x="6437637" y="1321206"/>
            <a:ext cx="697627" cy="246221"/>
          </a:xfrm>
          <a:prstGeom prst="rect">
            <a:avLst/>
          </a:prstGeom>
        </p:spPr>
        <p:txBody>
          <a:bodyPr wrap="none">
            <a:spAutoFit/>
          </a:bodyPr>
          <a:lstStyle/>
          <a:p>
            <a:r>
              <a:rPr lang="zh-CN" altLang="en-US" sz="1000" dirty="0" smtClean="0">
                <a:latin typeface="微软雅黑" pitchFamily="34" charset="-122"/>
                <a:ea typeface="微软雅黑" pitchFamily="34" charset="-122"/>
              </a:rPr>
              <a:t>应用软件</a:t>
            </a:r>
            <a:endParaRPr lang="zh-CN" altLang="en-US" sz="1000" dirty="0">
              <a:latin typeface="微软雅黑" pitchFamily="34" charset="-122"/>
              <a:ea typeface="微软雅黑" pitchFamily="34" charset="-122"/>
            </a:endParaRPr>
          </a:p>
        </p:txBody>
      </p:sp>
      <p:sp>
        <p:nvSpPr>
          <p:cNvPr id="41" name="矩形 40"/>
          <p:cNvSpPr/>
          <p:nvPr/>
        </p:nvSpPr>
        <p:spPr>
          <a:xfrm>
            <a:off x="610504" y="2502231"/>
            <a:ext cx="811441" cy="246221"/>
          </a:xfrm>
          <a:prstGeom prst="rect">
            <a:avLst/>
          </a:prstGeom>
        </p:spPr>
        <p:txBody>
          <a:bodyPr wrap="none">
            <a:spAutoFit/>
          </a:bodyPr>
          <a:lstStyle/>
          <a:p>
            <a:r>
              <a:rPr lang="en-US" altLang="zh-CN" sz="1000" dirty="0" err="1" smtClean="0">
                <a:latin typeface="微软雅黑" pitchFamily="34" charset="-122"/>
                <a:ea typeface="微软雅黑" pitchFamily="34" charset="-122"/>
              </a:rPr>
              <a:t>ZigBee</a:t>
            </a:r>
            <a:r>
              <a:rPr lang="en-US" altLang="zh-CN" sz="1000" dirty="0" smtClean="0">
                <a:latin typeface="微软雅黑" pitchFamily="34" charset="-122"/>
                <a:ea typeface="微软雅黑" pitchFamily="34" charset="-122"/>
              </a:rPr>
              <a:t>/RF</a:t>
            </a:r>
            <a:endParaRPr lang="zh-CN" altLang="en-US" sz="1000" dirty="0">
              <a:latin typeface="微软雅黑" pitchFamily="34" charset="-122"/>
              <a:ea typeface="微软雅黑" pitchFamily="34" charset="-122"/>
            </a:endParaRPr>
          </a:p>
        </p:txBody>
      </p:sp>
      <p:sp>
        <p:nvSpPr>
          <p:cNvPr id="42" name="矩形 41"/>
          <p:cNvSpPr/>
          <p:nvPr/>
        </p:nvSpPr>
        <p:spPr>
          <a:xfrm>
            <a:off x="1848694" y="2502231"/>
            <a:ext cx="441146" cy="246221"/>
          </a:xfrm>
          <a:prstGeom prst="rect">
            <a:avLst/>
          </a:prstGeom>
        </p:spPr>
        <p:txBody>
          <a:bodyPr wrap="none">
            <a:spAutoFit/>
          </a:bodyPr>
          <a:lstStyle/>
          <a:p>
            <a:r>
              <a:rPr lang="zh-CN" altLang="en-US" sz="1000" dirty="0" smtClean="0">
                <a:latin typeface="微软雅黑" pitchFamily="34" charset="-122"/>
                <a:ea typeface="微软雅黑" pitchFamily="34" charset="-122"/>
              </a:rPr>
              <a:t>连接</a:t>
            </a:r>
            <a:endParaRPr lang="zh-CN" altLang="en-US" sz="1000" dirty="0">
              <a:latin typeface="微软雅黑" pitchFamily="34" charset="-122"/>
              <a:ea typeface="微软雅黑" pitchFamily="34" charset="-122"/>
            </a:endParaRPr>
          </a:p>
        </p:txBody>
      </p:sp>
      <p:sp>
        <p:nvSpPr>
          <p:cNvPr id="43" name="矩形 42"/>
          <p:cNvSpPr/>
          <p:nvPr/>
        </p:nvSpPr>
        <p:spPr>
          <a:xfrm>
            <a:off x="2791835" y="2502231"/>
            <a:ext cx="825867" cy="246221"/>
          </a:xfrm>
          <a:prstGeom prst="rect">
            <a:avLst/>
          </a:prstGeom>
        </p:spPr>
        <p:txBody>
          <a:bodyPr wrap="none">
            <a:spAutoFit/>
          </a:bodyPr>
          <a:lstStyle/>
          <a:p>
            <a:r>
              <a:rPr lang="zh-CN" altLang="en-US" sz="1000" dirty="0" smtClean="0">
                <a:latin typeface="微软雅黑" pitchFamily="34" charset="-122"/>
                <a:ea typeface="微软雅黑" pitchFamily="34" charset="-122"/>
              </a:rPr>
              <a:t>通用路由器</a:t>
            </a:r>
            <a:endParaRPr lang="zh-CN" altLang="en-US" sz="1000" dirty="0">
              <a:latin typeface="微软雅黑" pitchFamily="34" charset="-122"/>
              <a:ea typeface="微软雅黑" pitchFamily="34" charset="-122"/>
            </a:endParaRPr>
          </a:p>
        </p:txBody>
      </p:sp>
      <p:sp>
        <p:nvSpPr>
          <p:cNvPr id="44" name="矩形 43"/>
          <p:cNvSpPr/>
          <p:nvPr/>
        </p:nvSpPr>
        <p:spPr>
          <a:xfrm>
            <a:off x="3829319" y="2502231"/>
            <a:ext cx="1082348" cy="246221"/>
          </a:xfrm>
          <a:prstGeom prst="rect">
            <a:avLst/>
          </a:prstGeom>
        </p:spPr>
        <p:txBody>
          <a:bodyPr wrap="none">
            <a:spAutoFit/>
          </a:bodyPr>
          <a:lstStyle/>
          <a:p>
            <a:r>
              <a:rPr lang="zh-CN" altLang="en-US" sz="1000" dirty="0" smtClean="0">
                <a:latin typeface="微软雅黑" pitchFamily="34" charset="-122"/>
                <a:ea typeface="微软雅黑" pitchFamily="34" charset="-122"/>
              </a:rPr>
              <a:t>通用路由器故障</a:t>
            </a:r>
            <a:endParaRPr lang="zh-CN" altLang="en-US" sz="1000" dirty="0">
              <a:latin typeface="微软雅黑" pitchFamily="34" charset="-122"/>
              <a:ea typeface="微软雅黑" pitchFamily="34" charset="-122"/>
            </a:endParaRPr>
          </a:p>
        </p:txBody>
      </p:sp>
      <p:sp>
        <p:nvSpPr>
          <p:cNvPr id="45" name="矩形 44"/>
          <p:cNvSpPr/>
          <p:nvPr/>
        </p:nvSpPr>
        <p:spPr>
          <a:xfrm>
            <a:off x="5206604" y="2502231"/>
            <a:ext cx="697627" cy="246221"/>
          </a:xfrm>
          <a:prstGeom prst="rect">
            <a:avLst/>
          </a:prstGeom>
        </p:spPr>
        <p:txBody>
          <a:bodyPr wrap="none">
            <a:spAutoFit/>
          </a:bodyPr>
          <a:lstStyle/>
          <a:p>
            <a:r>
              <a:rPr lang="zh-CN" altLang="en-US" sz="1000" dirty="0" smtClean="0">
                <a:latin typeface="微软雅黑" pitchFamily="34" charset="-122"/>
                <a:ea typeface="微软雅黑" pitchFamily="34" charset="-122"/>
              </a:rPr>
              <a:t>阻塞端口</a:t>
            </a:r>
            <a:endParaRPr lang="zh-CN" altLang="en-US" sz="1000" dirty="0">
              <a:latin typeface="微软雅黑" pitchFamily="34" charset="-122"/>
              <a:ea typeface="微软雅黑" pitchFamily="34" charset="-122"/>
            </a:endParaRPr>
          </a:p>
        </p:txBody>
      </p:sp>
      <p:sp>
        <p:nvSpPr>
          <p:cNvPr id="46" name="矩形 45"/>
          <p:cNvSpPr/>
          <p:nvPr/>
        </p:nvSpPr>
        <p:spPr>
          <a:xfrm>
            <a:off x="6437637" y="2502231"/>
            <a:ext cx="697627" cy="246221"/>
          </a:xfrm>
          <a:prstGeom prst="rect">
            <a:avLst/>
          </a:prstGeom>
        </p:spPr>
        <p:txBody>
          <a:bodyPr wrap="none">
            <a:spAutoFit/>
          </a:bodyPr>
          <a:lstStyle/>
          <a:p>
            <a:r>
              <a:rPr lang="zh-CN" altLang="en-US" sz="1000" dirty="0" smtClean="0">
                <a:latin typeface="微软雅黑" pitchFamily="34" charset="-122"/>
                <a:ea typeface="微软雅黑" pitchFamily="34" charset="-122"/>
              </a:rPr>
              <a:t>备份端口</a:t>
            </a:r>
            <a:endParaRPr lang="zh-CN" altLang="en-US" sz="1000" dirty="0">
              <a:latin typeface="微软雅黑" pitchFamily="34" charset="-122"/>
              <a:ea typeface="微软雅黑" pitchFamily="34" charset="-122"/>
            </a:endParaRPr>
          </a:p>
        </p:txBody>
      </p:sp>
      <p:sp>
        <p:nvSpPr>
          <p:cNvPr id="47" name="矩形 46"/>
          <p:cNvSpPr/>
          <p:nvPr/>
        </p:nvSpPr>
        <p:spPr>
          <a:xfrm>
            <a:off x="7717526" y="2502231"/>
            <a:ext cx="508473" cy="246221"/>
          </a:xfrm>
          <a:prstGeom prst="rect">
            <a:avLst/>
          </a:prstGeom>
        </p:spPr>
        <p:txBody>
          <a:bodyPr wrap="none">
            <a:spAutoFit/>
          </a:bodyPr>
          <a:lstStyle/>
          <a:p>
            <a:r>
              <a:rPr lang="zh-CN" altLang="en-US" sz="1000" dirty="0" smtClean="0"/>
              <a:t> </a:t>
            </a:r>
            <a:r>
              <a:rPr lang="zh-CN" altLang="en-US" sz="1000" dirty="0" smtClean="0">
                <a:latin typeface="微软雅黑" pitchFamily="34" charset="-122"/>
                <a:ea typeface="微软雅黑" pitchFamily="34" charset="-122"/>
              </a:rPr>
              <a:t>环回 </a:t>
            </a:r>
            <a:endParaRPr lang="zh-CN" altLang="en-US" sz="1000" dirty="0">
              <a:latin typeface="微软雅黑" pitchFamily="34" charset="-122"/>
              <a:ea typeface="微软雅黑" pitchFamily="34" charset="-122"/>
            </a:endParaRPr>
          </a:p>
        </p:txBody>
      </p:sp>
      <p:pic>
        <p:nvPicPr>
          <p:cNvPr id="3" name="Picture 3" descr="E:\2016.01\1.12 扁平化图标\蓝色\AR-蓝色最新-33.png"/>
          <p:cNvPicPr>
            <a:picLocks noChangeAspect="1" noChangeArrowheads="1"/>
          </p:cNvPicPr>
          <p:nvPr/>
        </p:nvPicPr>
        <p:blipFill>
          <a:blip r:embed="rId2" cstate="print"/>
          <a:srcRect/>
          <a:stretch>
            <a:fillRect/>
          </a:stretch>
        </p:blipFill>
        <p:spPr bwMode="auto">
          <a:xfrm>
            <a:off x="1799267" y="477943"/>
            <a:ext cx="540000" cy="441818"/>
          </a:xfrm>
          <a:prstGeom prst="rect">
            <a:avLst/>
          </a:prstGeom>
          <a:noFill/>
        </p:spPr>
      </p:pic>
      <p:pic>
        <p:nvPicPr>
          <p:cNvPr id="4" name="Picture 4" descr="E:\2016.01\1.12 扁平化图标\蓝色\AR-蓝色最新-34.png"/>
          <p:cNvPicPr>
            <a:picLocks noChangeAspect="1" noChangeArrowheads="1"/>
          </p:cNvPicPr>
          <p:nvPr/>
        </p:nvPicPr>
        <p:blipFill>
          <a:blip r:embed="rId3" cstate="print"/>
          <a:srcRect/>
          <a:stretch>
            <a:fillRect/>
          </a:stretch>
        </p:blipFill>
        <p:spPr bwMode="auto">
          <a:xfrm>
            <a:off x="2934768" y="477943"/>
            <a:ext cx="540000" cy="441818"/>
          </a:xfrm>
          <a:prstGeom prst="rect">
            <a:avLst/>
          </a:prstGeom>
          <a:noFill/>
        </p:spPr>
      </p:pic>
      <p:pic>
        <p:nvPicPr>
          <p:cNvPr id="2053" name="Picture 5" descr="E:\2016.01\1.12 扁平化图标\蓝色\AR-蓝色最新-35.png"/>
          <p:cNvPicPr>
            <a:picLocks noChangeAspect="1" noChangeArrowheads="1"/>
          </p:cNvPicPr>
          <p:nvPr/>
        </p:nvPicPr>
        <p:blipFill>
          <a:blip r:embed="rId4" cstate="print"/>
          <a:srcRect/>
          <a:stretch>
            <a:fillRect/>
          </a:stretch>
        </p:blipFill>
        <p:spPr bwMode="auto">
          <a:xfrm>
            <a:off x="4100493" y="477943"/>
            <a:ext cx="540000" cy="441818"/>
          </a:xfrm>
          <a:prstGeom prst="rect">
            <a:avLst/>
          </a:prstGeom>
          <a:noFill/>
        </p:spPr>
      </p:pic>
      <p:pic>
        <p:nvPicPr>
          <p:cNvPr id="5" name="Picture 6" descr="E:\2016.01\1.12 扁平化图标\蓝色\AR-蓝色最新-36.png"/>
          <p:cNvPicPr>
            <a:picLocks noChangeAspect="1" noChangeArrowheads="1"/>
          </p:cNvPicPr>
          <p:nvPr/>
        </p:nvPicPr>
        <p:blipFill>
          <a:blip r:embed="rId5" cstate="print"/>
          <a:srcRect/>
          <a:stretch>
            <a:fillRect/>
          </a:stretch>
        </p:blipFill>
        <p:spPr bwMode="auto">
          <a:xfrm>
            <a:off x="5285417" y="477943"/>
            <a:ext cx="540000" cy="441818"/>
          </a:xfrm>
          <a:prstGeom prst="rect">
            <a:avLst/>
          </a:prstGeom>
          <a:noFill/>
        </p:spPr>
      </p:pic>
      <p:pic>
        <p:nvPicPr>
          <p:cNvPr id="6" name="Picture 7" descr="E:\2016.01\1.12 扁平化图标\蓝色\AR-蓝色最新-37.png"/>
          <p:cNvPicPr>
            <a:picLocks noChangeAspect="1" noChangeArrowheads="1"/>
          </p:cNvPicPr>
          <p:nvPr/>
        </p:nvPicPr>
        <p:blipFill>
          <a:blip r:embed="rId6" cstate="print"/>
          <a:srcRect/>
          <a:stretch>
            <a:fillRect/>
          </a:stretch>
        </p:blipFill>
        <p:spPr bwMode="auto">
          <a:xfrm>
            <a:off x="6516450" y="477943"/>
            <a:ext cx="540000" cy="441818"/>
          </a:xfrm>
          <a:prstGeom prst="rect">
            <a:avLst/>
          </a:prstGeom>
          <a:noFill/>
        </p:spPr>
      </p:pic>
      <p:pic>
        <p:nvPicPr>
          <p:cNvPr id="7" name="Picture 8" descr="E:\2016.01\1.12 扁平化图标\蓝色\AR-蓝色最新-45.png"/>
          <p:cNvPicPr>
            <a:picLocks noChangeAspect="1" noChangeArrowheads="1"/>
          </p:cNvPicPr>
          <p:nvPr/>
        </p:nvPicPr>
        <p:blipFill>
          <a:blip r:embed="rId7" cstate="print"/>
          <a:srcRect/>
          <a:stretch>
            <a:fillRect/>
          </a:stretch>
        </p:blipFill>
        <p:spPr bwMode="auto">
          <a:xfrm>
            <a:off x="695729" y="440690"/>
            <a:ext cx="540000" cy="441818"/>
          </a:xfrm>
          <a:prstGeom prst="rect">
            <a:avLst/>
          </a:prstGeom>
          <a:noFill/>
        </p:spPr>
      </p:pic>
      <p:pic>
        <p:nvPicPr>
          <p:cNvPr id="8" name="Picture 9" descr="E:\2016.01\1.12 扁平化图标\蓝色\AR-蓝色最新-44.png"/>
          <p:cNvPicPr>
            <a:picLocks noChangeAspect="1" noChangeArrowheads="1"/>
          </p:cNvPicPr>
          <p:nvPr/>
        </p:nvPicPr>
        <p:blipFill>
          <a:blip r:embed="rId8" cstate="print"/>
          <a:srcRect/>
          <a:stretch>
            <a:fillRect/>
          </a:stretch>
        </p:blipFill>
        <p:spPr bwMode="auto">
          <a:xfrm>
            <a:off x="7696953" y="1775036"/>
            <a:ext cx="540000" cy="441818"/>
          </a:xfrm>
          <a:prstGeom prst="rect">
            <a:avLst/>
          </a:prstGeom>
          <a:noFill/>
        </p:spPr>
      </p:pic>
      <p:pic>
        <p:nvPicPr>
          <p:cNvPr id="9" name="Picture 10" descr="E:\2016.01\1.12 扁平化图标\蓝色\AR-蓝色最新-38.png"/>
          <p:cNvPicPr>
            <a:picLocks noChangeAspect="1" noChangeArrowheads="1"/>
          </p:cNvPicPr>
          <p:nvPr/>
        </p:nvPicPr>
        <p:blipFill>
          <a:blip r:embed="rId9" cstate="print"/>
          <a:srcRect/>
          <a:stretch>
            <a:fillRect/>
          </a:stretch>
        </p:blipFill>
        <p:spPr bwMode="auto">
          <a:xfrm>
            <a:off x="1799267" y="1775036"/>
            <a:ext cx="540000" cy="441818"/>
          </a:xfrm>
          <a:prstGeom prst="rect">
            <a:avLst/>
          </a:prstGeom>
          <a:noFill/>
        </p:spPr>
      </p:pic>
      <p:pic>
        <p:nvPicPr>
          <p:cNvPr id="10" name="Picture 11" descr="E:\2016.01\1.12 扁平化图标\蓝色\AR-蓝色最新-39.png"/>
          <p:cNvPicPr>
            <a:picLocks noChangeAspect="1" noChangeArrowheads="1"/>
          </p:cNvPicPr>
          <p:nvPr/>
        </p:nvPicPr>
        <p:blipFill>
          <a:blip r:embed="rId10" cstate="print"/>
          <a:stretch>
            <a:fillRect/>
          </a:stretch>
        </p:blipFill>
        <p:spPr bwMode="auto">
          <a:xfrm>
            <a:off x="698176" y="1775036"/>
            <a:ext cx="535105" cy="441818"/>
          </a:xfrm>
          <a:prstGeom prst="rect">
            <a:avLst/>
          </a:prstGeom>
          <a:noFill/>
        </p:spPr>
      </p:pic>
      <p:pic>
        <p:nvPicPr>
          <p:cNvPr id="11" name="Picture 12" descr="E:\2016.01\1.12 扁平化图标\蓝色\AR-蓝色最新-40.png"/>
          <p:cNvPicPr>
            <a:picLocks noChangeAspect="1" noChangeArrowheads="1"/>
          </p:cNvPicPr>
          <p:nvPr/>
        </p:nvPicPr>
        <p:blipFill>
          <a:blip r:embed="rId11" cstate="print"/>
          <a:srcRect/>
          <a:stretch>
            <a:fillRect/>
          </a:stretch>
        </p:blipFill>
        <p:spPr bwMode="auto">
          <a:xfrm>
            <a:off x="2934768" y="1775036"/>
            <a:ext cx="540000" cy="441818"/>
          </a:xfrm>
          <a:prstGeom prst="rect">
            <a:avLst/>
          </a:prstGeom>
          <a:noFill/>
        </p:spPr>
      </p:pic>
      <p:pic>
        <p:nvPicPr>
          <p:cNvPr id="12" name="Picture 13" descr="E:\2016.01\1.12 扁平化图标\蓝色\AR-蓝色最新-41.png"/>
          <p:cNvPicPr>
            <a:picLocks noChangeAspect="1" noChangeArrowheads="1"/>
          </p:cNvPicPr>
          <p:nvPr/>
        </p:nvPicPr>
        <p:blipFill>
          <a:blip r:embed="rId12" cstate="print"/>
          <a:srcRect/>
          <a:stretch>
            <a:fillRect/>
          </a:stretch>
        </p:blipFill>
        <p:spPr bwMode="auto">
          <a:xfrm>
            <a:off x="4100493" y="1775036"/>
            <a:ext cx="540000" cy="441818"/>
          </a:xfrm>
          <a:prstGeom prst="rect">
            <a:avLst/>
          </a:prstGeom>
          <a:noFill/>
        </p:spPr>
      </p:pic>
      <p:pic>
        <p:nvPicPr>
          <p:cNvPr id="13" name="Picture 14" descr="E:\2016.01\1.12 扁平化图标\蓝色\AR-蓝色最新-42.png"/>
          <p:cNvPicPr>
            <a:picLocks noChangeAspect="1" noChangeArrowheads="1"/>
          </p:cNvPicPr>
          <p:nvPr/>
        </p:nvPicPr>
        <p:blipFill>
          <a:blip r:embed="rId13" cstate="print"/>
          <a:srcRect/>
          <a:stretch>
            <a:fillRect/>
          </a:stretch>
        </p:blipFill>
        <p:spPr bwMode="auto">
          <a:xfrm>
            <a:off x="5285417" y="1775036"/>
            <a:ext cx="540000" cy="441818"/>
          </a:xfrm>
          <a:prstGeom prst="rect">
            <a:avLst/>
          </a:prstGeom>
          <a:noFill/>
        </p:spPr>
      </p:pic>
      <p:pic>
        <p:nvPicPr>
          <p:cNvPr id="14" name="Picture 15" descr="E:\2016.01\1.12 扁平化图标\蓝色\AR-蓝色最新-43.png"/>
          <p:cNvPicPr>
            <a:picLocks noChangeAspect="1" noChangeArrowheads="1"/>
          </p:cNvPicPr>
          <p:nvPr/>
        </p:nvPicPr>
        <p:blipFill>
          <a:blip r:embed="rId14" cstate="print"/>
          <a:srcRect/>
          <a:stretch>
            <a:fillRect/>
          </a:stretch>
        </p:blipFill>
        <p:spPr bwMode="auto">
          <a:xfrm>
            <a:off x="6516450" y="1775036"/>
            <a:ext cx="540000" cy="441818"/>
          </a:xfrm>
          <a:prstGeom prst="rect">
            <a:avLst/>
          </a:prstGeom>
          <a:noFill/>
        </p:spPr>
      </p:pic>
      <p:pic>
        <p:nvPicPr>
          <p:cNvPr id="1026" name="Picture 2" descr="E:\2016.01\1.12 扁平化图标\蓝色\AR-蓝色最新-47.png"/>
          <p:cNvPicPr>
            <a:picLocks noChangeAspect="1" noChangeArrowheads="1"/>
          </p:cNvPicPr>
          <p:nvPr/>
        </p:nvPicPr>
        <p:blipFill>
          <a:blip r:embed="rId15" cstate="print"/>
          <a:srcRect/>
          <a:stretch>
            <a:fillRect/>
          </a:stretch>
        </p:blipFill>
        <p:spPr bwMode="auto">
          <a:xfrm>
            <a:off x="695729" y="3038475"/>
            <a:ext cx="540000" cy="441818"/>
          </a:xfrm>
          <a:prstGeom prst="rect">
            <a:avLst/>
          </a:prstGeom>
          <a:noFill/>
        </p:spPr>
      </p:pic>
      <p:sp>
        <p:nvSpPr>
          <p:cNvPr id="29" name="矩形 28"/>
          <p:cNvSpPr/>
          <p:nvPr/>
        </p:nvSpPr>
        <p:spPr>
          <a:xfrm>
            <a:off x="616916" y="3597606"/>
            <a:ext cx="697627" cy="246221"/>
          </a:xfrm>
          <a:prstGeom prst="rect">
            <a:avLst/>
          </a:prstGeom>
        </p:spPr>
        <p:txBody>
          <a:bodyPr wrap="none">
            <a:spAutoFit/>
          </a:bodyPr>
          <a:lstStyle/>
          <a:p>
            <a:r>
              <a:rPr lang="zh-CN" altLang="en-US" sz="1000" dirty="0" smtClean="0">
                <a:latin typeface="微软雅黑" pitchFamily="34" charset="-122"/>
                <a:ea typeface="微软雅黑" pitchFamily="34" charset="-122"/>
              </a:rPr>
              <a:t>家庭网关</a:t>
            </a:r>
            <a:endParaRPr lang="zh-CN" altLang="en-US" sz="1000" dirty="0">
              <a:latin typeface="微软雅黑" pitchFamily="34" charset="-122"/>
              <a:ea typeface="微软雅黑" pitchFamily="34" charset="-122"/>
            </a:endParaRPr>
          </a:p>
        </p:txBody>
      </p:sp>
      <p:pic>
        <p:nvPicPr>
          <p:cNvPr id="30" name="图片 29" descr="交换机.png"/>
          <p:cNvPicPr>
            <a:picLocks noChangeAspect="1"/>
          </p:cNvPicPr>
          <p:nvPr/>
        </p:nvPicPr>
        <p:blipFill>
          <a:blip r:embed="rId16" cstate="print"/>
          <a:stretch>
            <a:fillRect/>
          </a:stretch>
        </p:blipFill>
        <p:spPr>
          <a:xfrm>
            <a:off x="1795216" y="3036888"/>
            <a:ext cx="539997" cy="441815"/>
          </a:xfrm>
          <a:prstGeom prst="rect">
            <a:avLst/>
          </a:prstGeom>
        </p:spPr>
      </p:pic>
      <p:sp>
        <p:nvSpPr>
          <p:cNvPr id="31" name="TextBox 30"/>
          <p:cNvSpPr txBox="1"/>
          <p:nvPr/>
        </p:nvSpPr>
        <p:spPr>
          <a:xfrm>
            <a:off x="1651679" y="3522664"/>
            <a:ext cx="825867" cy="400110"/>
          </a:xfrm>
          <a:prstGeom prst="rect">
            <a:avLst/>
          </a:prstGeom>
          <a:noFill/>
        </p:spPr>
        <p:txBody>
          <a:bodyPr wrap="none" rtlCol="0">
            <a:spAutoFit/>
          </a:bodyPr>
          <a:lstStyle/>
          <a:p>
            <a:r>
              <a:rPr lang="en-US" altLang="zh-CN" sz="1000" dirty="0" smtClean="0">
                <a:latin typeface="微软雅黑" pitchFamily="34" charset="-122"/>
                <a:ea typeface="微软雅黑" pitchFamily="34" charset="-122"/>
              </a:rPr>
              <a:t>Agile</a:t>
            </a:r>
          </a:p>
          <a:p>
            <a:r>
              <a:rPr lang="en-US" altLang="zh-CN" sz="1000" dirty="0" smtClean="0">
                <a:latin typeface="微软雅黑" pitchFamily="34" charset="-122"/>
                <a:ea typeface="微软雅黑" pitchFamily="34" charset="-122"/>
              </a:rPr>
              <a:t>Controller</a:t>
            </a:r>
            <a:endParaRPr lang="zh-CN" altLang="en-US" sz="1000" dirty="0" smtClean="0">
              <a:latin typeface="微软雅黑" pitchFamily="34" charset="-122"/>
              <a:ea typeface="微软雅黑" pitchFamily="34" charset="-122"/>
            </a:endParaRPr>
          </a:p>
        </p:txBody>
      </p:sp>
      <p:pic>
        <p:nvPicPr>
          <p:cNvPr id="32" name="图片 31" descr="交换机.png"/>
          <p:cNvPicPr>
            <a:picLocks noChangeAspect="1"/>
          </p:cNvPicPr>
          <p:nvPr/>
        </p:nvPicPr>
        <p:blipFill>
          <a:blip r:embed="rId17" cstate="print"/>
          <a:stretch>
            <a:fillRect/>
          </a:stretch>
        </p:blipFill>
        <p:spPr>
          <a:xfrm>
            <a:off x="2911037" y="3022600"/>
            <a:ext cx="540000" cy="441817"/>
          </a:xfrm>
          <a:prstGeom prst="rect">
            <a:avLst/>
          </a:prstGeom>
        </p:spPr>
      </p:pic>
      <p:sp>
        <p:nvSpPr>
          <p:cNvPr id="33" name="TextBox 32"/>
          <p:cNvSpPr txBox="1"/>
          <p:nvPr/>
        </p:nvSpPr>
        <p:spPr>
          <a:xfrm>
            <a:off x="2798120" y="3508376"/>
            <a:ext cx="825867" cy="400110"/>
          </a:xfrm>
          <a:prstGeom prst="rect">
            <a:avLst/>
          </a:prstGeom>
          <a:noFill/>
        </p:spPr>
        <p:txBody>
          <a:bodyPr wrap="none" rtlCol="0">
            <a:spAutoFit/>
          </a:bodyPr>
          <a:lstStyle/>
          <a:p>
            <a:r>
              <a:rPr lang="en-US" altLang="zh-CN" sz="1000" dirty="0" smtClean="0">
                <a:latin typeface="微软雅黑" pitchFamily="34" charset="-122"/>
                <a:ea typeface="微软雅黑" pitchFamily="34" charset="-122"/>
              </a:rPr>
              <a:t>RADIUS</a:t>
            </a:r>
          </a:p>
          <a:p>
            <a:r>
              <a:rPr lang="zh-CN" altLang="en-US" sz="1000" dirty="0" smtClean="0">
                <a:latin typeface="微软雅黑" pitchFamily="34" charset="-122"/>
                <a:ea typeface="微软雅黑" pitchFamily="34" charset="-122"/>
              </a:rPr>
              <a:t>服务器组件</a:t>
            </a:r>
            <a:endParaRPr lang="zh-CN" altLang="en-US" sz="1000" dirty="0">
              <a:latin typeface="微软雅黑" pitchFamily="34" charset="-122"/>
              <a:ea typeface="微软雅黑" pitchFamily="34" charset="-122"/>
            </a:endParaRPr>
          </a:p>
        </p:txBody>
      </p:sp>
      <p:pic>
        <p:nvPicPr>
          <p:cNvPr id="40" name="图片 39" descr="交换机.png"/>
          <p:cNvPicPr>
            <a:picLocks noChangeAspect="1"/>
          </p:cNvPicPr>
          <p:nvPr/>
        </p:nvPicPr>
        <p:blipFill>
          <a:blip r:embed="rId18" cstate="print"/>
          <a:stretch>
            <a:fillRect/>
          </a:stretch>
        </p:blipFill>
        <p:spPr>
          <a:xfrm>
            <a:off x="4088610" y="3027362"/>
            <a:ext cx="539999" cy="441817"/>
          </a:xfrm>
          <a:prstGeom prst="rect">
            <a:avLst/>
          </a:prstGeom>
        </p:spPr>
      </p:pic>
      <p:sp>
        <p:nvSpPr>
          <p:cNvPr id="48" name="TextBox 47"/>
          <p:cNvSpPr txBox="1"/>
          <p:nvPr/>
        </p:nvSpPr>
        <p:spPr>
          <a:xfrm>
            <a:off x="3715033" y="3551239"/>
            <a:ext cx="1237839" cy="246221"/>
          </a:xfrm>
          <a:prstGeom prst="rect">
            <a:avLst/>
          </a:prstGeom>
          <a:noFill/>
        </p:spPr>
        <p:txBody>
          <a:bodyPr wrap="none" rtlCol="0">
            <a:spAutoFit/>
          </a:bodyPr>
          <a:lstStyle/>
          <a:p>
            <a:r>
              <a:rPr lang="en-US" altLang="zh-CN" sz="1000" dirty="0" smtClean="0">
                <a:latin typeface="微软雅黑" pitchFamily="34" charset="-122"/>
                <a:ea typeface="微软雅黑" pitchFamily="34" charset="-122"/>
              </a:rPr>
              <a:t>Web</a:t>
            </a:r>
            <a:r>
              <a:rPr lang="zh-CN" altLang="en-US" sz="1000" dirty="0" smtClean="0">
                <a:latin typeface="微软雅黑" pitchFamily="34" charset="-122"/>
                <a:ea typeface="微软雅黑" pitchFamily="34" charset="-122"/>
              </a:rPr>
              <a:t>浏览器客户端</a:t>
            </a:r>
            <a:endParaRPr lang="zh-CN" altLang="en-US" sz="1000" dirty="0">
              <a:latin typeface="微软雅黑" pitchFamily="34" charset="-122"/>
              <a:ea typeface="微软雅黑" pitchFamily="34" charset="-122"/>
            </a:endParaRPr>
          </a:p>
        </p:txBody>
      </p:sp>
      <p:pic>
        <p:nvPicPr>
          <p:cNvPr id="49" name="图片 48" descr="交换机.png"/>
          <p:cNvPicPr>
            <a:picLocks noChangeAspect="1"/>
          </p:cNvPicPr>
          <p:nvPr/>
        </p:nvPicPr>
        <p:blipFill>
          <a:blip r:embed="rId19" cstate="print"/>
          <a:stretch>
            <a:fillRect/>
          </a:stretch>
        </p:blipFill>
        <p:spPr>
          <a:xfrm>
            <a:off x="6515566" y="3988809"/>
            <a:ext cx="539999" cy="441817"/>
          </a:xfrm>
          <a:prstGeom prst="rect">
            <a:avLst/>
          </a:prstGeom>
        </p:spPr>
      </p:pic>
      <p:sp>
        <p:nvSpPr>
          <p:cNvPr id="50" name="TextBox 49"/>
          <p:cNvSpPr txBox="1"/>
          <p:nvPr/>
        </p:nvSpPr>
        <p:spPr>
          <a:xfrm>
            <a:off x="6408689" y="4478021"/>
            <a:ext cx="82586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云管理平台</a:t>
            </a:r>
          </a:p>
        </p:txBody>
      </p:sp>
      <p:pic>
        <p:nvPicPr>
          <p:cNvPr id="51" name="图片 50" descr="交换机.png"/>
          <p:cNvPicPr>
            <a:picLocks noChangeAspect="1"/>
          </p:cNvPicPr>
          <p:nvPr/>
        </p:nvPicPr>
        <p:blipFill>
          <a:blip r:embed="rId20" cstate="print"/>
          <a:stretch>
            <a:fillRect/>
          </a:stretch>
        </p:blipFill>
        <p:spPr>
          <a:xfrm>
            <a:off x="4107486" y="3985403"/>
            <a:ext cx="539999" cy="441817"/>
          </a:xfrm>
          <a:prstGeom prst="rect">
            <a:avLst/>
          </a:prstGeom>
        </p:spPr>
      </p:pic>
      <p:sp>
        <p:nvSpPr>
          <p:cNvPr id="52" name="TextBox 51"/>
          <p:cNvSpPr txBox="1"/>
          <p:nvPr/>
        </p:nvSpPr>
        <p:spPr>
          <a:xfrm>
            <a:off x="4000609" y="4471179"/>
            <a:ext cx="69762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云交换机</a:t>
            </a:r>
          </a:p>
        </p:txBody>
      </p:sp>
      <p:pic>
        <p:nvPicPr>
          <p:cNvPr id="53" name="图片 52" descr="交换机.png"/>
          <p:cNvPicPr>
            <a:picLocks noChangeAspect="1"/>
          </p:cNvPicPr>
          <p:nvPr/>
        </p:nvPicPr>
        <p:blipFill>
          <a:blip r:embed="rId21" cstate="print"/>
          <a:stretch>
            <a:fillRect/>
          </a:stretch>
        </p:blipFill>
        <p:spPr>
          <a:xfrm>
            <a:off x="677147" y="3991666"/>
            <a:ext cx="539999" cy="441817"/>
          </a:xfrm>
          <a:prstGeom prst="rect">
            <a:avLst/>
          </a:prstGeom>
        </p:spPr>
      </p:pic>
      <p:sp>
        <p:nvSpPr>
          <p:cNvPr id="54" name="TextBox 53"/>
          <p:cNvSpPr txBox="1"/>
          <p:nvPr/>
        </p:nvSpPr>
        <p:spPr>
          <a:xfrm>
            <a:off x="597893" y="4439429"/>
            <a:ext cx="69762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云路由器</a:t>
            </a:r>
          </a:p>
        </p:txBody>
      </p:sp>
      <p:pic>
        <p:nvPicPr>
          <p:cNvPr id="55" name="图片 54" descr="交换机.png"/>
          <p:cNvPicPr>
            <a:picLocks noChangeAspect="1"/>
          </p:cNvPicPr>
          <p:nvPr/>
        </p:nvPicPr>
        <p:blipFill>
          <a:blip r:embed="rId22" cstate="print"/>
          <a:stretch>
            <a:fillRect/>
          </a:stretch>
        </p:blipFill>
        <p:spPr>
          <a:xfrm>
            <a:off x="1762343" y="3992071"/>
            <a:ext cx="539999" cy="441817"/>
          </a:xfrm>
          <a:prstGeom prst="rect">
            <a:avLst/>
          </a:prstGeom>
        </p:spPr>
      </p:pic>
      <p:sp>
        <p:nvSpPr>
          <p:cNvPr id="56" name="TextBox 55"/>
          <p:cNvSpPr txBox="1"/>
          <p:nvPr/>
        </p:nvSpPr>
        <p:spPr>
          <a:xfrm>
            <a:off x="1696443" y="4439429"/>
            <a:ext cx="69762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云防火墙</a:t>
            </a:r>
          </a:p>
        </p:txBody>
      </p:sp>
      <p:pic>
        <p:nvPicPr>
          <p:cNvPr id="57" name="图片 56" descr="交换机.png"/>
          <p:cNvPicPr>
            <a:picLocks noChangeAspect="1"/>
          </p:cNvPicPr>
          <p:nvPr/>
        </p:nvPicPr>
        <p:blipFill>
          <a:blip r:embed="rId23" cstate="print"/>
          <a:stretch>
            <a:fillRect/>
          </a:stretch>
        </p:blipFill>
        <p:spPr>
          <a:xfrm>
            <a:off x="5325564" y="3992071"/>
            <a:ext cx="540000" cy="441817"/>
          </a:xfrm>
          <a:prstGeom prst="rect">
            <a:avLst/>
          </a:prstGeom>
        </p:spPr>
      </p:pic>
      <p:sp>
        <p:nvSpPr>
          <p:cNvPr id="58" name="TextBox 57"/>
          <p:cNvSpPr txBox="1"/>
          <p:nvPr/>
        </p:nvSpPr>
        <p:spPr>
          <a:xfrm>
            <a:off x="5142487" y="4471671"/>
            <a:ext cx="95410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第三方云平台</a:t>
            </a:r>
          </a:p>
        </p:txBody>
      </p:sp>
      <p:pic>
        <p:nvPicPr>
          <p:cNvPr id="59" name="图片 58" descr="交换机.png"/>
          <p:cNvPicPr>
            <a:picLocks noChangeAspect="1"/>
          </p:cNvPicPr>
          <p:nvPr/>
        </p:nvPicPr>
        <p:blipFill>
          <a:blip r:embed="rId24" cstate="print"/>
          <a:stretch>
            <a:fillRect/>
          </a:stretch>
        </p:blipFill>
        <p:spPr>
          <a:xfrm>
            <a:off x="2890122" y="3982546"/>
            <a:ext cx="540000" cy="441817"/>
          </a:xfrm>
          <a:prstGeom prst="rect">
            <a:avLst/>
          </a:prstGeom>
        </p:spPr>
      </p:pic>
      <p:sp>
        <p:nvSpPr>
          <p:cNvPr id="60" name="TextBox 59"/>
          <p:cNvSpPr txBox="1"/>
          <p:nvPr/>
        </p:nvSpPr>
        <p:spPr>
          <a:xfrm>
            <a:off x="2985243" y="4455796"/>
            <a:ext cx="481222"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云</a:t>
            </a:r>
            <a:r>
              <a:rPr lang="en-US" altLang="zh-CN" sz="1000" dirty="0" smtClean="0">
                <a:latin typeface="微软雅黑" pitchFamily="34" charset="-122"/>
                <a:ea typeface="微软雅黑" pitchFamily="34" charset="-122"/>
              </a:rPr>
              <a:t>AP</a:t>
            </a:r>
            <a:endParaRPr lang="zh-CN" altLang="en-US" sz="1000" dirty="0" smtClean="0">
              <a:latin typeface="微软雅黑" pitchFamily="34" charset="-122"/>
              <a:ea typeface="微软雅黑" pitchFamily="34" charset="-122"/>
            </a:endParaRPr>
          </a:p>
        </p:txBody>
      </p:sp>
      <p:pic>
        <p:nvPicPr>
          <p:cNvPr id="61" name="图片 60" descr="交换机.png"/>
          <p:cNvPicPr>
            <a:picLocks noChangeAspect="1"/>
          </p:cNvPicPr>
          <p:nvPr/>
        </p:nvPicPr>
        <p:blipFill>
          <a:blip r:embed="rId25" cstate="print"/>
          <a:stretch>
            <a:fillRect/>
          </a:stretch>
        </p:blipFill>
        <p:spPr>
          <a:xfrm>
            <a:off x="5317906" y="3036396"/>
            <a:ext cx="540000" cy="441817"/>
          </a:xfrm>
          <a:prstGeom prst="rect">
            <a:avLst/>
          </a:prstGeom>
        </p:spPr>
      </p:pic>
      <p:sp>
        <p:nvSpPr>
          <p:cNvPr id="62" name="TextBox 61"/>
          <p:cNvSpPr txBox="1"/>
          <p:nvPr/>
        </p:nvSpPr>
        <p:spPr>
          <a:xfrm>
            <a:off x="5286779" y="3522172"/>
            <a:ext cx="56938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虚拟机</a:t>
            </a:r>
          </a:p>
        </p:txBody>
      </p:sp>
      <p:pic>
        <p:nvPicPr>
          <p:cNvPr id="63" name="图片 62" descr="交换机.png"/>
          <p:cNvPicPr>
            <a:picLocks noChangeAspect="1"/>
          </p:cNvPicPr>
          <p:nvPr/>
        </p:nvPicPr>
        <p:blipFill>
          <a:blip r:embed="rId26" cstate="print"/>
          <a:stretch>
            <a:fillRect/>
          </a:stretch>
        </p:blipFill>
        <p:spPr>
          <a:xfrm>
            <a:off x="6518880" y="3031634"/>
            <a:ext cx="539999" cy="441817"/>
          </a:xfrm>
          <a:prstGeom prst="rect">
            <a:avLst/>
          </a:prstGeom>
        </p:spPr>
      </p:pic>
      <p:sp>
        <p:nvSpPr>
          <p:cNvPr id="64" name="TextBox 63"/>
          <p:cNvSpPr txBox="1"/>
          <p:nvPr/>
        </p:nvSpPr>
        <p:spPr>
          <a:xfrm>
            <a:off x="6426951" y="3522172"/>
            <a:ext cx="82586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虚拟化平台</a:t>
            </a:r>
          </a:p>
        </p:txBody>
      </p:sp>
      <p:sp>
        <p:nvSpPr>
          <p:cNvPr id="65" name="TextBox 64"/>
          <p:cNvSpPr txBox="1"/>
          <p:nvPr/>
        </p:nvSpPr>
        <p:spPr>
          <a:xfrm>
            <a:off x="7633138" y="3489326"/>
            <a:ext cx="69762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通用网管</a:t>
            </a:r>
          </a:p>
        </p:txBody>
      </p:sp>
      <p:pic>
        <p:nvPicPr>
          <p:cNvPr id="66" name="图片 65" descr="通用网管-蓝.png"/>
          <p:cNvPicPr>
            <a:picLocks noChangeAspect="1"/>
          </p:cNvPicPr>
          <p:nvPr/>
        </p:nvPicPr>
        <p:blipFill>
          <a:blip r:embed="rId27" cstate="print"/>
          <a:stretch>
            <a:fillRect/>
          </a:stretch>
        </p:blipFill>
        <p:spPr>
          <a:xfrm>
            <a:off x="7699375" y="3022339"/>
            <a:ext cx="540000" cy="441818"/>
          </a:xfrm>
          <a:prstGeom prst="rect">
            <a:avLst/>
          </a:prstGeom>
        </p:spPr>
      </p:pic>
      <p:pic>
        <p:nvPicPr>
          <p:cNvPr id="67" name="图片 66" descr="交换机.png"/>
          <p:cNvPicPr>
            <a:picLocks noChangeAspect="1"/>
          </p:cNvPicPr>
          <p:nvPr/>
        </p:nvPicPr>
        <p:blipFill>
          <a:blip r:embed="rId28" cstate="print"/>
          <a:stretch>
            <a:fillRect/>
          </a:stretch>
        </p:blipFill>
        <p:spPr>
          <a:xfrm>
            <a:off x="7710238" y="3989388"/>
            <a:ext cx="540000" cy="441817"/>
          </a:xfrm>
          <a:prstGeom prst="rect">
            <a:avLst/>
          </a:prstGeom>
        </p:spPr>
      </p:pic>
      <p:sp>
        <p:nvSpPr>
          <p:cNvPr id="68" name="TextBox 67"/>
          <p:cNvSpPr txBox="1"/>
          <p:nvPr/>
        </p:nvSpPr>
        <p:spPr>
          <a:xfrm>
            <a:off x="7702421" y="4475164"/>
            <a:ext cx="56938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服务器</a:t>
            </a:r>
          </a:p>
        </p:txBody>
      </p:sp>
    </p:spTree>
  </p:cSld>
  <p:clrMapOvr>
    <a:masterClrMapping/>
  </p:clrMapOvr>
  <p:transition advClick="0" advTm="8000">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交换机.png"/>
          <p:cNvPicPr>
            <a:picLocks noChangeAspect="1"/>
          </p:cNvPicPr>
          <p:nvPr/>
        </p:nvPicPr>
        <p:blipFill>
          <a:blip r:embed="rId2" cstate="print"/>
          <a:stretch>
            <a:fillRect/>
          </a:stretch>
        </p:blipFill>
        <p:spPr>
          <a:xfrm>
            <a:off x="1886139" y="455613"/>
            <a:ext cx="539999" cy="441817"/>
          </a:xfrm>
          <a:prstGeom prst="rect">
            <a:avLst/>
          </a:prstGeom>
        </p:spPr>
      </p:pic>
      <p:sp>
        <p:nvSpPr>
          <p:cNvPr id="4" name="TextBox 3"/>
          <p:cNvSpPr txBox="1"/>
          <p:nvPr/>
        </p:nvSpPr>
        <p:spPr>
          <a:xfrm>
            <a:off x="1683694" y="941389"/>
            <a:ext cx="976549" cy="246221"/>
          </a:xfrm>
          <a:prstGeom prst="rect">
            <a:avLst/>
          </a:prstGeom>
          <a:noFill/>
        </p:spPr>
        <p:txBody>
          <a:bodyPr wrap="none" rtlCol="0">
            <a:spAutoFit/>
          </a:bodyPr>
          <a:lstStyle/>
          <a:p>
            <a:r>
              <a:rPr lang="en-US" altLang="zh-CN" sz="1000" dirty="0" smtClean="0">
                <a:latin typeface="微软雅黑" pitchFamily="34" charset="-122"/>
                <a:ea typeface="微软雅黑" pitchFamily="34" charset="-122"/>
              </a:rPr>
              <a:t>Radius</a:t>
            </a:r>
            <a:r>
              <a:rPr lang="zh-CN" altLang="en-US" sz="1000" dirty="0" smtClean="0">
                <a:latin typeface="微软雅黑" pitchFamily="34" charset="-122"/>
                <a:ea typeface="微软雅黑" pitchFamily="34" charset="-122"/>
              </a:rPr>
              <a:t>服务器</a:t>
            </a:r>
            <a:endParaRPr lang="zh-CN" altLang="en-US" sz="1000" dirty="0">
              <a:latin typeface="微软雅黑" pitchFamily="34" charset="-122"/>
              <a:ea typeface="微软雅黑" pitchFamily="34" charset="-122"/>
            </a:endParaRPr>
          </a:p>
        </p:txBody>
      </p:sp>
      <p:pic>
        <p:nvPicPr>
          <p:cNvPr id="5" name="图片 4" descr="交换机.png"/>
          <p:cNvPicPr>
            <a:picLocks noChangeAspect="1"/>
          </p:cNvPicPr>
          <p:nvPr/>
        </p:nvPicPr>
        <p:blipFill>
          <a:blip r:embed="rId3" cstate="print"/>
          <a:stretch>
            <a:fillRect/>
          </a:stretch>
        </p:blipFill>
        <p:spPr>
          <a:xfrm>
            <a:off x="3111689" y="455613"/>
            <a:ext cx="539999" cy="441817"/>
          </a:xfrm>
          <a:prstGeom prst="rect">
            <a:avLst/>
          </a:prstGeom>
        </p:spPr>
      </p:pic>
      <p:sp>
        <p:nvSpPr>
          <p:cNvPr id="6" name="TextBox 5"/>
          <p:cNvSpPr txBox="1"/>
          <p:nvPr/>
        </p:nvSpPr>
        <p:spPr>
          <a:xfrm>
            <a:off x="2899084" y="941389"/>
            <a:ext cx="82586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认证服务器</a:t>
            </a:r>
            <a:endParaRPr lang="zh-CN" altLang="en-US" sz="1000" dirty="0">
              <a:latin typeface="微软雅黑" pitchFamily="34" charset="-122"/>
              <a:ea typeface="微软雅黑" pitchFamily="34" charset="-122"/>
            </a:endParaRPr>
          </a:p>
        </p:txBody>
      </p:sp>
      <p:pic>
        <p:nvPicPr>
          <p:cNvPr id="7" name="图片 6" descr="交换机.png"/>
          <p:cNvPicPr>
            <a:picLocks noChangeAspect="1"/>
          </p:cNvPicPr>
          <p:nvPr/>
        </p:nvPicPr>
        <p:blipFill>
          <a:blip r:embed="rId4" cstate="print"/>
          <a:stretch>
            <a:fillRect/>
          </a:stretch>
        </p:blipFill>
        <p:spPr>
          <a:xfrm>
            <a:off x="4349690" y="458787"/>
            <a:ext cx="539999" cy="441817"/>
          </a:xfrm>
          <a:prstGeom prst="rect">
            <a:avLst/>
          </a:prstGeom>
        </p:spPr>
      </p:pic>
      <p:sp>
        <p:nvSpPr>
          <p:cNvPr id="8" name="TextBox 7"/>
          <p:cNvSpPr txBox="1"/>
          <p:nvPr/>
        </p:nvSpPr>
        <p:spPr>
          <a:xfrm>
            <a:off x="4265673" y="944563"/>
            <a:ext cx="756938" cy="246221"/>
          </a:xfrm>
          <a:prstGeom prst="rect">
            <a:avLst/>
          </a:prstGeom>
          <a:noFill/>
        </p:spPr>
        <p:txBody>
          <a:bodyPr wrap="none" rtlCol="0">
            <a:spAutoFit/>
          </a:bodyPr>
          <a:lstStyle/>
          <a:p>
            <a:r>
              <a:rPr lang="en-US" altLang="zh-CN" sz="1000" dirty="0" smtClean="0">
                <a:latin typeface="微软雅黑" pitchFamily="34" charset="-122"/>
                <a:ea typeface="微软雅黑" pitchFamily="34" charset="-122"/>
              </a:rPr>
              <a:t>AD</a:t>
            </a:r>
            <a:r>
              <a:rPr lang="zh-CN" altLang="en-US" sz="1000" dirty="0" smtClean="0">
                <a:latin typeface="微软雅黑" pitchFamily="34" charset="-122"/>
                <a:ea typeface="微软雅黑" pitchFamily="34" charset="-122"/>
              </a:rPr>
              <a:t>服务器</a:t>
            </a:r>
            <a:endParaRPr lang="zh-CN" altLang="en-US" sz="1000" dirty="0">
              <a:latin typeface="微软雅黑" pitchFamily="34" charset="-122"/>
              <a:ea typeface="微软雅黑" pitchFamily="34" charset="-122"/>
            </a:endParaRPr>
          </a:p>
        </p:txBody>
      </p:sp>
      <p:pic>
        <p:nvPicPr>
          <p:cNvPr id="9" name="图片 8" descr="交换机.png"/>
          <p:cNvPicPr>
            <a:picLocks noChangeAspect="1"/>
          </p:cNvPicPr>
          <p:nvPr/>
        </p:nvPicPr>
        <p:blipFill>
          <a:blip r:embed="rId5" cstate="print"/>
          <a:stretch>
            <a:fillRect/>
          </a:stretch>
        </p:blipFill>
        <p:spPr>
          <a:xfrm>
            <a:off x="5543740" y="455613"/>
            <a:ext cx="539999" cy="441816"/>
          </a:xfrm>
          <a:prstGeom prst="rect">
            <a:avLst/>
          </a:prstGeom>
        </p:spPr>
      </p:pic>
      <p:sp>
        <p:nvSpPr>
          <p:cNvPr id="10" name="TextBox 9"/>
          <p:cNvSpPr txBox="1"/>
          <p:nvPr/>
        </p:nvSpPr>
        <p:spPr>
          <a:xfrm>
            <a:off x="5377173" y="941389"/>
            <a:ext cx="931665" cy="246221"/>
          </a:xfrm>
          <a:prstGeom prst="rect">
            <a:avLst/>
          </a:prstGeom>
          <a:noFill/>
        </p:spPr>
        <p:txBody>
          <a:bodyPr wrap="none" rtlCol="0">
            <a:spAutoFit/>
          </a:bodyPr>
          <a:lstStyle/>
          <a:p>
            <a:r>
              <a:rPr lang="en-US" altLang="zh-CN" sz="1000" dirty="0" smtClean="0">
                <a:latin typeface="微软雅黑" pitchFamily="34" charset="-122"/>
                <a:ea typeface="微软雅黑" pitchFamily="34" charset="-122"/>
              </a:rPr>
              <a:t>DHCP</a:t>
            </a:r>
            <a:r>
              <a:rPr lang="zh-CN" altLang="en-US" sz="1000" dirty="0" smtClean="0">
                <a:latin typeface="微软雅黑" pitchFamily="34" charset="-122"/>
                <a:ea typeface="微软雅黑" pitchFamily="34" charset="-122"/>
              </a:rPr>
              <a:t>服务器</a:t>
            </a:r>
            <a:endParaRPr lang="zh-CN" altLang="en-US" sz="1000" dirty="0">
              <a:latin typeface="微软雅黑" pitchFamily="34" charset="-122"/>
              <a:ea typeface="微软雅黑" pitchFamily="34" charset="-122"/>
            </a:endParaRPr>
          </a:p>
        </p:txBody>
      </p:sp>
      <p:pic>
        <p:nvPicPr>
          <p:cNvPr id="11" name="图片 10" descr="交换机.png"/>
          <p:cNvPicPr>
            <a:picLocks noChangeAspect="1"/>
          </p:cNvPicPr>
          <p:nvPr/>
        </p:nvPicPr>
        <p:blipFill>
          <a:blip r:embed="rId6" cstate="print"/>
          <a:stretch>
            <a:fillRect/>
          </a:stretch>
        </p:blipFill>
        <p:spPr>
          <a:xfrm>
            <a:off x="692089" y="455613"/>
            <a:ext cx="539999" cy="441817"/>
          </a:xfrm>
          <a:prstGeom prst="rect">
            <a:avLst/>
          </a:prstGeom>
        </p:spPr>
      </p:pic>
      <p:sp>
        <p:nvSpPr>
          <p:cNvPr id="12" name="TextBox 11"/>
          <p:cNvSpPr txBox="1"/>
          <p:nvPr/>
        </p:nvSpPr>
        <p:spPr>
          <a:xfrm>
            <a:off x="604262" y="941389"/>
            <a:ext cx="69762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裸金属机</a:t>
            </a:r>
            <a:endParaRPr lang="zh-CN" altLang="en-US" sz="1000" dirty="0">
              <a:latin typeface="微软雅黑" pitchFamily="34" charset="-122"/>
              <a:ea typeface="微软雅黑" pitchFamily="34" charset="-122"/>
            </a:endParaRPr>
          </a:p>
        </p:txBody>
      </p:sp>
      <p:pic>
        <p:nvPicPr>
          <p:cNvPr id="13" name="图片 12" descr="交换机.png"/>
          <p:cNvPicPr>
            <a:picLocks noChangeAspect="1"/>
          </p:cNvPicPr>
          <p:nvPr/>
        </p:nvPicPr>
        <p:blipFill>
          <a:blip r:embed="rId7" cstate="print"/>
          <a:stretch>
            <a:fillRect/>
          </a:stretch>
        </p:blipFill>
        <p:spPr>
          <a:xfrm>
            <a:off x="6747531" y="458787"/>
            <a:ext cx="539997" cy="441816"/>
          </a:xfrm>
          <a:prstGeom prst="rect">
            <a:avLst/>
          </a:prstGeom>
        </p:spPr>
      </p:pic>
      <p:sp>
        <p:nvSpPr>
          <p:cNvPr id="14" name="TextBox 13"/>
          <p:cNvSpPr txBox="1"/>
          <p:nvPr/>
        </p:nvSpPr>
        <p:spPr>
          <a:xfrm>
            <a:off x="6580965" y="957756"/>
            <a:ext cx="931665" cy="246221"/>
          </a:xfrm>
          <a:prstGeom prst="rect">
            <a:avLst/>
          </a:prstGeom>
          <a:noFill/>
        </p:spPr>
        <p:txBody>
          <a:bodyPr wrap="none" rtlCol="0">
            <a:spAutoFit/>
          </a:bodyPr>
          <a:lstStyle/>
          <a:p>
            <a:r>
              <a:rPr lang="en-US" altLang="zh-CN" sz="1000" dirty="0" smtClean="0">
                <a:latin typeface="微软雅黑" pitchFamily="34" charset="-122"/>
                <a:ea typeface="微软雅黑" pitchFamily="34" charset="-122"/>
              </a:rPr>
              <a:t>LDAP</a:t>
            </a:r>
            <a:r>
              <a:rPr lang="zh-CN" altLang="en-US" sz="1000" dirty="0" smtClean="0">
                <a:latin typeface="微软雅黑" pitchFamily="34" charset="-122"/>
                <a:ea typeface="微软雅黑" pitchFamily="34" charset="-122"/>
              </a:rPr>
              <a:t>服务器</a:t>
            </a:r>
            <a:endParaRPr lang="zh-CN" altLang="en-US" sz="1000" dirty="0">
              <a:latin typeface="微软雅黑" pitchFamily="34" charset="-122"/>
              <a:ea typeface="微软雅黑" pitchFamily="34" charset="-122"/>
            </a:endParaRPr>
          </a:p>
        </p:txBody>
      </p:sp>
      <p:pic>
        <p:nvPicPr>
          <p:cNvPr id="15" name="图片 14" descr="交换机.png"/>
          <p:cNvPicPr>
            <a:picLocks noChangeAspect="1"/>
          </p:cNvPicPr>
          <p:nvPr/>
        </p:nvPicPr>
        <p:blipFill>
          <a:blip r:embed="rId8" cstate="print"/>
          <a:stretch>
            <a:fillRect/>
          </a:stretch>
        </p:blipFill>
        <p:spPr>
          <a:xfrm>
            <a:off x="7988171" y="449754"/>
            <a:ext cx="540000" cy="441817"/>
          </a:xfrm>
          <a:prstGeom prst="rect">
            <a:avLst/>
          </a:prstGeom>
        </p:spPr>
      </p:pic>
      <p:sp>
        <p:nvSpPr>
          <p:cNvPr id="16" name="TextBox 15"/>
          <p:cNvSpPr txBox="1"/>
          <p:nvPr/>
        </p:nvSpPr>
        <p:spPr>
          <a:xfrm>
            <a:off x="8000622" y="935530"/>
            <a:ext cx="441146"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集群</a:t>
            </a:r>
            <a:endParaRPr lang="zh-CN" altLang="en-US" sz="1000" dirty="0">
              <a:latin typeface="微软雅黑" pitchFamily="34" charset="-122"/>
              <a:ea typeface="微软雅黑" pitchFamily="34" charset="-122"/>
            </a:endParaRPr>
          </a:p>
        </p:txBody>
      </p:sp>
      <p:sp>
        <p:nvSpPr>
          <p:cNvPr id="19" name="TextBox 18"/>
          <p:cNvSpPr txBox="1"/>
          <p:nvPr/>
        </p:nvSpPr>
        <p:spPr>
          <a:xfrm>
            <a:off x="2917905" y="2081705"/>
            <a:ext cx="922378" cy="246221"/>
          </a:xfrm>
          <a:prstGeom prst="rect">
            <a:avLst/>
          </a:prstGeom>
          <a:noFill/>
        </p:spPr>
        <p:txBody>
          <a:bodyPr wrap="square" rtlCol="0">
            <a:spAutoFit/>
          </a:bodyPr>
          <a:lstStyle/>
          <a:p>
            <a:pPr algn="ctr"/>
            <a:r>
              <a:rPr lang="en-US" altLang="zh-CN" sz="1000" dirty="0" smtClean="0">
                <a:latin typeface="微软雅黑" pitchFamily="34" charset="-122"/>
                <a:ea typeface="微软雅黑" pitchFamily="34" charset="-122"/>
              </a:rPr>
              <a:t>Mail</a:t>
            </a:r>
            <a:r>
              <a:rPr lang="zh-CN" altLang="en-US" sz="1000" dirty="0" smtClean="0">
                <a:latin typeface="微软雅黑" pitchFamily="34" charset="-122"/>
                <a:ea typeface="微软雅黑" pitchFamily="34" charset="-122"/>
              </a:rPr>
              <a:t>服务器</a:t>
            </a:r>
            <a:endParaRPr lang="zh-CN" altLang="en-US" sz="1000" dirty="0">
              <a:latin typeface="微软雅黑" pitchFamily="34" charset="-122"/>
              <a:ea typeface="微软雅黑" pitchFamily="34" charset="-122"/>
            </a:endParaRPr>
          </a:p>
        </p:txBody>
      </p:sp>
      <p:sp>
        <p:nvSpPr>
          <p:cNvPr id="20" name="TextBox 19"/>
          <p:cNvSpPr txBox="1"/>
          <p:nvPr/>
        </p:nvSpPr>
        <p:spPr>
          <a:xfrm>
            <a:off x="4141355" y="2081705"/>
            <a:ext cx="853119" cy="246221"/>
          </a:xfrm>
          <a:prstGeom prst="rect">
            <a:avLst/>
          </a:prstGeom>
          <a:noFill/>
        </p:spPr>
        <p:txBody>
          <a:bodyPr wrap="none" rtlCol="0">
            <a:spAutoFit/>
          </a:bodyPr>
          <a:lstStyle/>
          <a:p>
            <a:r>
              <a:rPr lang="en-US" altLang="zh-CN" sz="1000" dirty="0" smtClean="0">
                <a:latin typeface="微软雅黑" pitchFamily="34" charset="-122"/>
                <a:ea typeface="微软雅黑" pitchFamily="34" charset="-122"/>
              </a:rPr>
              <a:t>Web</a:t>
            </a:r>
            <a:r>
              <a:rPr lang="zh-CN" altLang="en-US" sz="1000" dirty="0" smtClean="0">
                <a:latin typeface="微软雅黑" pitchFamily="34" charset="-122"/>
                <a:ea typeface="微软雅黑" pitchFamily="34" charset="-122"/>
              </a:rPr>
              <a:t>服务器</a:t>
            </a:r>
            <a:endParaRPr lang="zh-CN" altLang="en-US" sz="1000" dirty="0">
              <a:latin typeface="微软雅黑" pitchFamily="34" charset="-122"/>
              <a:ea typeface="微软雅黑" pitchFamily="34" charset="-122"/>
            </a:endParaRPr>
          </a:p>
        </p:txBody>
      </p:sp>
      <p:pic>
        <p:nvPicPr>
          <p:cNvPr id="21" name="图片 20" descr="交换机.png"/>
          <p:cNvPicPr>
            <a:picLocks noChangeAspect="1"/>
          </p:cNvPicPr>
          <p:nvPr/>
        </p:nvPicPr>
        <p:blipFill>
          <a:blip r:embed="rId9" cstate="print"/>
          <a:stretch>
            <a:fillRect/>
          </a:stretch>
        </p:blipFill>
        <p:spPr>
          <a:xfrm>
            <a:off x="1903664" y="1595929"/>
            <a:ext cx="539999" cy="441816"/>
          </a:xfrm>
          <a:prstGeom prst="rect">
            <a:avLst/>
          </a:prstGeom>
        </p:spPr>
      </p:pic>
      <p:sp>
        <p:nvSpPr>
          <p:cNvPr id="22" name="TextBox 21"/>
          <p:cNvSpPr txBox="1"/>
          <p:nvPr/>
        </p:nvSpPr>
        <p:spPr>
          <a:xfrm>
            <a:off x="5426757" y="2081705"/>
            <a:ext cx="790601"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FTP</a:t>
            </a:r>
            <a:r>
              <a:rPr lang="zh-CN" altLang="en-US" sz="1000" dirty="0" smtClean="0">
                <a:latin typeface="微软雅黑" pitchFamily="34" charset="-122"/>
                <a:ea typeface="微软雅黑" pitchFamily="34" charset="-122"/>
              </a:rPr>
              <a:t>服务器</a:t>
            </a:r>
            <a:endParaRPr lang="zh-CN" altLang="en-US" sz="1000" dirty="0">
              <a:latin typeface="微软雅黑" pitchFamily="34" charset="-122"/>
              <a:ea typeface="微软雅黑" pitchFamily="34" charset="-122"/>
            </a:endParaRPr>
          </a:p>
        </p:txBody>
      </p:sp>
      <p:pic>
        <p:nvPicPr>
          <p:cNvPr id="23" name="图片 22" descr="Web服务器-蓝.png"/>
          <p:cNvPicPr>
            <a:picLocks noChangeAspect="1"/>
          </p:cNvPicPr>
          <p:nvPr/>
        </p:nvPicPr>
        <p:blipFill>
          <a:blip r:embed="rId10" cstate="print"/>
          <a:stretch>
            <a:fillRect/>
          </a:stretch>
        </p:blipFill>
        <p:spPr>
          <a:xfrm>
            <a:off x="4309192" y="1592754"/>
            <a:ext cx="540000" cy="441818"/>
          </a:xfrm>
          <a:prstGeom prst="rect">
            <a:avLst/>
          </a:prstGeom>
        </p:spPr>
      </p:pic>
      <p:pic>
        <p:nvPicPr>
          <p:cNvPr id="24" name="图片 23" descr="FTP服务器-蓝.png"/>
          <p:cNvPicPr>
            <a:picLocks noChangeAspect="1"/>
          </p:cNvPicPr>
          <p:nvPr/>
        </p:nvPicPr>
        <p:blipFill>
          <a:blip r:embed="rId11" cstate="print"/>
          <a:stretch>
            <a:fillRect/>
          </a:stretch>
        </p:blipFill>
        <p:spPr>
          <a:xfrm>
            <a:off x="5522913" y="1595929"/>
            <a:ext cx="540000" cy="441818"/>
          </a:xfrm>
          <a:prstGeom prst="rect">
            <a:avLst/>
          </a:prstGeom>
        </p:spPr>
      </p:pic>
      <p:pic>
        <p:nvPicPr>
          <p:cNvPr id="25" name="图片 24" descr="邮件服务器-蓝.png"/>
          <p:cNvPicPr>
            <a:picLocks noChangeAspect="1"/>
          </p:cNvPicPr>
          <p:nvPr/>
        </p:nvPicPr>
        <p:blipFill>
          <a:blip r:embed="rId12" cstate="print"/>
          <a:stretch>
            <a:fillRect/>
          </a:stretch>
        </p:blipFill>
        <p:spPr>
          <a:xfrm>
            <a:off x="3093543" y="1595929"/>
            <a:ext cx="540000" cy="441818"/>
          </a:xfrm>
          <a:prstGeom prst="rect">
            <a:avLst/>
          </a:prstGeom>
        </p:spPr>
      </p:pic>
      <p:sp>
        <p:nvSpPr>
          <p:cNvPr id="26" name="TextBox 25"/>
          <p:cNvSpPr txBox="1"/>
          <p:nvPr/>
        </p:nvSpPr>
        <p:spPr>
          <a:xfrm>
            <a:off x="1745175" y="2037745"/>
            <a:ext cx="825867" cy="400110"/>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文件服务器</a:t>
            </a:r>
            <a:endParaRPr lang="en-US" altLang="zh-CN" sz="1000" dirty="0" smtClean="0">
              <a:latin typeface="微软雅黑" pitchFamily="34" charset="-122"/>
              <a:ea typeface="微软雅黑" pitchFamily="34" charset="-122"/>
            </a:endParaRPr>
          </a:p>
          <a:p>
            <a:pPr algn="ctr"/>
            <a:r>
              <a:rPr lang="zh-CN" altLang="en-US" sz="1000" dirty="0" smtClean="0">
                <a:latin typeface="微软雅黑" pitchFamily="34" charset="-122"/>
                <a:ea typeface="微软雅黑" pitchFamily="34" charset="-122"/>
              </a:rPr>
              <a:t>（</a:t>
            </a:r>
            <a:r>
              <a:rPr lang="en-US" altLang="zh-CN" sz="1000" dirty="0" smtClean="0">
                <a:latin typeface="微软雅黑" pitchFamily="34" charset="-122"/>
                <a:ea typeface="微软雅黑" pitchFamily="34" charset="-122"/>
              </a:rPr>
              <a:t>NAS</a:t>
            </a:r>
            <a:r>
              <a:rPr lang="zh-CN" altLang="en-US" sz="1000" dirty="0" smtClean="0">
                <a:latin typeface="微软雅黑" pitchFamily="34" charset="-122"/>
                <a:ea typeface="微软雅黑" pitchFamily="34" charset="-122"/>
              </a:rPr>
              <a:t>）</a:t>
            </a:r>
            <a:endParaRPr lang="zh-CN" altLang="en-US" sz="1000" dirty="0">
              <a:latin typeface="微软雅黑" pitchFamily="34" charset="-122"/>
              <a:ea typeface="微软雅黑" pitchFamily="34" charset="-122"/>
            </a:endParaRPr>
          </a:p>
        </p:txBody>
      </p:sp>
      <p:pic>
        <p:nvPicPr>
          <p:cNvPr id="27" name="图片 26" descr="打印服务器-蓝.png"/>
          <p:cNvPicPr>
            <a:picLocks noChangeAspect="1"/>
          </p:cNvPicPr>
          <p:nvPr/>
        </p:nvPicPr>
        <p:blipFill>
          <a:blip r:embed="rId13" cstate="print"/>
          <a:stretch>
            <a:fillRect/>
          </a:stretch>
        </p:blipFill>
        <p:spPr>
          <a:xfrm>
            <a:off x="6738363" y="1570038"/>
            <a:ext cx="540000" cy="441818"/>
          </a:xfrm>
          <a:prstGeom prst="rect">
            <a:avLst/>
          </a:prstGeom>
        </p:spPr>
      </p:pic>
      <p:sp>
        <p:nvSpPr>
          <p:cNvPr id="28" name="TextBox 27"/>
          <p:cNvSpPr txBox="1"/>
          <p:nvPr/>
        </p:nvSpPr>
        <p:spPr>
          <a:xfrm>
            <a:off x="6579505" y="2043114"/>
            <a:ext cx="82586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打印服务器</a:t>
            </a:r>
            <a:endParaRPr lang="zh-CN" altLang="en-US" sz="1000" dirty="0">
              <a:latin typeface="微软雅黑" pitchFamily="34" charset="-122"/>
              <a:ea typeface="微软雅黑" pitchFamily="34" charset="-122"/>
            </a:endParaRPr>
          </a:p>
        </p:txBody>
      </p:sp>
      <p:pic>
        <p:nvPicPr>
          <p:cNvPr id="29" name="图片 28" descr="日志告警服务器-蓝.png"/>
          <p:cNvPicPr>
            <a:picLocks noChangeAspect="1"/>
          </p:cNvPicPr>
          <p:nvPr/>
        </p:nvPicPr>
        <p:blipFill>
          <a:blip r:embed="rId14" cstate="print"/>
          <a:stretch>
            <a:fillRect/>
          </a:stretch>
        </p:blipFill>
        <p:spPr>
          <a:xfrm>
            <a:off x="7961063" y="1570038"/>
            <a:ext cx="540000" cy="441818"/>
          </a:xfrm>
          <a:prstGeom prst="rect">
            <a:avLst/>
          </a:prstGeom>
        </p:spPr>
      </p:pic>
      <p:pic>
        <p:nvPicPr>
          <p:cNvPr id="30" name="图片 29" descr="存储服务器-蓝.png"/>
          <p:cNvPicPr>
            <a:picLocks noChangeAspect="1"/>
          </p:cNvPicPr>
          <p:nvPr/>
        </p:nvPicPr>
        <p:blipFill>
          <a:blip r:embed="rId15" cstate="print"/>
          <a:stretch>
            <a:fillRect/>
          </a:stretch>
        </p:blipFill>
        <p:spPr>
          <a:xfrm>
            <a:off x="672443" y="2686050"/>
            <a:ext cx="540000" cy="441818"/>
          </a:xfrm>
          <a:prstGeom prst="rect">
            <a:avLst/>
          </a:prstGeom>
        </p:spPr>
      </p:pic>
      <p:pic>
        <p:nvPicPr>
          <p:cNvPr id="31" name="图片 30" descr="SOC服务器.png"/>
          <p:cNvPicPr>
            <a:picLocks noChangeAspect="1"/>
          </p:cNvPicPr>
          <p:nvPr/>
        </p:nvPicPr>
        <p:blipFill>
          <a:blip r:embed="rId16" cstate="print"/>
          <a:stretch>
            <a:fillRect/>
          </a:stretch>
        </p:blipFill>
        <p:spPr>
          <a:xfrm>
            <a:off x="3096963" y="2686050"/>
            <a:ext cx="540000" cy="441818"/>
          </a:xfrm>
          <a:prstGeom prst="rect">
            <a:avLst/>
          </a:prstGeom>
        </p:spPr>
      </p:pic>
      <p:pic>
        <p:nvPicPr>
          <p:cNvPr id="32" name="图片 31" descr="组播服务器.png"/>
          <p:cNvPicPr>
            <a:picLocks noChangeAspect="1"/>
          </p:cNvPicPr>
          <p:nvPr/>
        </p:nvPicPr>
        <p:blipFill>
          <a:blip r:embed="rId17" cstate="print"/>
          <a:stretch>
            <a:fillRect/>
          </a:stretch>
        </p:blipFill>
        <p:spPr>
          <a:xfrm>
            <a:off x="1903664" y="2686050"/>
            <a:ext cx="540000" cy="441818"/>
          </a:xfrm>
          <a:prstGeom prst="rect">
            <a:avLst/>
          </a:prstGeom>
        </p:spPr>
      </p:pic>
      <p:pic>
        <p:nvPicPr>
          <p:cNvPr id="33" name="图片 32" descr="数据库.png"/>
          <p:cNvPicPr>
            <a:picLocks noChangeAspect="1"/>
          </p:cNvPicPr>
          <p:nvPr/>
        </p:nvPicPr>
        <p:blipFill>
          <a:blip r:embed="rId18" cstate="print"/>
          <a:stretch>
            <a:fillRect/>
          </a:stretch>
        </p:blipFill>
        <p:spPr>
          <a:xfrm>
            <a:off x="4307692" y="2681961"/>
            <a:ext cx="540000" cy="441818"/>
          </a:xfrm>
          <a:prstGeom prst="rect">
            <a:avLst/>
          </a:prstGeom>
        </p:spPr>
      </p:pic>
      <p:sp>
        <p:nvSpPr>
          <p:cNvPr id="34" name="TextBox 33"/>
          <p:cNvSpPr txBox="1"/>
          <p:nvPr/>
        </p:nvSpPr>
        <p:spPr>
          <a:xfrm>
            <a:off x="502813" y="3159126"/>
            <a:ext cx="82586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存储服务器</a:t>
            </a:r>
            <a:endParaRPr lang="zh-CN" altLang="en-US" sz="1000" dirty="0">
              <a:latin typeface="微软雅黑" pitchFamily="34" charset="-122"/>
              <a:ea typeface="微软雅黑" pitchFamily="34" charset="-122"/>
            </a:endParaRPr>
          </a:p>
        </p:txBody>
      </p:sp>
      <p:sp>
        <p:nvSpPr>
          <p:cNvPr id="35" name="TextBox 34"/>
          <p:cNvSpPr txBox="1"/>
          <p:nvPr/>
        </p:nvSpPr>
        <p:spPr>
          <a:xfrm>
            <a:off x="1760731" y="3159126"/>
            <a:ext cx="82586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组播服务器</a:t>
            </a:r>
            <a:endParaRPr lang="zh-CN" altLang="en-US" sz="1000" dirty="0">
              <a:latin typeface="微软雅黑" pitchFamily="34" charset="-122"/>
              <a:ea typeface="微软雅黑" pitchFamily="34" charset="-122"/>
            </a:endParaRPr>
          </a:p>
        </p:txBody>
      </p:sp>
      <p:sp>
        <p:nvSpPr>
          <p:cNvPr id="36" name="TextBox 35"/>
          <p:cNvSpPr txBox="1"/>
          <p:nvPr/>
        </p:nvSpPr>
        <p:spPr>
          <a:xfrm>
            <a:off x="2950022" y="3163215"/>
            <a:ext cx="833883" cy="246221"/>
          </a:xfrm>
          <a:prstGeom prst="rect">
            <a:avLst/>
          </a:prstGeom>
          <a:noFill/>
        </p:spPr>
        <p:txBody>
          <a:bodyPr wrap="none" rtlCol="0">
            <a:spAutoFit/>
          </a:bodyPr>
          <a:lstStyle/>
          <a:p>
            <a:r>
              <a:rPr lang="en-US" altLang="zh-CN" sz="1000" dirty="0" smtClean="0">
                <a:latin typeface="微软雅黑" pitchFamily="34" charset="-122"/>
                <a:ea typeface="微软雅黑" pitchFamily="34" charset="-122"/>
              </a:rPr>
              <a:t>SOC</a:t>
            </a:r>
            <a:r>
              <a:rPr lang="zh-CN" altLang="en-US" sz="1000" dirty="0" smtClean="0">
                <a:latin typeface="微软雅黑" pitchFamily="34" charset="-122"/>
                <a:ea typeface="微软雅黑" pitchFamily="34" charset="-122"/>
              </a:rPr>
              <a:t>服务器</a:t>
            </a:r>
            <a:endParaRPr lang="zh-CN" altLang="en-US" sz="1000" dirty="0">
              <a:latin typeface="微软雅黑" pitchFamily="34" charset="-122"/>
              <a:ea typeface="微软雅黑" pitchFamily="34" charset="-122"/>
            </a:endParaRPr>
          </a:p>
        </p:txBody>
      </p:sp>
      <p:sp>
        <p:nvSpPr>
          <p:cNvPr id="37" name="TextBox 36"/>
          <p:cNvSpPr txBox="1"/>
          <p:nvPr/>
        </p:nvSpPr>
        <p:spPr>
          <a:xfrm>
            <a:off x="4292999" y="3159126"/>
            <a:ext cx="56938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数据库</a:t>
            </a:r>
            <a:endParaRPr lang="zh-CN" altLang="en-US" sz="1000" dirty="0">
              <a:latin typeface="微软雅黑" pitchFamily="34" charset="-122"/>
              <a:ea typeface="微软雅黑" pitchFamily="34" charset="-122"/>
            </a:endParaRPr>
          </a:p>
        </p:txBody>
      </p:sp>
      <p:pic>
        <p:nvPicPr>
          <p:cNvPr id="38" name="图片 37" descr="存储阵列-蓝.png"/>
          <p:cNvPicPr>
            <a:picLocks noChangeAspect="1"/>
          </p:cNvPicPr>
          <p:nvPr/>
        </p:nvPicPr>
        <p:blipFill>
          <a:blip r:embed="rId19" cstate="print"/>
          <a:stretch>
            <a:fillRect/>
          </a:stretch>
        </p:blipFill>
        <p:spPr>
          <a:xfrm>
            <a:off x="5533723" y="2669682"/>
            <a:ext cx="540000" cy="441818"/>
          </a:xfrm>
          <a:prstGeom prst="rect">
            <a:avLst/>
          </a:prstGeom>
        </p:spPr>
      </p:pic>
      <p:pic>
        <p:nvPicPr>
          <p:cNvPr id="39" name="图片 38" descr="装在机柜中的存储阵列-蓝.png"/>
          <p:cNvPicPr>
            <a:picLocks noChangeAspect="1"/>
          </p:cNvPicPr>
          <p:nvPr/>
        </p:nvPicPr>
        <p:blipFill>
          <a:blip r:embed="rId20" cstate="print"/>
          <a:stretch>
            <a:fillRect/>
          </a:stretch>
        </p:blipFill>
        <p:spPr>
          <a:xfrm>
            <a:off x="6734635" y="2669682"/>
            <a:ext cx="540000" cy="441818"/>
          </a:xfrm>
          <a:prstGeom prst="rect">
            <a:avLst/>
          </a:prstGeom>
        </p:spPr>
      </p:pic>
      <p:sp>
        <p:nvSpPr>
          <p:cNvPr id="40" name="TextBox 39"/>
          <p:cNvSpPr txBox="1"/>
          <p:nvPr/>
        </p:nvSpPr>
        <p:spPr>
          <a:xfrm>
            <a:off x="5454910" y="3153502"/>
            <a:ext cx="697627"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存储阵列</a:t>
            </a:r>
            <a:endParaRPr lang="zh-CN" altLang="en-US" sz="1000" dirty="0">
              <a:latin typeface="微软雅黑" pitchFamily="34" charset="-122"/>
              <a:ea typeface="微软雅黑" pitchFamily="34" charset="-122"/>
            </a:endParaRPr>
          </a:p>
        </p:txBody>
      </p:sp>
      <p:sp>
        <p:nvSpPr>
          <p:cNvPr id="41" name="TextBox 40"/>
          <p:cNvSpPr txBox="1"/>
          <p:nvPr/>
        </p:nvSpPr>
        <p:spPr>
          <a:xfrm>
            <a:off x="6527582" y="3153502"/>
            <a:ext cx="954107" cy="400110"/>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装在机柜中的</a:t>
            </a:r>
            <a:endParaRPr lang="en-US" altLang="zh-CN" sz="1000" dirty="0" smtClean="0">
              <a:latin typeface="微软雅黑" pitchFamily="34" charset="-122"/>
              <a:ea typeface="微软雅黑" pitchFamily="34" charset="-122"/>
            </a:endParaRPr>
          </a:p>
          <a:p>
            <a:pPr algn="ctr"/>
            <a:r>
              <a:rPr lang="zh-CN" altLang="en-US" sz="1000" dirty="0" smtClean="0">
                <a:latin typeface="微软雅黑" pitchFamily="34" charset="-122"/>
                <a:ea typeface="微软雅黑" pitchFamily="34" charset="-122"/>
              </a:rPr>
              <a:t>存储阵列</a:t>
            </a:r>
            <a:endParaRPr lang="zh-CN" altLang="en-US" sz="1000" dirty="0">
              <a:latin typeface="微软雅黑" pitchFamily="34" charset="-122"/>
              <a:ea typeface="微软雅黑" pitchFamily="34" charset="-122"/>
            </a:endParaRPr>
          </a:p>
        </p:txBody>
      </p:sp>
      <p:pic>
        <p:nvPicPr>
          <p:cNvPr id="42" name="图片 41" descr="交换机.png"/>
          <p:cNvPicPr>
            <a:picLocks noChangeAspect="1"/>
          </p:cNvPicPr>
          <p:nvPr/>
        </p:nvPicPr>
        <p:blipFill>
          <a:blip r:embed="rId21" cstate="print"/>
          <a:stretch>
            <a:fillRect/>
          </a:stretch>
        </p:blipFill>
        <p:spPr>
          <a:xfrm>
            <a:off x="679450" y="1588596"/>
            <a:ext cx="540000" cy="441817"/>
          </a:xfrm>
          <a:prstGeom prst="rect">
            <a:avLst/>
          </a:prstGeom>
        </p:spPr>
      </p:pic>
      <p:sp>
        <p:nvSpPr>
          <p:cNvPr id="43" name="TextBox 42"/>
          <p:cNvSpPr txBox="1"/>
          <p:nvPr/>
        </p:nvSpPr>
        <p:spPr>
          <a:xfrm>
            <a:off x="709733" y="2074372"/>
            <a:ext cx="56938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管理员</a:t>
            </a:r>
            <a:endParaRPr lang="zh-CN" altLang="en-US" sz="1000" dirty="0">
              <a:latin typeface="微软雅黑" pitchFamily="34" charset="-122"/>
              <a:ea typeface="微软雅黑" pitchFamily="34" charset="-122"/>
            </a:endParaRPr>
          </a:p>
        </p:txBody>
      </p:sp>
      <p:pic>
        <p:nvPicPr>
          <p:cNvPr id="44" name="图片 43" descr="云计算-蓝.png"/>
          <p:cNvPicPr>
            <a:picLocks noChangeAspect="1"/>
          </p:cNvPicPr>
          <p:nvPr/>
        </p:nvPicPr>
        <p:blipFill>
          <a:blip r:embed="rId22" cstate="print"/>
          <a:stretch>
            <a:fillRect/>
          </a:stretch>
        </p:blipFill>
        <p:spPr>
          <a:xfrm>
            <a:off x="666616" y="3741245"/>
            <a:ext cx="540000" cy="441818"/>
          </a:xfrm>
          <a:prstGeom prst="rect">
            <a:avLst/>
          </a:prstGeom>
        </p:spPr>
      </p:pic>
      <p:pic>
        <p:nvPicPr>
          <p:cNvPr id="45" name="图片 44" descr="数据中心-蓝.png"/>
          <p:cNvPicPr>
            <a:picLocks noChangeAspect="1"/>
          </p:cNvPicPr>
          <p:nvPr/>
        </p:nvPicPr>
        <p:blipFill>
          <a:blip r:embed="rId23" cstate="print"/>
          <a:stretch>
            <a:fillRect/>
          </a:stretch>
        </p:blipFill>
        <p:spPr>
          <a:xfrm>
            <a:off x="7951408" y="2674445"/>
            <a:ext cx="540000" cy="441818"/>
          </a:xfrm>
          <a:prstGeom prst="rect">
            <a:avLst/>
          </a:prstGeom>
        </p:spPr>
      </p:pic>
      <p:sp>
        <p:nvSpPr>
          <p:cNvPr id="46" name="TextBox 45"/>
          <p:cNvSpPr txBox="1"/>
          <p:nvPr/>
        </p:nvSpPr>
        <p:spPr>
          <a:xfrm>
            <a:off x="685405" y="4225065"/>
            <a:ext cx="56938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云计算</a:t>
            </a:r>
            <a:endParaRPr lang="zh-CN" altLang="en-US" sz="1000" dirty="0">
              <a:latin typeface="微软雅黑" pitchFamily="34" charset="-122"/>
              <a:ea typeface="微软雅黑" pitchFamily="34" charset="-122"/>
            </a:endParaRPr>
          </a:p>
        </p:txBody>
      </p:sp>
      <p:sp>
        <p:nvSpPr>
          <p:cNvPr id="47" name="TextBox 46"/>
          <p:cNvSpPr txBox="1"/>
          <p:nvPr/>
        </p:nvSpPr>
        <p:spPr>
          <a:xfrm>
            <a:off x="7872594" y="3158265"/>
            <a:ext cx="69762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数据中心</a:t>
            </a:r>
            <a:endParaRPr lang="zh-CN" altLang="en-US" sz="1000" dirty="0">
              <a:latin typeface="微软雅黑" pitchFamily="34" charset="-122"/>
              <a:ea typeface="微软雅黑" pitchFamily="34" charset="-122"/>
            </a:endParaRPr>
          </a:p>
        </p:txBody>
      </p:sp>
      <p:pic>
        <p:nvPicPr>
          <p:cNvPr id="48" name="图片 47" descr="交换机.png"/>
          <p:cNvPicPr>
            <a:picLocks noChangeAspect="1"/>
          </p:cNvPicPr>
          <p:nvPr/>
        </p:nvPicPr>
        <p:blipFill>
          <a:blip r:embed="rId24" cstate="print"/>
          <a:stretch>
            <a:fillRect/>
          </a:stretch>
        </p:blipFill>
        <p:spPr>
          <a:xfrm>
            <a:off x="1883624" y="3741738"/>
            <a:ext cx="540000" cy="441817"/>
          </a:xfrm>
          <a:prstGeom prst="rect">
            <a:avLst/>
          </a:prstGeom>
        </p:spPr>
      </p:pic>
      <p:sp>
        <p:nvSpPr>
          <p:cNvPr id="49" name="TextBox 48"/>
          <p:cNvSpPr txBox="1"/>
          <p:nvPr/>
        </p:nvSpPr>
        <p:spPr>
          <a:xfrm>
            <a:off x="1789186" y="4227514"/>
            <a:ext cx="82586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网络管理员</a:t>
            </a:r>
            <a:endParaRPr lang="zh-CN" altLang="en-US" sz="1000" dirty="0">
              <a:latin typeface="微软雅黑" pitchFamily="34" charset="-122"/>
              <a:ea typeface="微软雅黑" pitchFamily="34" charset="-122"/>
            </a:endParaRPr>
          </a:p>
        </p:txBody>
      </p:sp>
      <p:pic>
        <p:nvPicPr>
          <p:cNvPr id="50" name="图片 49" descr="交换机.png"/>
          <p:cNvPicPr>
            <a:picLocks noChangeAspect="1"/>
          </p:cNvPicPr>
          <p:nvPr/>
        </p:nvPicPr>
        <p:blipFill>
          <a:blip r:embed="rId25" cstate="print"/>
          <a:stretch>
            <a:fillRect/>
          </a:stretch>
        </p:blipFill>
        <p:spPr>
          <a:xfrm>
            <a:off x="3067725" y="3760788"/>
            <a:ext cx="539999" cy="441817"/>
          </a:xfrm>
          <a:prstGeom prst="rect">
            <a:avLst/>
          </a:prstGeom>
        </p:spPr>
      </p:pic>
      <p:sp>
        <p:nvSpPr>
          <p:cNvPr id="51" name="TextBox 50"/>
          <p:cNvSpPr txBox="1"/>
          <p:nvPr/>
        </p:nvSpPr>
        <p:spPr>
          <a:xfrm>
            <a:off x="3085221" y="4246564"/>
            <a:ext cx="56938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代理商</a:t>
            </a:r>
            <a:endParaRPr lang="zh-CN" altLang="en-US" sz="1000" dirty="0">
              <a:latin typeface="微软雅黑" pitchFamily="34" charset="-122"/>
              <a:ea typeface="微软雅黑" pitchFamily="34" charset="-122"/>
            </a:endParaRPr>
          </a:p>
        </p:txBody>
      </p:sp>
      <p:pic>
        <p:nvPicPr>
          <p:cNvPr id="52" name="图片 51" descr="交换机.png"/>
          <p:cNvPicPr>
            <a:picLocks noChangeAspect="1"/>
          </p:cNvPicPr>
          <p:nvPr/>
        </p:nvPicPr>
        <p:blipFill>
          <a:blip r:embed="rId26" cstate="print"/>
          <a:stretch>
            <a:fillRect/>
          </a:stretch>
        </p:blipFill>
        <p:spPr>
          <a:xfrm>
            <a:off x="4287012" y="3762866"/>
            <a:ext cx="540000" cy="441817"/>
          </a:xfrm>
          <a:prstGeom prst="rect">
            <a:avLst/>
          </a:prstGeom>
        </p:spPr>
      </p:pic>
      <p:sp>
        <p:nvSpPr>
          <p:cNvPr id="53" name="TextBox 52"/>
          <p:cNvSpPr txBox="1"/>
          <p:nvPr/>
        </p:nvSpPr>
        <p:spPr>
          <a:xfrm>
            <a:off x="4356688" y="4248642"/>
            <a:ext cx="441146"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租户</a:t>
            </a:r>
            <a:endParaRPr lang="zh-CN" altLang="en-US" sz="1000" dirty="0">
              <a:latin typeface="微软雅黑" pitchFamily="34" charset="-122"/>
              <a:ea typeface="微软雅黑" pitchFamily="34" charset="-122"/>
            </a:endParaRPr>
          </a:p>
        </p:txBody>
      </p:sp>
      <p:pic>
        <p:nvPicPr>
          <p:cNvPr id="54" name="图片 53" descr="交换机.png"/>
          <p:cNvPicPr>
            <a:picLocks noChangeAspect="1"/>
          </p:cNvPicPr>
          <p:nvPr/>
        </p:nvPicPr>
        <p:blipFill>
          <a:blip r:embed="rId27" cstate="print"/>
          <a:stretch>
            <a:fillRect/>
          </a:stretch>
        </p:blipFill>
        <p:spPr>
          <a:xfrm>
            <a:off x="5500439" y="3771408"/>
            <a:ext cx="539999" cy="441817"/>
          </a:xfrm>
          <a:prstGeom prst="rect">
            <a:avLst/>
          </a:prstGeom>
        </p:spPr>
      </p:pic>
      <p:sp>
        <p:nvSpPr>
          <p:cNvPr id="55" name="TextBox 54"/>
          <p:cNvSpPr txBox="1"/>
          <p:nvPr/>
        </p:nvSpPr>
        <p:spPr>
          <a:xfrm>
            <a:off x="5528960" y="4257184"/>
            <a:ext cx="461986" cy="246221"/>
          </a:xfrm>
          <a:prstGeom prst="rect">
            <a:avLst/>
          </a:prstGeom>
          <a:noFill/>
        </p:spPr>
        <p:txBody>
          <a:bodyPr wrap="none" rtlCol="0">
            <a:spAutoFit/>
          </a:bodyPr>
          <a:lstStyle/>
          <a:p>
            <a:r>
              <a:rPr lang="en-US" altLang="zh-CN" sz="1000" dirty="0" smtClean="0">
                <a:latin typeface="微软雅黑" pitchFamily="34" charset="-122"/>
                <a:ea typeface="微软雅黑" pitchFamily="34" charset="-122"/>
              </a:rPr>
              <a:t>MSP</a:t>
            </a:r>
            <a:endParaRPr lang="zh-CN" altLang="en-US" sz="1000" dirty="0">
              <a:latin typeface="微软雅黑" pitchFamily="34" charset="-122"/>
              <a:ea typeface="微软雅黑" pitchFamily="34" charset="-122"/>
            </a:endParaRPr>
          </a:p>
        </p:txBody>
      </p:sp>
      <p:pic>
        <p:nvPicPr>
          <p:cNvPr id="56" name="图片 55" descr="业务型无线虚链路-蓝.png"/>
          <p:cNvPicPr>
            <a:picLocks noChangeAspect="1"/>
          </p:cNvPicPr>
          <p:nvPr/>
        </p:nvPicPr>
        <p:blipFill>
          <a:blip r:embed="rId28" cstate="print"/>
          <a:stretch>
            <a:fillRect/>
          </a:stretch>
        </p:blipFill>
        <p:spPr>
          <a:xfrm>
            <a:off x="6719888" y="3748802"/>
            <a:ext cx="539607" cy="441818"/>
          </a:xfrm>
          <a:prstGeom prst="rect">
            <a:avLst/>
          </a:prstGeom>
        </p:spPr>
      </p:pic>
      <p:pic>
        <p:nvPicPr>
          <p:cNvPr id="57" name="图片 56" descr="管理型无线虚链路-蓝.png"/>
          <p:cNvPicPr>
            <a:picLocks noChangeAspect="1"/>
          </p:cNvPicPr>
          <p:nvPr/>
        </p:nvPicPr>
        <p:blipFill>
          <a:blip r:embed="rId29" cstate="print"/>
          <a:stretch>
            <a:fillRect/>
          </a:stretch>
        </p:blipFill>
        <p:spPr>
          <a:xfrm>
            <a:off x="7913656" y="3748802"/>
            <a:ext cx="539607" cy="441818"/>
          </a:xfrm>
          <a:prstGeom prst="rect">
            <a:avLst/>
          </a:prstGeom>
        </p:spPr>
      </p:pic>
      <p:sp>
        <p:nvSpPr>
          <p:cNvPr id="58" name="TextBox 57"/>
          <p:cNvSpPr txBox="1"/>
          <p:nvPr/>
        </p:nvSpPr>
        <p:spPr>
          <a:xfrm>
            <a:off x="6769119" y="4203700"/>
            <a:ext cx="441146"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老板</a:t>
            </a:r>
            <a:endParaRPr lang="zh-CN" altLang="en-US" sz="1000" dirty="0">
              <a:latin typeface="微软雅黑" pitchFamily="34" charset="-122"/>
              <a:ea typeface="微软雅黑" pitchFamily="34" charset="-122"/>
            </a:endParaRPr>
          </a:p>
        </p:txBody>
      </p:sp>
      <p:sp>
        <p:nvSpPr>
          <p:cNvPr id="59" name="TextBox 58"/>
          <p:cNvSpPr txBox="1"/>
          <p:nvPr/>
        </p:nvSpPr>
        <p:spPr>
          <a:xfrm>
            <a:off x="7834647" y="4190620"/>
            <a:ext cx="697627"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出差员工</a:t>
            </a:r>
            <a:endParaRPr lang="zh-CN" altLang="en-US" sz="1000" dirty="0">
              <a:latin typeface="微软雅黑" pitchFamily="34" charset="-122"/>
              <a:ea typeface="微软雅黑" pitchFamily="34" charset="-122"/>
            </a:endParaRPr>
          </a:p>
        </p:txBody>
      </p:sp>
    </p:spTree>
  </p:cSld>
  <p:clrMapOvr>
    <a:masterClrMapping/>
  </p:clrMapOvr>
  <p:transition advClick="0" advTm="8000">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79542" y="970916"/>
            <a:ext cx="56938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办公楼</a:t>
            </a:r>
            <a:endParaRPr lang="zh-CN" altLang="en-US" sz="1000" dirty="0">
              <a:latin typeface="微软雅黑" pitchFamily="34" charset="-122"/>
              <a:ea typeface="微软雅黑" pitchFamily="34" charset="-122"/>
            </a:endParaRPr>
          </a:p>
        </p:txBody>
      </p:sp>
      <p:sp>
        <p:nvSpPr>
          <p:cNvPr id="4" name="TextBox 3"/>
          <p:cNvSpPr txBox="1"/>
          <p:nvPr/>
        </p:nvSpPr>
        <p:spPr>
          <a:xfrm>
            <a:off x="1962153" y="970916"/>
            <a:ext cx="441146"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银行</a:t>
            </a:r>
            <a:endParaRPr lang="zh-CN" altLang="en-US" sz="1000" dirty="0">
              <a:latin typeface="微软雅黑" pitchFamily="34" charset="-122"/>
              <a:ea typeface="微软雅黑" pitchFamily="34" charset="-122"/>
            </a:endParaRPr>
          </a:p>
        </p:txBody>
      </p:sp>
      <p:sp>
        <p:nvSpPr>
          <p:cNvPr id="5" name="TextBox 4"/>
          <p:cNvSpPr txBox="1"/>
          <p:nvPr/>
        </p:nvSpPr>
        <p:spPr>
          <a:xfrm>
            <a:off x="3105772" y="970916"/>
            <a:ext cx="56938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公安局</a:t>
            </a:r>
            <a:endParaRPr lang="zh-CN" altLang="en-US" sz="1000" dirty="0">
              <a:latin typeface="微软雅黑" pitchFamily="34" charset="-122"/>
              <a:ea typeface="微软雅黑" pitchFamily="34" charset="-122"/>
            </a:endParaRPr>
          </a:p>
        </p:txBody>
      </p:sp>
      <p:sp>
        <p:nvSpPr>
          <p:cNvPr id="6" name="TextBox 5"/>
          <p:cNvSpPr txBox="1"/>
          <p:nvPr/>
        </p:nvSpPr>
        <p:spPr>
          <a:xfrm>
            <a:off x="4320086" y="970916"/>
            <a:ext cx="56938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公检法</a:t>
            </a:r>
            <a:endParaRPr lang="zh-CN" altLang="en-US" sz="1000" dirty="0">
              <a:latin typeface="微软雅黑" pitchFamily="34" charset="-122"/>
              <a:ea typeface="微软雅黑" pitchFamily="34" charset="-122"/>
            </a:endParaRPr>
          </a:p>
        </p:txBody>
      </p:sp>
      <p:sp>
        <p:nvSpPr>
          <p:cNvPr id="7" name="TextBox 6"/>
          <p:cNvSpPr txBox="1"/>
          <p:nvPr/>
        </p:nvSpPr>
        <p:spPr>
          <a:xfrm>
            <a:off x="5572091" y="970916"/>
            <a:ext cx="47961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教 育</a:t>
            </a:r>
            <a:endParaRPr lang="zh-CN" altLang="en-US" sz="1000" dirty="0">
              <a:latin typeface="微软雅黑" pitchFamily="34" charset="-122"/>
              <a:ea typeface="微软雅黑" pitchFamily="34" charset="-122"/>
            </a:endParaRPr>
          </a:p>
        </p:txBody>
      </p:sp>
      <p:sp>
        <p:nvSpPr>
          <p:cNvPr id="8" name="TextBox 7"/>
          <p:cNvSpPr txBox="1"/>
          <p:nvPr/>
        </p:nvSpPr>
        <p:spPr>
          <a:xfrm>
            <a:off x="6791292" y="970916"/>
            <a:ext cx="47961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贸 易</a:t>
            </a:r>
            <a:endParaRPr lang="zh-CN" altLang="en-US" sz="1000" dirty="0">
              <a:latin typeface="微软雅黑" pitchFamily="34" charset="-122"/>
              <a:ea typeface="微软雅黑" pitchFamily="34" charset="-122"/>
            </a:endParaRPr>
          </a:p>
        </p:txBody>
      </p:sp>
      <p:pic>
        <p:nvPicPr>
          <p:cNvPr id="9" name="图片 8" descr="分光器-蓝.png"/>
          <p:cNvPicPr>
            <a:picLocks noChangeAspect="1"/>
          </p:cNvPicPr>
          <p:nvPr/>
        </p:nvPicPr>
        <p:blipFill>
          <a:blip r:embed="rId2" cstate="print"/>
          <a:stretch>
            <a:fillRect/>
          </a:stretch>
        </p:blipFill>
        <p:spPr>
          <a:xfrm>
            <a:off x="4323020" y="498202"/>
            <a:ext cx="539607" cy="441818"/>
          </a:xfrm>
          <a:prstGeom prst="rect">
            <a:avLst/>
          </a:prstGeom>
        </p:spPr>
      </p:pic>
      <p:pic>
        <p:nvPicPr>
          <p:cNvPr id="10" name="图片 9" descr="HUB.png"/>
          <p:cNvPicPr>
            <a:picLocks noChangeAspect="1"/>
          </p:cNvPicPr>
          <p:nvPr/>
        </p:nvPicPr>
        <p:blipFill>
          <a:blip r:embed="rId3" cstate="print"/>
          <a:stretch>
            <a:fillRect/>
          </a:stretch>
        </p:blipFill>
        <p:spPr>
          <a:xfrm>
            <a:off x="3110170" y="498202"/>
            <a:ext cx="539607" cy="441818"/>
          </a:xfrm>
          <a:prstGeom prst="rect">
            <a:avLst/>
          </a:prstGeom>
        </p:spPr>
      </p:pic>
      <p:pic>
        <p:nvPicPr>
          <p:cNvPr id="11" name="图片 10" descr="通用服务器-蓝.png"/>
          <p:cNvPicPr>
            <a:picLocks noChangeAspect="1"/>
          </p:cNvPicPr>
          <p:nvPr/>
        </p:nvPicPr>
        <p:blipFill>
          <a:blip r:embed="rId4" cstate="print"/>
          <a:stretch>
            <a:fillRect/>
          </a:stretch>
        </p:blipFill>
        <p:spPr>
          <a:xfrm>
            <a:off x="1897320" y="498202"/>
            <a:ext cx="539607" cy="441817"/>
          </a:xfrm>
          <a:prstGeom prst="rect">
            <a:avLst/>
          </a:prstGeom>
        </p:spPr>
      </p:pic>
      <p:pic>
        <p:nvPicPr>
          <p:cNvPr id="12" name="图片 11" descr="IPS-蓝.png"/>
          <p:cNvPicPr>
            <a:picLocks noChangeAspect="1"/>
          </p:cNvPicPr>
          <p:nvPr/>
        </p:nvPicPr>
        <p:blipFill>
          <a:blip r:embed="rId5" cstate="print"/>
          <a:stretch>
            <a:fillRect/>
          </a:stretch>
        </p:blipFill>
        <p:spPr>
          <a:xfrm>
            <a:off x="684470" y="498202"/>
            <a:ext cx="539607" cy="441817"/>
          </a:xfrm>
          <a:prstGeom prst="rect">
            <a:avLst/>
          </a:prstGeom>
        </p:spPr>
      </p:pic>
      <p:pic>
        <p:nvPicPr>
          <p:cNvPr id="13" name="图片 12" descr="邮件服务器-蓝.png"/>
          <p:cNvPicPr>
            <a:picLocks noChangeAspect="1"/>
          </p:cNvPicPr>
          <p:nvPr/>
        </p:nvPicPr>
        <p:blipFill>
          <a:blip r:embed="rId6" cstate="print"/>
          <a:stretch>
            <a:fillRect/>
          </a:stretch>
        </p:blipFill>
        <p:spPr>
          <a:xfrm>
            <a:off x="6748720" y="498202"/>
            <a:ext cx="539607" cy="441817"/>
          </a:xfrm>
          <a:prstGeom prst="rect">
            <a:avLst/>
          </a:prstGeom>
        </p:spPr>
      </p:pic>
      <p:pic>
        <p:nvPicPr>
          <p:cNvPr id="14" name="图片 13" descr="互联网-蓝.png"/>
          <p:cNvPicPr>
            <a:picLocks noChangeAspect="1"/>
          </p:cNvPicPr>
          <p:nvPr/>
        </p:nvPicPr>
        <p:blipFill>
          <a:blip r:embed="rId7" cstate="print"/>
          <a:stretch>
            <a:fillRect/>
          </a:stretch>
        </p:blipFill>
        <p:spPr>
          <a:xfrm>
            <a:off x="5535870" y="498202"/>
            <a:ext cx="539607" cy="441817"/>
          </a:xfrm>
          <a:prstGeom prst="rect">
            <a:avLst/>
          </a:prstGeom>
        </p:spPr>
      </p:pic>
      <p:sp>
        <p:nvSpPr>
          <p:cNvPr id="15" name="TextBox 14"/>
          <p:cNvSpPr txBox="1"/>
          <p:nvPr/>
        </p:nvSpPr>
        <p:spPr>
          <a:xfrm>
            <a:off x="7917831" y="970916"/>
            <a:ext cx="518091"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交  通</a:t>
            </a:r>
            <a:endParaRPr lang="zh-CN" altLang="en-US" sz="1000" dirty="0">
              <a:latin typeface="微软雅黑" pitchFamily="34" charset="-122"/>
              <a:ea typeface="微软雅黑" pitchFamily="34" charset="-122"/>
            </a:endParaRPr>
          </a:p>
        </p:txBody>
      </p:sp>
      <p:pic>
        <p:nvPicPr>
          <p:cNvPr id="16" name="图片 15" descr="打印服务器-蓝.png"/>
          <p:cNvPicPr>
            <a:picLocks noChangeAspect="1"/>
          </p:cNvPicPr>
          <p:nvPr/>
        </p:nvPicPr>
        <p:blipFill>
          <a:blip r:embed="rId8" cstate="print"/>
          <a:stretch>
            <a:fillRect/>
          </a:stretch>
        </p:blipFill>
        <p:spPr>
          <a:xfrm>
            <a:off x="7910225" y="498202"/>
            <a:ext cx="539607" cy="441817"/>
          </a:xfrm>
          <a:prstGeom prst="rect">
            <a:avLst/>
          </a:prstGeom>
        </p:spPr>
      </p:pic>
      <p:sp>
        <p:nvSpPr>
          <p:cNvPr id="17" name="TextBox 16"/>
          <p:cNvSpPr txBox="1"/>
          <p:nvPr/>
        </p:nvSpPr>
        <p:spPr>
          <a:xfrm>
            <a:off x="711362" y="2058452"/>
            <a:ext cx="47961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电 力</a:t>
            </a:r>
            <a:endParaRPr lang="zh-CN" altLang="en-US" sz="1000" dirty="0">
              <a:latin typeface="微软雅黑" pitchFamily="34" charset="-122"/>
              <a:ea typeface="微软雅黑" pitchFamily="34" charset="-122"/>
            </a:endParaRPr>
          </a:p>
        </p:txBody>
      </p:sp>
      <p:sp>
        <p:nvSpPr>
          <p:cNvPr id="18" name="TextBox 17"/>
          <p:cNvSpPr txBox="1"/>
          <p:nvPr/>
        </p:nvSpPr>
        <p:spPr>
          <a:xfrm>
            <a:off x="1820847" y="2058452"/>
            <a:ext cx="697627"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公共事业</a:t>
            </a:r>
            <a:endParaRPr lang="zh-CN" altLang="en-US" sz="1000" dirty="0">
              <a:latin typeface="微软雅黑" pitchFamily="34" charset="-122"/>
              <a:ea typeface="微软雅黑" pitchFamily="34" charset="-122"/>
            </a:endParaRPr>
          </a:p>
        </p:txBody>
      </p:sp>
      <p:sp>
        <p:nvSpPr>
          <p:cNvPr id="19" name="TextBox 18"/>
          <p:cNvSpPr txBox="1"/>
          <p:nvPr/>
        </p:nvSpPr>
        <p:spPr>
          <a:xfrm>
            <a:off x="3092707" y="2058452"/>
            <a:ext cx="56938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零售业</a:t>
            </a:r>
            <a:endParaRPr lang="zh-CN" altLang="en-US" sz="1000" dirty="0">
              <a:latin typeface="微软雅黑" pitchFamily="34" charset="-122"/>
              <a:ea typeface="微软雅黑" pitchFamily="34" charset="-122"/>
            </a:endParaRPr>
          </a:p>
        </p:txBody>
      </p:sp>
      <p:sp>
        <p:nvSpPr>
          <p:cNvPr id="20" name="TextBox 19"/>
          <p:cNvSpPr txBox="1"/>
          <p:nvPr/>
        </p:nvSpPr>
        <p:spPr>
          <a:xfrm>
            <a:off x="4351907" y="2058452"/>
            <a:ext cx="47961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金 融</a:t>
            </a:r>
            <a:endParaRPr lang="zh-CN" altLang="en-US" sz="1000" dirty="0">
              <a:latin typeface="微软雅黑" pitchFamily="34" charset="-122"/>
              <a:ea typeface="微软雅黑" pitchFamily="34" charset="-122"/>
            </a:endParaRPr>
          </a:p>
        </p:txBody>
      </p:sp>
      <p:sp>
        <p:nvSpPr>
          <p:cNvPr id="21" name="TextBox 20"/>
          <p:cNvSpPr txBox="1"/>
          <p:nvPr/>
        </p:nvSpPr>
        <p:spPr>
          <a:xfrm>
            <a:off x="5514143" y="2058452"/>
            <a:ext cx="569387"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制造业</a:t>
            </a:r>
            <a:endParaRPr lang="zh-CN" altLang="en-US" sz="1000" dirty="0">
              <a:latin typeface="微软雅黑" pitchFamily="34" charset="-122"/>
              <a:ea typeface="微软雅黑" pitchFamily="34" charset="-122"/>
            </a:endParaRPr>
          </a:p>
        </p:txBody>
      </p:sp>
      <p:sp>
        <p:nvSpPr>
          <p:cNvPr id="22" name="TextBox 21"/>
          <p:cNvSpPr txBox="1"/>
          <p:nvPr/>
        </p:nvSpPr>
        <p:spPr>
          <a:xfrm>
            <a:off x="6778227" y="2058452"/>
            <a:ext cx="47961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政 府</a:t>
            </a:r>
            <a:endParaRPr lang="zh-CN" altLang="en-US" sz="1000" dirty="0">
              <a:latin typeface="微软雅黑" pitchFamily="34" charset="-122"/>
              <a:ea typeface="微软雅黑" pitchFamily="34" charset="-122"/>
            </a:endParaRPr>
          </a:p>
        </p:txBody>
      </p:sp>
      <p:pic>
        <p:nvPicPr>
          <p:cNvPr id="23" name="图片 22" descr="防火墙-蓝.png"/>
          <p:cNvPicPr>
            <a:picLocks noChangeAspect="1"/>
          </p:cNvPicPr>
          <p:nvPr/>
        </p:nvPicPr>
        <p:blipFill>
          <a:blip r:embed="rId9" cstate="print"/>
          <a:stretch>
            <a:fillRect/>
          </a:stretch>
        </p:blipFill>
        <p:spPr>
          <a:xfrm>
            <a:off x="671406" y="1572676"/>
            <a:ext cx="539607" cy="441817"/>
          </a:xfrm>
          <a:prstGeom prst="rect">
            <a:avLst/>
          </a:prstGeom>
        </p:spPr>
      </p:pic>
      <p:pic>
        <p:nvPicPr>
          <p:cNvPr id="24" name="图片 23" descr="AC-蓝.png"/>
          <p:cNvPicPr>
            <a:picLocks noChangeAspect="1"/>
          </p:cNvPicPr>
          <p:nvPr/>
        </p:nvPicPr>
        <p:blipFill>
          <a:blip r:embed="rId10" cstate="print"/>
          <a:stretch>
            <a:fillRect/>
          </a:stretch>
        </p:blipFill>
        <p:spPr>
          <a:xfrm>
            <a:off x="4301139" y="1586537"/>
            <a:ext cx="568257" cy="465277"/>
          </a:xfrm>
          <a:prstGeom prst="rect">
            <a:avLst/>
          </a:prstGeom>
        </p:spPr>
      </p:pic>
      <p:pic>
        <p:nvPicPr>
          <p:cNvPr id="25" name="图片 24" descr="AP故障-蓝.png"/>
          <p:cNvPicPr>
            <a:picLocks noChangeAspect="1"/>
          </p:cNvPicPr>
          <p:nvPr/>
        </p:nvPicPr>
        <p:blipFill>
          <a:blip r:embed="rId11" cstate="print"/>
          <a:stretch>
            <a:fillRect/>
          </a:stretch>
        </p:blipFill>
        <p:spPr>
          <a:xfrm>
            <a:off x="3097106" y="1572676"/>
            <a:ext cx="539607" cy="441817"/>
          </a:xfrm>
          <a:prstGeom prst="rect">
            <a:avLst/>
          </a:prstGeom>
        </p:spPr>
      </p:pic>
      <p:pic>
        <p:nvPicPr>
          <p:cNvPr id="26" name="图片 25" descr="AP-蓝.png"/>
          <p:cNvPicPr>
            <a:picLocks noChangeAspect="1"/>
          </p:cNvPicPr>
          <p:nvPr/>
        </p:nvPicPr>
        <p:blipFill>
          <a:blip r:embed="rId12" cstate="print"/>
          <a:stretch>
            <a:fillRect/>
          </a:stretch>
        </p:blipFill>
        <p:spPr>
          <a:xfrm>
            <a:off x="1884256" y="1572676"/>
            <a:ext cx="539607" cy="441817"/>
          </a:xfrm>
          <a:prstGeom prst="rect">
            <a:avLst/>
          </a:prstGeom>
        </p:spPr>
      </p:pic>
      <p:pic>
        <p:nvPicPr>
          <p:cNvPr id="27" name="图片 26" descr="大型网管-蓝.png"/>
          <p:cNvPicPr>
            <a:picLocks noChangeAspect="1"/>
          </p:cNvPicPr>
          <p:nvPr/>
        </p:nvPicPr>
        <p:blipFill>
          <a:blip r:embed="rId13" cstate="print"/>
          <a:stretch>
            <a:fillRect/>
          </a:stretch>
        </p:blipFill>
        <p:spPr>
          <a:xfrm>
            <a:off x="5567745" y="1591138"/>
            <a:ext cx="558141" cy="456993"/>
          </a:xfrm>
          <a:prstGeom prst="rect">
            <a:avLst/>
          </a:prstGeom>
        </p:spPr>
      </p:pic>
      <p:pic>
        <p:nvPicPr>
          <p:cNvPr id="28" name="图片 27" descr="通用网管-蓝.png"/>
          <p:cNvPicPr>
            <a:picLocks noChangeAspect="1"/>
          </p:cNvPicPr>
          <p:nvPr/>
        </p:nvPicPr>
        <p:blipFill>
          <a:blip r:embed="rId14" cstate="print"/>
          <a:stretch>
            <a:fillRect/>
          </a:stretch>
        </p:blipFill>
        <p:spPr>
          <a:xfrm>
            <a:off x="6726804" y="1594614"/>
            <a:ext cx="559957" cy="458480"/>
          </a:xfrm>
          <a:prstGeom prst="rect">
            <a:avLst/>
          </a:prstGeom>
        </p:spPr>
      </p:pic>
      <p:sp>
        <p:nvSpPr>
          <p:cNvPr id="29" name="TextBox 28"/>
          <p:cNvSpPr txBox="1"/>
          <p:nvPr/>
        </p:nvSpPr>
        <p:spPr>
          <a:xfrm>
            <a:off x="7854190" y="2066434"/>
            <a:ext cx="697627"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商业中心</a:t>
            </a:r>
            <a:endParaRPr lang="zh-CN" altLang="en-US" sz="1000" dirty="0">
              <a:latin typeface="微软雅黑" pitchFamily="34" charset="-122"/>
              <a:ea typeface="微软雅黑" pitchFamily="34" charset="-122"/>
            </a:endParaRPr>
          </a:p>
        </p:txBody>
      </p:sp>
      <p:pic>
        <p:nvPicPr>
          <p:cNvPr id="30" name="图片 29" descr="内网小型网管.png"/>
          <p:cNvPicPr>
            <a:picLocks noChangeAspect="1"/>
          </p:cNvPicPr>
          <p:nvPr/>
        </p:nvPicPr>
        <p:blipFill>
          <a:blip r:embed="rId15" cstate="print"/>
          <a:stretch>
            <a:fillRect/>
          </a:stretch>
        </p:blipFill>
        <p:spPr>
          <a:xfrm>
            <a:off x="7942943" y="1590183"/>
            <a:ext cx="539607" cy="441817"/>
          </a:xfrm>
          <a:prstGeom prst="rect">
            <a:avLst/>
          </a:prstGeom>
        </p:spPr>
      </p:pic>
      <p:sp>
        <p:nvSpPr>
          <p:cNvPr id="31" name="TextBox 30"/>
          <p:cNvSpPr txBox="1"/>
          <p:nvPr/>
        </p:nvSpPr>
        <p:spPr>
          <a:xfrm>
            <a:off x="679064" y="3023107"/>
            <a:ext cx="518092"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企  业</a:t>
            </a:r>
            <a:endParaRPr lang="zh-CN" altLang="en-US" sz="1000" dirty="0">
              <a:latin typeface="微软雅黑" pitchFamily="34" charset="-122"/>
              <a:ea typeface="微软雅黑" pitchFamily="34" charset="-122"/>
            </a:endParaRPr>
          </a:p>
        </p:txBody>
      </p:sp>
      <p:sp>
        <p:nvSpPr>
          <p:cNvPr id="32" name="TextBox 31"/>
          <p:cNvSpPr txBox="1"/>
          <p:nvPr/>
        </p:nvSpPr>
        <p:spPr>
          <a:xfrm>
            <a:off x="1897553" y="3023107"/>
            <a:ext cx="518091"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酒  店</a:t>
            </a:r>
            <a:endParaRPr lang="zh-CN" altLang="en-US" sz="1000" dirty="0">
              <a:latin typeface="微软雅黑" pitchFamily="34" charset="-122"/>
              <a:ea typeface="微软雅黑" pitchFamily="34" charset="-122"/>
            </a:endParaRPr>
          </a:p>
        </p:txBody>
      </p:sp>
      <p:sp>
        <p:nvSpPr>
          <p:cNvPr id="33" name="TextBox 32"/>
          <p:cNvSpPr txBox="1"/>
          <p:nvPr/>
        </p:nvSpPr>
        <p:spPr>
          <a:xfrm>
            <a:off x="3098942" y="3023107"/>
            <a:ext cx="518092"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小  区</a:t>
            </a:r>
            <a:endParaRPr lang="zh-CN" altLang="en-US" sz="1000" dirty="0">
              <a:latin typeface="微软雅黑" pitchFamily="34" charset="-122"/>
              <a:ea typeface="微软雅黑" pitchFamily="34" charset="-122"/>
            </a:endParaRPr>
          </a:p>
        </p:txBody>
      </p:sp>
      <p:sp>
        <p:nvSpPr>
          <p:cNvPr id="34" name="TextBox 33"/>
          <p:cNvSpPr txBox="1"/>
          <p:nvPr/>
        </p:nvSpPr>
        <p:spPr>
          <a:xfrm>
            <a:off x="4165719" y="3023107"/>
            <a:ext cx="82586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分支办公室</a:t>
            </a:r>
            <a:endParaRPr lang="zh-CN" altLang="en-US" sz="1000" dirty="0">
              <a:latin typeface="微软雅黑" pitchFamily="34" charset="-122"/>
              <a:ea typeface="微软雅黑" pitchFamily="34" charset="-122"/>
            </a:endParaRPr>
          </a:p>
        </p:txBody>
      </p:sp>
      <p:sp>
        <p:nvSpPr>
          <p:cNvPr id="35" name="TextBox 34"/>
          <p:cNvSpPr txBox="1"/>
          <p:nvPr/>
        </p:nvSpPr>
        <p:spPr>
          <a:xfrm>
            <a:off x="5436959" y="3023107"/>
            <a:ext cx="697627"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能源行业</a:t>
            </a:r>
            <a:endParaRPr lang="zh-CN" altLang="en-US" sz="1000" dirty="0">
              <a:latin typeface="微软雅黑" pitchFamily="34" charset="-122"/>
              <a:ea typeface="微软雅黑" pitchFamily="34" charset="-122"/>
            </a:endParaRPr>
          </a:p>
        </p:txBody>
      </p:sp>
      <p:sp>
        <p:nvSpPr>
          <p:cNvPr id="36" name="TextBox 35"/>
          <p:cNvSpPr txBox="1"/>
          <p:nvPr/>
        </p:nvSpPr>
        <p:spPr>
          <a:xfrm>
            <a:off x="6768370" y="3023107"/>
            <a:ext cx="473206"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ATM</a:t>
            </a:r>
            <a:endParaRPr lang="zh-CN" altLang="en-US" sz="1000" dirty="0">
              <a:latin typeface="微软雅黑" pitchFamily="34" charset="-122"/>
              <a:ea typeface="微软雅黑" pitchFamily="34" charset="-122"/>
            </a:endParaRPr>
          </a:p>
        </p:txBody>
      </p:sp>
      <p:pic>
        <p:nvPicPr>
          <p:cNvPr id="37" name="图片 36" descr="MA5200 BRAS-蓝.png"/>
          <p:cNvPicPr>
            <a:picLocks noChangeAspect="1"/>
          </p:cNvPicPr>
          <p:nvPr/>
        </p:nvPicPr>
        <p:blipFill>
          <a:blip r:embed="rId16" cstate="print"/>
          <a:stretch>
            <a:fillRect/>
          </a:stretch>
        </p:blipFill>
        <p:spPr>
          <a:xfrm>
            <a:off x="658147" y="2545942"/>
            <a:ext cx="540000" cy="441818"/>
          </a:xfrm>
          <a:prstGeom prst="rect">
            <a:avLst/>
          </a:prstGeom>
        </p:spPr>
      </p:pic>
      <p:pic>
        <p:nvPicPr>
          <p:cNvPr id="38" name="图片 37" descr="商业中心-蓝.png"/>
          <p:cNvPicPr>
            <a:picLocks noChangeAspect="1"/>
          </p:cNvPicPr>
          <p:nvPr/>
        </p:nvPicPr>
        <p:blipFill>
          <a:blip r:embed="rId17" cstate="print"/>
          <a:stretch>
            <a:fillRect/>
          </a:stretch>
        </p:blipFill>
        <p:spPr>
          <a:xfrm>
            <a:off x="1871193" y="2545942"/>
            <a:ext cx="539607" cy="441817"/>
          </a:xfrm>
          <a:prstGeom prst="rect">
            <a:avLst/>
          </a:prstGeom>
        </p:spPr>
      </p:pic>
      <p:pic>
        <p:nvPicPr>
          <p:cNvPr id="39" name="图片 38" descr="企业-蓝.png"/>
          <p:cNvPicPr>
            <a:picLocks noChangeAspect="1"/>
          </p:cNvPicPr>
          <p:nvPr/>
        </p:nvPicPr>
        <p:blipFill>
          <a:blip r:embed="rId18" cstate="print"/>
          <a:stretch>
            <a:fillRect/>
          </a:stretch>
        </p:blipFill>
        <p:spPr>
          <a:xfrm>
            <a:off x="3084043" y="2545942"/>
            <a:ext cx="539607" cy="441817"/>
          </a:xfrm>
          <a:prstGeom prst="rect">
            <a:avLst/>
          </a:prstGeom>
        </p:spPr>
      </p:pic>
      <p:pic>
        <p:nvPicPr>
          <p:cNvPr id="40" name="图片 39" descr="酒店-蓝.png"/>
          <p:cNvPicPr>
            <a:picLocks noChangeAspect="1"/>
          </p:cNvPicPr>
          <p:nvPr/>
        </p:nvPicPr>
        <p:blipFill>
          <a:blip r:embed="rId19" cstate="print"/>
          <a:stretch>
            <a:fillRect/>
          </a:stretch>
        </p:blipFill>
        <p:spPr>
          <a:xfrm>
            <a:off x="4296893" y="2545942"/>
            <a:ext cx="539607" cy="441817"/>
          </a:xfrm>
          <a:prstGeom prst="rect">
            <a:avLst/>
          </a:prstGeom>
        </p:spPr>
      </p:pic>
      <p:pic>
        <p:nvPicPr>
          <p:cNvPr id="41" name="图片 40" descr="住宅-蓝.png"/>
          <p:cNvPicPr>
            <a:picLocks noChangeAspect="1"/>
          </p:cNvPicPr>
          <p:nvPr/>
        </p:nvPicPr>
        <p:blipFill>
          <a:blip r:embed="rId20" cstate="print"/>
          <a:stretch>
            <a:fillRect/>
          </a:stretch>
        </p:blipFill>
        <p:spPr>
          <a:xfrm>
            <a:off x="5509743" y="2545942"/>
            <a:ext cx="539607" cy="441818"/>
          </a:xfrm>
          <a:prstGeom prst="rect">
            <a:avLst/>
          </a:prstGeom>
        </p:spPr>
      </p:pic>
      <p:pic>
        <p:nvPicPr>
          <p:cNvPr id="42" name="图片 41" descr="小区-蓝.png"/>
          <p:cNvPicPr>
            <a:picLocks noChangeAspect="1"/>
          </p:cNvPicPr>
          <p:nvPr/>
        </p:nvPicPr>
        <p:blipFill>
          <a:blip r:embed="rId21" cstate="print"/>
          <a:stretch>
            <a:fillRect/>
          </a:stretch>
        </p:blipFill>
        <p:spPr>
          <a:xfrm>
            <a:off x="6722593" y="2545942"/>
            <a:ext cx="539607" cy="441817"/>
          </a:xfrm>
          <a:prstGeom prst="rect">
            <a:avLst/>
          </a:prstGeom>
        </p:spPr>
      </p:pic>
      <p:pic>
        <p:nvPicPr>
          <p:cNvPr id="43" name="图片 42" descr="大型网管-蓝.png"/>
          <p:cNvPicPr>
            <a:picLocks noChangeAspect="1"/>
          </p:cNvPicPr>
          <p:nvPr/>
        </p:nvPicPr>
        <p:blipFill>
          <a:blip r:embed="rId22" cstate="print"/>
          <a:stretch>
            <a:fillRect/>
          </a:stretch>
        </p:blipFill>
        <p:spPr>
          <a:xfrm>
            <a:off x="665861" y="2545942"/>
            <a:ext cx="539607" cy="441817"/>
          </a:xfrm>
          <a:prstGeom prst="rect">
            <a:avLst/>
          </a:prstGeom>
        </p:spPr>
      </p:pic>
      <p:pic>
        <p:nvPicPr>
          <p:cNvPr id="44" name="图片 43" descr="日志告警服务器-蓝.png"/>
          <p:cNvPicPr>
            <a:picLocks noChangeAspect="1"/>
          </p:cNvPicPr>
          <p:nvPr/>
        </p:nvPicPr>
        <p:blipFill>
          <a:blip r:embed="rId23" cstate="print"/>
          <a:stretch>
            <a:fillRect/>
          </a:stretch>
        </p:blipFill>
        <p:spPr>
          <a:xfrm>
            <a:off x="7978918" y="2545942"/>
            <a:ext cx="539607" cy="441818"/>
          </a:xfrm>
          <a:prstGeom prst="rect">
            <a:avLst/>
          </a:prstGeom>
        </p:spPr>
      </p:pic>
      <p:sp>
        <p:nvSpPr>
          <p:cNvPr id="45" name="TextBox 44"/>
          <p:cNvSpPr txBox="1"/>
          <p:nvPr/>
        </p:nvSpPr>
        <p:spPr>
          <a:xfrm>
            <a:off x="7989676" y="3023107"/>
            <a:ext cx="518091"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住  宅</a:t>
            </a:r>
            <a:endParaRPr lang="zh-CN" altLang="en-US" sz="1000" dirty="0">
              <a:latin typeface="微软雅黑" pitchFamily="34" charset="-122"/>
              <a:ea typeface="微软雅黑" pitchFamily="34" charset="-122"/>
            </a:endParaRPr>
          </a:p>
        </p:txBody>
      </p:sp>
      <p:pic>
        <p:nvPicPr>
          <p:cNvPr id="46" name="图片 45" descr="网络云2-蓝.png"/>
          <p:cNvPicPr>
            <a:picLocks noChangeAspect="1"/>
          </p:cNvPicPr>
          <p:nvPr/>
        </p:nvPicPr>
        <p:blipFill>
          <a:blip r:embed="rId24" cstate="print"/>
          <a:stretch>
            <a:fillRect/>
          </a:stretch>
        </p:blipFill>
        <p:spPr>
          <a:xfrm>
            <a:off x="7070165" y="3721734"/>
            <a:ext cx="618745" cy="359665"/>
          </a:xfrm>
          <a:prstGeom prst="rect">
            <a:avLst/>
          </a:prstGeom>
        </p:spPr>
      </p:pic>
      <p:pic>
        <p:nvPicPr>
          <p:cNvPr id="47" name="图片 46" descr="网络云1-蓝.png"/>
          <p:cNvPicPr>
            <a:picLocks noChangeAspect="1"/>
          </p:cNvPicPr>
          <p:nvPr/>
        </p:nvPicPr>
        <p:blipFill>
          <a:blip r:embed="rId25" cstate="print"/>
          <a:stretch>
            <a:fillRect/>
          </a:stretch>
        </p:blipFill>
        <p:spPr>
          <a:xfrm>
            <a:off x="6145593" y="3685158"/>
            <a:ext cx="618745" cy="432817"/>
          </a:xfrm>
          <a:prstGeom prst="rect">
            <a:avLst/>
          </a:prstGeom>
        </p:spPr>
      </p:pic>
      <p:sp>
        <p:nvSpPr>
          <p:cNvPr id="48" name="TextBox 47"/>
          <p:cNvSpPr txBox="1"/>
          <p:nvPr/>
        </p:nvSpPr>
        <p:spPr>
          <a:xfrm>
            <a:off x="6132601" y="4153018"/>
            <a:ext cx="64472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网络云</a:t>
            </a:r>
            <a:r>
              <a:rPr lang="en-US" altLang="zh-CN" sz="1000" dirty="0" smtClean="0">
                <a:latin typeface="微软雅黑" pitchFamily="34" charset="-122"/>
                <a:ea typeface="微软雅黑" pitchFamily="34" charset="-122"/>
              </a:rPr>
              <a:t>1</a:t>
            </a:r>
            <a:endParaRPr lang="zh-CN" altLang="en-US" sz="1000" dirty="0">
              <a:latin typeface="微软雅黑" pitchFamily="34" charset="-122"/>
              <a:ea typeface="微软雅黑" pitchFamily="34" charset="-122"/>
            </a:endParaRPr>
          </a:p>
        </p:txBody>
      </p:sp>
      <p:sp>
        <p:nvSpPr>
          <p:cNvPr id="49" name="TextBox 48"/>
          <p:cNvSpPr txBox="1"/>
          <p:nvPr/>
        </p:nvSpPr>
        <p:spPr>
          <a:xfrm>
            <a:off x="7070424" y="4153018"/>
            <a:ext cx="64472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网络云</a:t>
            </a:r>
            <a:r>
              <a:rPr lang="en-US" altLang="zh-CN" sz="1000" dirty="0" smtClean="0">
                <a:latin typeface="微软雅黑" pitchFamily="34" charset="-122"/>
                <a:ea typeface="微软雅黑" pitchFamily="34" charset="-122"/>
              </a:rPr>
              <a:t>2</a:t>
            </a:r>
            <a:endParaRPr lang="zh-CN" altLang="en-US" sz="1000" dirty="0">
              <a:latin typeface="微软雅黑" pitchFamily="34" charset="-122"/>
              <a:ea typeface="微软雅黑" pitchFamily="34" charset="-122"/>
            </a:endParaRPr>
          </a:p>
        </p:txBody>
      </p:sp>
      <p:pic>
        <p:nvPicPr>
          <p:cNvPr id="50" name="图片 49" descr="IP-蓝.png"/>
          <p:cNvPicPr>
            <a:picLocks noChangeAspect="1"/>
          </p:cNvPicPr>
          <p:nvPr/>
        </p:nvPicPr>
        <p:blipFill>
          <a:blip r:embed="rId26" cstate="print"/>
          <a:stretch>
            <a:fillRect/>
          </a:stretch>
        </p:blipFill>
        <p:spPr>
          <a:xfrm>
            <a:off x="4918235" y="3698874"/>
            <a:ext cx="795530" cy="405385"/>
          </a:xfrm>
          <a:prstGeom prst="rect">
            <a:avLst/>
          </a:prstGeom>
        </p:spPr>
      </p:pic>
      <p:pic>
        <p:nvPicPr>
          <p:cNvPr id="51" name="图片 50" descr="internet-蓝.png"/>
          <p:cNvPicPr>
            <a:picLocks noChangeAspect="1"/>
          </p:cNvPicPr>
          <p:nvPr/>
        </p:nvPicPr>
        <p:blipFill>
          <a:blip r:embed="rId27" cstate="print"/>
          <a:stretch>
            <a:fillRect/>
          </a:stretch>
        </p:blipFill>
        <p:spPr>
          <a:xfrm>
            <a:off x="3778203" y="3697350"/>
            <a:ext cx="804674" cy="408433"/>
          </a:xfrm>
          <a:prstGeom prst="rect">
            <a:avLst/>
          </a:prstGeom>
        </p:spPr>
      </p:pic>
      <p:pic>
        <p:nvPicPr>
          <p:cNvPr id="52" name="图片 51" descr="LAN-蓝.png"/>
          <p:cNvPicPr>
            <a:picLocks noChangeAspect="1"/>
          </p:cNvPicPr>
          <p:nvPr/>
        </p:nvPicPr>
        <p:blipFill>
          <a:blip r:embed="rId28" cstate="print"/>
          <a:stretch>
            <a:fillRect/>
          </a:stretch>
        </p:blipFill>
        <p:spPr>
          <a:xfrm>
            <a:off x="2655994" y="3697350"/>
            <a:ext cx="804674" cy="408433"/>
          </a:xfrm>
          <a:prstGeom prst="rect">
            <a:avLst/>
          </a:prstGeom>
        </p:spPr>
      </p:pic>
      <p:pic>
        <p:nvPicPr>
          <p:cNvPr id="53" name="图片 52" descr="PSTN-蓝.png"/>
          <p:cNvPicPr>
            <a:picLocks noChangeAspect="1"/>
          </p:cNvPicPr>
          <p:nvPr/>
        </p:nvPicPr>
        <p:blipFill>
          <a:blip r:embed="rId29" cstate="print"/>
          <a:stretch>
            <a:fillRect/>
          </a:stretch>
        </p:blipFill>
        <p:spPr>
          <a:xfrm>
            <a:off x="1566916" y="3697350"/>
            <a:ext cx="804674" cy="408433"/>
          </a:xfrm>
          <a:prstGeom prst="rect">
            <a:avLst/>
          </a:prstGeom>
        </p:spPr>
      </p:pic>
      <p:pic>
        <p:nvPicPr>
          <p:cNvPr id="54" name="图片 53" descr="WAN-蓝.png"/>
          <p:cNvPicPr>
            <a:picLocks noChangeAspect="1"/>
          </p:cNvPicPr>
          <p:nvPr/>
        </p:nvPicPr>
        <p:blipFill>
          <a:blip r:embed="rId30" cstate="print"/>
          <a:stretch>
            <a:fillRect/>
          </a:stretch>
        </p:blipFill>
        <p:spPr>
          <a:xfrm>
            <a:off x="508913" y="3698874"/>
            <a:ext cx="795530" cy="405385"/>
          </a:xfrm>
          <a:prstGeom prst="rect">
            <a:avLst/>
          </a:prstGeom>
        </p:spPr>
      </p:pic>
      <p:sp>
        <p:nvSpPr>
          <p:cNvPr id="55" name="TextBox 54"/>
          <p:cNvSpPr txBox="1"/>
          <p:nvPr/>
        </p:nvSpPr>
        <p:spPr>
          <a:xfrm>
            <a:off x="668100" y="4153018"/>
            <a:ext cx="508474"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WAN</a:t>
            </a:r>
            <a:endParaRPr lang="zh-CN" altLang="en-US" sz="1000" dirty="0">
              <a:latin typeface="微软雅黑" pitchFamily="34" charset="-122"/>
              <a:ea typeface="微软雅黑" pitchFamily="34" charset="-122"/>
            </a:endParaRPr>
          </a:p>
        </p:txBody>
      </p:sp>
      <p:sp>
        <p:nvSpPr>
          <p:cNvPr id="56" name="TextBox 55"/>
          <p:cNvSpPr txBox="1"/>
          <p:nvPr/>
        </p:nvSpPr>
        <p:spPr>
          <a:xfrm>
            <a:off x="1718581" y="4153018"/>
            <a:ext cx="514886"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PSTN</a:t>
            </a:r>
            <a:endParaRPr lang="zh-CN" altLang="en-US" sz="1000" dirty="0">
              <a:latin typeface="微软雅黑" pitchFamily="34" charset="-122"/>
              <a:ea typeface="微软雅黑" pitchFamily="34" charset="-122"/>
            </a:endParaRPr>
          </a:p>
        </p:txBody>
      </p:sp>
      <p:sp>
        <p:nvSpPr>
          <p:cNvPr id="57" name="TextBox 56"/>
          <p:cNvSpPr txBox="1"/>
          <p:nvPr/>
        </p:nvSpPr>
        <p:spPr>
          <a:xfrm>
            <a:off x="2859694" y="4153018"/>
            <a:ext cx="444353"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LAN</a:t>
            </a:r>
            <a:endParaRPr lang="zh-CN" altLang="en-US" sz="1000" dirty="0">
              <a:latin typeface="微软雅黑" pitchFamily="34" charset="-122"/>
              <a:ea typeface="微软雅黑" pitchFamily="34" charset="-122"/>
            </a:endParaRPr>
          </a:p>
        </p:txBody>
      </p:sp>
      <p:sp>
        <p:nvSpPr>
          <p:cNvPr id="58" name="TextBox 57"/>
          <p:cNvSpPr txBox="1"/>
          <p:nvPr/>
        </p:nvSpPr>
        <p:spPr>
          <a:xfrm>
            <a:off x="3855307" y="4153018"/>
            <a:ext cx="670376"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Internet</a:t>
            </a:r>
            <a:endParaRPr lang="zh-CN" altLang="en-US" sz="1000" dirty="0">
              <a:latin typeface="微软雅黑" pitchFamily="34" charset="-122"/>
              <a:ea typeface="微软雅黑" pitchFamily="34" charset="-122"/>
            </a:endParaRPr>
          </a:p>
        </p:txBody>
      </p:sp>
      <p:sp>
        <p:nvSpPr>
          <p:cNvPr id="59" name="TextBox 58"/>
          <p:cNvSpPr txBox="1"/>
          <p:nvPr/>
        </p:nvSpPr>
        <p:spPr>
          <a:xfrm>
            <a:off x="5174177" y="4153018"/>
            <a:ext cx="301686"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IP</a:t>
            </a:r>
            <a:endParaRPr lang="zh-CN" altLang="en-US" sz="1000" dirty="0">
              <a:latin typeface="微软雅黑" pitchFamily="34" charset="-122"/>
              <a:ea typeface="微软雅黑" pitchFamily="34" charset="-122"/>
            </a:endParaRPr>
          </a:p>
        </p:txBody>
      </p:sp>
      <p:pic>
        <p:nvPicPr>
          <p:cNvPr id="60" name="图片 59" descr="网络云3-蓝.png"/>
          <p:cNvPicPr>
            <a:picLocks noChangeAspect="1"/>
          </p:cNvPicPr>
          <p:nvPr/>
        </p:nvPicPr>
        <p:blipFill>
          <a:blip r:embed="rId31" cstate="print"/>
          <a:stretch>
            <a:fillRect/>
          </a:stretch>
        </p:blipFill>
        <p:spPr>
          <a:xfrm>
            <a:off x="8050121" y="3705274"/>
            <a:ext cx="563881" cy="350521"/>
          </a:xfrm>
          <a:prstGeom prst="rect">
            <a:avLst/>
          </a:prstGeom>
        </p:spPr>
      </p:pic>
      <p:sp>
        <p:nvSpPr>
          <p:cNvPr id="61" name="TextBox 60"/>
          <p:cNvSpPr txBox="1"/>
          <p:nvPr/>
        </p:nvSpPr>
        <p:spPr>
          <a:xfrm>
            <a:off x="8009697" y="4153018"/>
            <a:ext cx="64472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网络云</a:t>
            </a:r>
            <a:r>
              <a:rPr lang="en-US" altLang="zh-CN" sz="1000" dirty="0" smtClean="0">
                <a:latin typeface="微软雅黑" pitchFamily="34" charset="-122"/>
                <a:ea typeface="微软雅黑" pitchFamily="34" charset="-122"/>
              </a:rPr>
              <a:t>3</a:t>
            </a:r>
            <a:endParaRPr lang="zh-CN" altLang="en-US" sz="1000" dirty="0">
              <a:latin typeface="微软雅黑" pitchFamily="34" charset="-122"/>
              <a:ea typeface="微软雅黑" pitchFamily="34" charset="-122"/>
            </a:endParaRPr>
          </a:p>
        </p:txBody>
      </p:sp>
    </p:spTree>
  </p:cSld>
  <p:clrMapOvr>
    <a:masterClrMapping/>
  </p:clrMapOvr>
  <p:transition advClick="0" advTm="8000">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Queue+packet.png"/>
          <p:cNvPicPr>
            <a:picLocks noChangeAspect="1"/>
          </p:cNvPicPr>
          <p:nvPr/>
        </p:nvPicPr>
        <p:blipFill>
          <a:blip r:embed="rId2" cstate="print"/>
          <a:stretch>
            <a:fillRect/>
          </a:stretch>
        </p:blipFill>
        <p:spPr>
          <a:xfrm>
            <a:off x="4227757" y="600619"/>
            <a:ext cx="678140" cy="177549"/>
          </a:xfrm>
          <a:prstGeom prst="rect">
            <a:avLst/>
          </a:prstGeom>
        </p:spPr>
      </p:pic>
      <p:pic>
        <p:nvPicPr>
          <p:cNvPr id="4" name="图片 3" descr="Packet（报文）.png"/>
          <p:cNvPicPr>
            <a:picLocks noChangeAspect="1"/>
          </p:cNvPicPr>
          <p:nvPr/>
        </p:nvPicPr>
        <p:blipFill>
          <a:blip r:embed="rId3" cstate="print"/>
          <a:stretch>
            <a:fillRect/>
          </a:stretch>
        </p:blipFill>
        <p:spPr>
          <a:xfrm>
            <a:off x="3170786" y="609253"/>
            <a:ext cx="320041" cy="192024"/>
          </a:xfrm>
          <a:prstGeom prst="rect">
            <a:avLst/>
          </a:prstGeom>
        </p:spPr>
      </p:pic>
      <p:sp>
        <p:nvSpPr>
          <p:cNvPr id="5" name="TextBox 4"/>
          <p:cNvSpPr txBox="1"/>
          <p:nvPr/>
        </p:nvSpPr>
        <p:spPr>
          <a:xfrm>
            <a:off x="2968078" y="984455"/>
            <a:ext cx="1101585"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Packet</a:t>
            </a:r>
            <a:r>
              <a:rPr lang="zh-CN" altLang="en-US" sz="1000" dirty="0" smtClean="0">
                <a:latin typeface="微软雅黑" pitchFamily="34" charset="-122"/>
                <a:ea typeface="微软雅黑" pitchFamily="34" charset="-122"/>
              </a:rPr>
              <a:t>（报文）</a:t>
            </a:r>
            <a:endParaRPr lang="zh-CN" altLang="en-US" sz="1000" dirty="0">
              <a:latin typeface="微软雅黑" pitchFamily="34" charset="-122"/>
              <a:ea typeface="微软雅黑" pitchFamily="34" charset="-122"/>
            </a:endParaRPr>
          </a:p>
        </p:txBody>
      </p:sp>
      <p:sp>
        <p:nvSpPr>
          <p:cNvPr id="6" name="TextBox 5"/>
          <p:cNvSpPr txBox="1"/>
          <p:nvPr/>
        </p:nvSpPr>
        <p:spPr>
          <a:xfrm>
            <a:off x="4094903" y="984455"/>
            <a:ext cx="1091966" cy="246221"/>
          </a:xfrm>
          <a:prstGeom prst="rect">
            <a:avLst/>
          </a:prstGeom>
          <a:noFill/>
        </p:spPr>
        <p:txBody>
          <a:bodyPr wrap="none" rtlCol="0">
            <a:spAutoFit/>
          </a:bodyPr>
          <a:lstStyle/>
          <a:p>
            <a:pPr algn="ctr"/>
            <a:r>
              <a:rPr lang="en-US" altLang="zh-CN" sz="1000" dirty="0" err="1" smtClean="0">
                <a:latin typeface="微软雅黑" pitchFamily="34" charset="-122"/>
                <a:ea typeface="微软雅黑" pitchFamily="34" charset="-122"/>
              </a:rPr>
              <a:t>Queue+packet</a:t>
            </a:r>
            <a:endParaRPr lang="zh-CN" altLang="en-US" sz="1000" dirty="0">
              <a:latin typeface="微软雅黑" pitchFamily="34" charset="-122"/>
              <a:ea typeface="微软雅黑" pitchFamily="34" charset="-122"/>
            </a:endParaRPr>
          </a:p>
        </p:txBody>
      </p:sp>
      <p:pic>
        <p:nvPicPr>
          <p:cNvPr id="7" name="图片 6" descr="无线网桥-蓝.png"/>
          <p:cNvPicPr>
            <a:picLocks noChangeAspect="1"/>
          </p:cNvPicPr>
          <p:nvPr/>
        </p:nvPicPr>
        <p:blipFill>
          <a:blip r:embed="rId4" cstate="print"/>
          <a:stretch>
            <a:fillRect/>
          </a:stretch>
        </p:blipFill>
        <p:spPr>
          <a:xfrm>
            <a:off x="652213" y="653659"/>
            <a:ext cx="540000" cy="97078"/>
          </a:xfrm>
          <a:prstGeom prst="rect">
            <a:avLst/>
          </a:prstGeom>
        </p:spPr>
      </p:pic>
      <p:sp>
        <p:nvSpPr>
          <p:cNvPr id="8" name="TextBox 7"/>
          <p:cNvSpPr txBox="1"/>
          <p:nvPr/>
        </p:nvSpPr>
        <p:spPr>
          <a:xfrm>
            <a:off x="663167" y="995716"/>
            <a:ext cx="518091"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隧  道</a:t>
            </a:r>
            <a:endParaRPr lang="zh-CN" altLang="en-US" sz="1000" dirty="0">
              <a:latin typeface="微软雅黑" pitchFamily="34" charset="-122"/>
              <a:ea typeface="微软雅黑" pitchFamily="34" charset="-122"/>
            </a:endParaRPr>
          </a:p>
        </p:txBody>
      </p:sp>
      <p:pic>
        <p:nvPicPr>
          <p:cNvPr id="9" name="图片 8" descr="通用网管-蓝.png"/>
          <p:cNvPicPr>
            <a:picLocks noChangeAspect="1"/>
          </p:cNvPicPr>
          <p:nvPr/>
        </p:nvPicPr>
        <p:blipFill>
          <a:blip r:embed="rId5" cstate="print"/>
          <a:stretch>
            <a:fillRect/>
          </a:stretch>
        </p:blipFill>
        <p:spPr>
          <a:xfrm>
            <a:off x="1865063" y="609253"/>
            <a:ext cx="540000" cy="141484"/>
          </a:xfrm>
          <a:prstGeom prst="rect">
            <a:avLst/>
          </a:prstGeom>
        </p:spPr>
      </p:pic>
      <p:sp>
        <p:nvSpPr>
          <p:cNvPr id="10" name="TextBox 9"/>
          <p:cNvSpPr txBox="1"/>
          <p:nvPr/>
        </p:nvSpPr>
        <p:spPr>
          <a:xfrm>
            <a:off x="1583470" y="991496"/>
            <a:ext cx="1103187"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Queue</a:t>
            </a:r>
            <a:r>
              <a:rPr lang="zh-CN" altLang="en-US" sz="1000" dirty="0" smtClean="0">
                <a:latin typeface="微软雅黑" pitchFamily="34" charset="-122"/>
                <a:ea typeface="微软雅黑" pitchFamily="34" charset="-122"/>
              </a:rPr>
              <a:t>（队列）</a:t>
            </a:r>
            <a:endParaRPr lang="zh-CN" altLang="en-US" sz="1000" dirty="0">
              <a:latin typeface="微软雅黑" pitchFamily="34" charset="-122"/>
              <a:ea typeface="微软雅黑" pitchFamily="34" charset="-122"/>
            </a:endParaRPr>
          </a:p>
        </p:txBody>
      </p:sp>
      <p:pic>
        <p:nvPicPr>
          <p:cNvPr id="11" name="图片 10"/>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5465851" y="447918"/>
            <a:ext cx="655321" cy="411481"/>
          </a:xfrm>
          <a:prstGeom prst="rect">
            <a:avLst/>
          </a:prstGeom>
        </p:spPr>
      </p:pic>
      <p:sp>
        <p:nvSpPr>
          <p:cNvPr id="12" name="TextBox 45"/>
          <p:cNvSpPr txBox="1"/>
          <p:nvPr/>
        </p:nvSpPr>
        <p:spPr>
          <a:xfrm>
            <a:off x="5465851" y="969533"/>
            <a:ext cx="64472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网络云</a:t>
            </a:r>
            <a:r>
              <a:rPr lang="en-US" altLang="zh-CN" sz="1000" dirty="0" smtClean="0">
                <a:latin typeface="微软雅黑" pitchFamily="34" charset="-122"/>
                <a:ea typeface="微软雅黑" pitchFamily="34" charset="-122"/>
              </a:rPr>
              <a:t>4</a:t>
            </a:r>
            <a:endParaRPr lang="zh-CN" altLang="en-US" sz="1000" dirty="0">
              <a:latin typeface="微软雅黑" pitchFamily="34" charset="-122"/>
              <a:ea typeface="微软雅黑" pitchFamily="34" charset="-122"/>
            </a:endParaRPr>
          </a:p>
        </p:txBody>
      </p:sp>
      <p:pic>
        <p:nvPicPr>
          <p:cNvPr id="13" name="图片 12" descr="数据中心-蓝.png"/>
          <p:cNvPicPr>
            <a:picLocks noChangeAspect="1"/>
          </p:cNvPicPr>
          <p:nvPr/>
        </p:nvPicPr>
        <p:blipFill>
          <a:blip r:embed="rId7" cstate="print"/>
          <a:stretch>
            <a:fillRect/>
          </a:stretch>
        </p:blipFill>
        <p:spPr>
          <a:xfrm>
            <a:off x="6741944" y="474170"/>
            <a:ext cx="527638" cy="441818"/>
          </a:xfrm>
          <a:prstGeom prst="rect">
            <a:avLst/>
          </a:prstGeom>
        </p:spPr>
      </p:pic>
      <p:sp>
        <p:nvSpPr>
          <p:cNvPr id="14" name="TextBox 13"/>
          <p:cNvSpPr txBox="1"/>
          <p:nvPr/>
        </p:nvSpPr>
        <p:spPr>
          <a:xfrm>
            <a:off x="6678019" y="996090"/>
            <a:ext cx="707246" cy="246221"/>
          </a:xfrm>
          <a:prstGeom prst="rect">
            <a:avLst/>
          </a:prstGeom>
          <a:noFill/>
        </p:spPr>
        <p:txBody>
          <a:bodyPr wrap="none" rtlCol="0">
            <a:spAutoFit/>
          </a:bodyPr>
          <a:lstStyle/>
          <a:p>
            <a:pPr algn="ctr"/>
            <a:r>
              <a:rPr lang="en-US" altLang="zh-CN" sz="1000" dirty="0" err="1" smtClean="0">
                <a:latin typeface="微软雅黑" pitchFamily="34" charset="-122"/>
                <a:ea typeface="微软雅黑" pitchFamily="34" charset="-122"/>
              </a:rPr>
              <a:t>WiFi</a:t>
            </a:r>
            <a:r>
              <a:rPr lang="zh-CN" altLang="en-US" sz="1000" dirty="0" smtClean="0">
                <a:latin typeface="微软雅黑" pitchFamily="34" charset="-122"/>
                <a:ea typeface="微软雅黑" pitchFamily="34" charset="-122"/>
              </a:rPr>
              <a:t>信号</a:t>
            </a:r>
            <a:endParaRPr lang="zh-CN" altLang="en-US" sz="1000" dirty="0">
              <a:latin typeface="微软雅黑" pitchFamily="34" charset="-122"/>
              <a:ea typeface="微软雅黑" pitchFamily="34" charset="-122"/>
            </a:endParaRPr>
          </a:p>
        </p:txBody>
      </p:sp>
      <p:pic>
        <p:nvPicPr>
          <p:cNvPr id="15" name="图片 14" descr="数据中心-蓝.png"/>
          <p:cNvPicPr>
            <a:picLocks noChangeAspect="1"/>
          </p:cNvPicPr>
          <p:nvPr/>
        </p:nvPicPr>
        <p:blipFill>
          <a:blip r:embed="rId8" cstate="print"/>
          <a:stretch>
            <a:fillRect/>
          </a:stretch>
        </p:blipFill>
        <p:spPr>
          <a:xfrm>
            <a:off x="8066008" y="518622"/>
            <a:ext cx="177371" cy="441816"/>
          </a:xfrm>
          <a:prstGeom prst="rect">
            <a:avLst/>
          </a:prstGeom>
        </p:spPr>
      </p:pic>
      <p:sp>
        <p:nvSpPr>
          <p:cNvPr id="16" name="TextBox 15"/>
          <p:cNvSpPr txBox="1"/>
          <p:nvPr/>
        </p:nvSpPr>
        <p:spPr>
          <a:xfrm>
            <a:off x="7793659" y="1002442"/>
            <a:ext cx="697627"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信号传输</a:t>
            </a:r>
            <a:endParaRPr lang="zh-CN" altLang="en-US" sz="1000" dirty="0">
              <a:latin typeface="微软雅黑" pitchFamily="34" charset="-122"/>
              <a:ea typeface="微软雅黑" pitchFamily="34" charset="-122"/>
            </a:endParaRPr>
          </a:p>
        </p:txBody>
      </p:sp>
      <p:pic>
        <p:nvPicPr>
          <p:cNvPr id="17" name="图片 16" descr="通用交换机.png"/>
          <p:cNvPicPr>
            <a:picLocks noChangeAspect="1"/>
          </p:cNvPicPr>
          <p:nvPr/>
        </p:nvPicPr>
        <p:blipFill>
          <a:blip r:embed="rId9" cstate="print"/>
          <a:stretch>
            <a:fillRect/>
          </a:stretch>
        </p:blipFill>
        <p:spPr>
          <a:xfrm>
            <a:off x="650463" y="1571624"/>
            <a:ext cx="540000" cy="441817"/>
          </a:xfrm>
          <a:prstGeom prst="rect">
            <a:avLst/>
          </a:prstGeom>
        </p:spPr>
      </p:pic>
      <p:pic>
        <p:nvPicPr>
          <p:cNvPr id="18" name="图片 17" descr="通用交换机故障.png"/>
          <p:cNvPicPr>
            <a:picLocks noChangeAspect="1"/>
          </p:cNvPicPr>
          <p:nvPr/>
        </p:nvPicPr>
        <p:blipFill>
          <a:blip r:embed="rId10" cstate="print"/>
          <a:stretch>
            <a:fillRect/>
          </a:stretch>
        </p:blipFill>
        <p:spPr>
          <a:xfrm>
            <a:off x="1876423" y="1571624"/>
            <a:ext cx="540000" cy="441817"/>
          </a:xfrm>
          <a:prstGeom prst="rect">
            <a:avLst/>
          </a:prstGeom>
        </p:spPr>
      </p:pic>
      <p:pic>
        <p:nvPicPr>
          <p:cNvPr id="19" name="图片 18" descr="核心交换机.png"/>
          <p:cNvPicPr>
            <a:picLocks noChangeAspect="1"/>
          </p:cNvPicPr>
          <p:nvPr/>
        </p:nvPicPr>
        <p:blipFill>
          <a:blip r:embed="rId11" cstate="print"/>
          <a:stretch>
            <a:fillRect/>
          </a:stretch>
        </p:blipFill>
        <p:spPr>
          <a:xfrm>
            <a:off x="3094913" y="1571624"/>
            <a:ext cx="540000" cy="441818"/>
          </a:xfrm>
          <a:prstGeom prst="rect">
            <a:avLst/>
          </a:prstGeom>
        </p:spPr>
      </p:pic>
      <p:pic>
        <p:nvPicPr>
          <p:cNvPr id="20" name="图片 19" descr="汇聚交换机.png"/>
          <p:cNvPicPr>
            <a:picLocks noChangeAspect="1"/>
          </p:cNvPicPr>
          <p:nvPr/>
        </p:nvPicPr>
        <p:blipFill>
          <a:blip r:embed="rId12" cstate="print"/>
          <a:stretch>
            <a:fillRect/>
          </a:stretch>
        </p:blipFill>
        <p:spPr>
          <a:xfrm>
            <a:off x="4269081" y="1571624"/>
            <a:ext cx="540000" cy="441818"/>
          </a:xfrm>
          <a:prstGeom prst="rect">
            <a:avLst/>
          </a:prstGeom>
        </p:spPr>
      </p:pic>
      <p:pic>
        <p:nvPicPr>
          <p:cNvPr id="21" name="图片 20" descr="接入交换机.png"/>
          <p:cNvPicPr>
            <a:picLocks noChangeAspect="1"/>
          </p:cNvPicPr>
          <p:nvPr/>
        </p:nvPicPr>
        <p:blipFill>
          <a:blip r:embed="rId13" cstate="print"/>
          <a:stretch>
            <a:fillRect/>
          </a:stretch>
        </p:blipFill>
        <p:spPr>
          <a:xfrm>
            <a:off x="5503863" y="1571624"/>
            <a:ext cx="540000" cy="441818"/>
          </a:xfrm>
          <a:prstGeom prst="rect">
            <a:avLst/>
          </a:prstGeom>
        </p:spPr>
      </p:pic>
      <p:pic>
        <p:nvPicPr>
          <p:cNvPr id="22" name="图片 21" descr="接入交换机故障.png"/>
          <p:cNvPicPr>
            <a:picLocks noChangeAspect="1"/>
          </p:cNvPicPr>
          <p:nvPr/>
        </p:nvPicPr>
        <p:blipFill>
          <a:blip r:embed="rId14" cstate="print"/>
          <a:stretch>
            <a:fillRect/>
          </a:stretch>
        </p:blipFill>
        <p:spPr>
          <a:xfrm>
            <a:off x="6748204" y="1571624"/>
            <a:ext cx="540000" cy="441818"/>
          </a:xfrm>
          <a:prstGeom prst="rect">
            <a:avLst/>
          </a:prstGeom>
        </p:spPr>
      </p:pic>
      <p:sp>
        <p:nvSpPr>
          <p:cNvPr id="23" name="TextBox 22"/>
          <p:cNvSpPr txBox="1"/>
          <p:nvPr/>
        </p:nvSpPr>
        <p:spPr>
          <a:xfrm>
            <a:off x="507530" y="2044700"/>
            <a:ext cx="825867"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通用交换机</a:t>
            </a:r>
            <a:endParaRPr lang="zh-CN" altLang="en-US" sz="1000" dirty="0">
              <a:latin typeface="微软雅黑" pitchFamily="34" charset="-122"/>
              <a:ea typeface="微软雅黑" pitchFamily="34" charset="-122"/>
            </a:endParaRPr>
          </a:p>
        </p:txBody>
      </p:sp>
      <p:sp>
        <p:nvSpPr>
          <p:cNvPr id="24" name="TextBox 23"/>
          <p:cNvSpPr txBox="1"/>
          <p:nvPr/>
        </p:nvSpPr>
        <p:spPr>
          <a:xfrm>
            <a:off x="1605249" y="2044700"/>
            <a:ext cx="1082349"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通用交换机故障</a:t>
            </a:r>
            <a:endParaRPr lang="zh-CN" altLang="en-US" sz="1000" dirty="0">
              <a:latin typeface="微软雅黑" pitchFamily="34" charset="-122"/>
              <a:ea typeface="微软雅黑" pitchFamily="34" charset="-122"/>
            </a:endParaRPr>
          </a:p>
        </p:txBody>
      </p:sp>
      <p:sp>
        <p:nvSpPr>
          <p:cNvPr id="25" name="TextBox 24"/>
          <p:cNvSpPr txBox="1"/>
          <p:nvPr/>
        </p:nvSpPr>
        <p:spPr>
          <a:xfrm>
            <a:off x="2951980" y="2044700"/>
            <a:ext cx="82586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核心交换机</a:t>
            </a:r>
            <a:endParaRPr lang="zh-CN" altLang="en-US" sz="1000" dirty="0">
              <a:latin typeface="微软雅黑" pitchFamily="34" charset="-122"/>
              <a:ea typeface="微软雅黑" pitchFamily="34" charset="-122"/>
            </a:endParaRPr>
          </a:p>
        </p:txBody>
      </p:sp>
      <p:sp>
        <p:nvSpPr>
          <p:cNvPr id="26" name="TextBox 25"/>
          <p:cNvSpPr txBox="1"/>
          <p:nvPr/>
        </p:nvSpPr>
        <p:spPr>
          <a:xfrm>
            <a:off x="4126148" y="2044700"/>
            <a:ext cx="82586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汇聚交换机</a:t>
            </a:r>
            <a:endParaRPr lang="zh-CN" altLang="en-US" sz="1000" dirty="0">
              <a:latin typeface="微软雅黑" pitchFamily="34" charset="-122"/>
              <a:ea typeface="微软雅黑" pitchFamily="34" charset="-122"/>
            </a:endParaRPr>
          </a:p>
        </p:txBody>
      </p:sp>
      <p:sp>
        <p:nvSpPr>
          <p:cNvPr id="27" name="TextBox 26"/>
          <p:cNvSpPr txBox="1"/>
          <p:nvPr/>
        </p:nvSpPr>
        <p:spPr>
          <a:xfrm>
            <a:off x="5398882" y="2044700"/>
            <a:ext cx="82586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接入交换机</a:t>
            </a:r>
            <a:endParaRPr lang="zh-CN" altLang="en-US" sz="1000" dirty="0">
              <a:latin typeface="微软雅黑" pitchFamily="34" charset="-122"/>
              <a:ea typeface="微软雅黑" pitchFamily="34" charset="-122"/>
            </a:endParaRPr>
          </a:p>
        </p:txBody>
      </p:sp>
      <p:sp>
        <p:nvSpPr>
          <p:cNvPr id="28" name="TextBox 27"/>
          <p:cNvSpPr txBox="1"/>
          <p:nvPr/>
        </p:nvSpPr>
        <p:spPr>
          <a:xfrm>
            <a:off x="6477030" y="2044700"/>
            <a:ext cx="1082348"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接入交换机故障</a:t>
            </a:r>
            <a:endParaRPr lang="zh-CN" altLang="en-US" sz="1000" dirty="0">
              <a:latin typeface="微软雅黑" pitchFamily="34" charset="-122"/>
              <a:ea typeface="微软雅黑" pitchFamily="34" charset="-122"/>
            </a:endParaRPr>
          </a:p>
        </p:txBody>
      </p:sp>
      <p:pic>
        <p:nvPicPr>
          <p:cNvPr id="29" name="图片 28" descr="AC-蓝.png"/>
          <p:cNvPicPr>
            <a:picLocks noChangeAspect="1"/>
          </p:cNvPicPr>
          <p:nvPr/>
        </p:nvPicPr>
        <p:blipFill>
          <a:blip r:embed="rId15" cstate="print"/>
          <a:stretch>
            <a:fillRect/>
          </a:stretch>
        </p:blipFill>
        <p:spPr>
          <a:xfrm>
            <a:off x="657651" y="2663717"/>
            <a:ext cx="540000" cy="441818"/>
          </a:xfrm>
          <a:prstGeom prst="rect">
            <a:avLst/>
          </a:prstGeom>
        </p:spPr>
      </p:pic>
      <p:pic>
        <p:nvPicPr>
          <p:cNvPr id="30" name="图片 29" descr="AC故障.png"/>
          <p:cNvPicPr>
            <a:picLocks noChangeAspect="1"/>
          </p:cNvPicPr>
          <p:nvPr/>
        </p:nvPicPr>
        <p:blipFill>
          <a:blip r:embed="rId16" cstate="print"/>
          <a:stretch>
            <a:fillRect/>
          </a:stretch>
        </p:blipFill>
        <p:spPr>
          <a:xfrm>
            <a:off x="1882443" y="2660491"/>
            <a:ext cx="540000" cy="441818"/>
          </a:xfrm>
          <a:prstGeom prst="rect">
            <a:avLst/>
          </a:prstGeom>
        </p:spPr>
      </p:pic>
      <p:sp>
        <p:nvSpPr>
          <p:cNvPr id="31" name="TextBox 30"/>
          <p:cNvSpPr txBox="1"/>
          <p:nvPr/>
        </p:nvSpPr>
        <p:spPr>
          <a:xfrm>
            <a:off x="747153" y="3143092"/>
            <a:ext cx="360996"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AC</a:t>
            </a:r>
            <a:endParaRPr lang="zh-CN" altLang="en-US" sz="1000" dirty="0">
              <a:latin typeface="微软雅黑" pitchFamily="34" charset="-122"/>
              <a:ea typeface="微软雅黑" pitchFamily="34" charset="-122"/>
            </a:endParaRPr>
          </a:p>
        </p:txBody>
      </p:sp>
      <p:sp>
        <p:nvSpPr>
          <p:cNvPr id="32" name="TextBox 31"/>
          <p:cNvSpPr txBox="1"/>
          <p:nvPr/>
        </p:nvSpPr>
        <p:spPr>
          <a:xfrm>
            <a:off x="1891477" y="3165475"/>
            <a:ext cx="617478"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AC</a:t>
            </a:r>
            <a:r>
              <a:rPr lang="zh-CN" altLang="en-US" sz="1000" dirty="0" smtClean="0">
                <a:latin typeface="微软雅黑" pitchFamily="34" charset="-122"/>
                <a:ea typeface="微软雅黑" pitchFamily="34" charset="-122"/>
              </a:rPr>
              <a:t>故障</a:t>
            </a:r>
            <a:endParaRPr lang="zh-CN" altLang="en-US" sz="1000" dirty="0">
              <a:latin typeface="微软雅黑" pitchFamily="34" charset="-122"/>
              <a:ea typeface="微软雅黑" pitchFamily="34" charset="-122"/>
            </a:endParaRPr>
          </a:p>
        </p:txBody>
      </p:sp>
      <p:pic>
        <p:nvPicPr>
          <p:cNvPr id="33" name="图片 32" descr="AP.png"/>
          <p:cNvPicPr>
            <a:picLocks noChangeAspect="1"/>
          </p:cNvPicPr>
          <p:nvPr/>
        </p:nvPicPr>
        <p:blipFill>
          <a:blip r:embed="rId17" cstate="print"/>
          <a:stretch>
            <a:fillRect/>
          </a:stretch>
        </p:blipFill>
        <p:spPr>
          <a:xfrm>
            <a:off x="7942013" y="1552575"/>
            <a:ext cx="540000" cy="441818"/>
          </a:xfrm>
          <a:prstGeom prst="rect">
            <a:avLst/>
          </a:prstGeom>
        </p:spPr>
      </p:pic>
      <p:sp>
        <p:nvSpPr>
          <p:cNvPr id="34" name="TextBox 33"/>
          <p:cNvSpPr txBox="1"/>
          <p:nvPr/>
        </p:nvSpPr>
        <p:spPr>
          <a:xfrm>
            <a:off x="8035522" y="2038351"/>
            <a:ext cx="352982"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AP</a:t>
            </a:r>
            <a:endParaRPr lang="zh-CN" altLang="en-US" sz="1000" dirty="0">
              <a:latin typeface="微软雅黑" pitchFamily="34" charset="-122"/>
              <a:ea typeface="微软雅黑" pitchFamily="34" charset="-122"/>
            </a:endParaRPr>
          </a:p>
        </p:txBody>
      </p:sp>
      <p:pic>
        <p:nvPicPr>
          <p:cNvPr id="35" name="图片 34" descr="云中心 AP.png"/>
          <p:cNvPicPr>
            <a:picLocks noChangeAspect="1"/>
          </p:cNvPicPr>
          <p:nvPr/>
        </p:nvPicPr>
        <p:blipFill>
          <a:blip r:embed="rId18" cstate="print"/>
          <a:stretch>
            <a:fillRect/>
          </a:stretch>
        </p:blipFill>
        <p:spPr>
          <a:xfrm>
            <a:off x="5489577" y="2679699"/>
            <a:ext cx="540000" cy="441818"/>
          </a:xfrm>
          <a:prstGeom prst="rect">
            <a:avLst/>
          </a:prstGeom>
        </p:spPr>
      </p:pic>
      <p:pic>
        <p:nvPicPr>
          <p:cNvPr id="36" name="图片 35" descr="AP故障.png"/>
          <p:cNvPicPr>
            <a:picLocks noChangeAspect="1"/>
          </p:cNvPicPr>
          <p:nvPr/>
        </p:nvPicPr>
        <p:blipFill>
          <a:blip r:embed="rId19" cstate="print"/>
          <a:stretch>
            <a:fillRect/>
          </a:stretch>
        </p:blipFill>
        <p:spPr>
          <a:xfrm>
            <a:off x="3051175" y="2670174"/>
            <a:ext cx="540000" cy="441818"/>
          </a:xfrm>
          <a:prstGeom prst="rect">
            <a:avLst/>
          </a:prstGeom>
        </p:spPr>
      </p:pic>
      <p:pic>
        <p:nvPicPr>
          <p:cNvPr id="37" name="图片 36" descr="中心AP.png"/>
          <p:cNvPicPr>
            <a:picLocks noChangeAspect="1"/>
          </p:cNvPicPr>
          <p:nvPr/>
        </p:nvPicPr>
        <p:blipFill>
          <a:blip r:embed="rId20" cstate="print"/>
          <a:stretch>
            <a:fillRect/>
          </a:stretch>
        </p:blipFill>
        <p:spPr>
          <a:xfrm>
            <a:off x="4243474" y="2670174"/>
            <a:ext cx="540000" cy="441818"/>
          </a:xfrm>
          <a:prstGeom prst="rect">
            <a:avLst/>
          </a:prstGeom>
        </p:spPr>
      </p:pic>
      <p:sp>
        <p:nvSpPr>
          <p:cNvPr id="38" name="TextBox 37"/>
          <p:cNvSpPr txBox="1"/>
          <p:nvPr/>
        </p:nvSpPr>
        <p:spPr>
          <a:xfrm>
            <a:off x="3016444" y="3155950"/>
            <a:ext cx="609462"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AP</a:t>
            </a:r>
            <a:r>
              <a:rPr lang="zh-CN" altLang="en-US" sz="1000" dirty="0" smtClean="0">
                <a:latin typeface="微软雅黑" pitchFamily="34" charset="-122"/>
                <a:ea typeface="微软雅黑" pitchFamily="34" charset="-122"/>
              </a:rPr>
              <a:t>故障</a:t>
            </a:r>
            <a:endParaRPr lang="zh-CN" altLang="en-US" sz="1000" dirty="0">
              <a:latin typeface="微软雅黑" pitchFamily="34" charset="-122"/>
              <a:ea typeface="微软雅黑" pitchFamily="34" charset="-122"/>
            </a:endParaRPr>
          </a:p>
        </p:txBody>
      </p:sp>
      <p:sp>
        <p:nvSpPr>
          <p:cNvPr id="39" name="TextBox 38"/>
          <p:cNvSpPr txBox="1"/>
          <p:nvPr/>
        </p:nvSpPr>
        <p:spPr>
          <a:xfrm>
            <a:off x="4208743" y="3155950"/>
            <a:ext cx="609462"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中心</a:t>
            </a:r>
            <a:r>
              <a:rPr lang="en-US" altLang="zh-CN" sz="1000" dirty="0" smtClean="0">
                <a:latin typeface="微软雅黑" pitchFamily="34" charset="-122"/>
                <a:ea typeface="微软雅黑" pitchFamily="34" charset="-122"/>
              </a:rPr>
              <a:t>AP</a:t>
            </a:r>
            <a:endParaRPr lang="zh-CN" altLang="en-US" sz="1000" dirty="0">
              <a:latin typeface="微软雅黑" pitchFamily="34" charset="-122"/>
              <a:ea typeface="微软雅黑" pitchFamily="34" charset="-122"/>
            </a:endParaRPr>
          </a:p>
        </p:txBody>
      </p:sp>
      <p:sp>
        <p:nvSpPr>
          <p:cNvPr id="40" name="TextBox 39"/>
          <p:cNvSpPr txBox="1"/>
          <p:nvPr/>
        </p:nvSpPr>
        <p:spPr>
          <a:xfrm>
            <a:off x="5198366" y="3155950"/>
            <a:ext cx="1122423"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云中心</a:t>
            </a:r>
            <a:r>
              <a:rPr lang="en-US" altLang="zh-CN" sz="1000" dirty="0" smtClean="0">
                <a:latin typeface="微软雅黑" pitchFamily="34" charset="-122"/>
                <a:ea typeface="微软雅黑" pitchFamily="34" charset="-122"/>
              </a:rPr>
              <a:t>AP</a:t>
            </a:r>
            <a:r>
              <a:rPr lang="zh-CN" altLang="en-US" sz="1000" dirty="0" smtClean="0">
                <a:latin typeface="微软雅黑" pitchFamily="34" charset="-122"/>
                <a:ea typeface="微软雅黑" pitchFamily="34" charset="-122"/>
              </a:rPr>
              <a:t>示意图</a:t>
            </a:r>
            <a:endParaRPr lang="zh-CN" altLang="en-US" sz="1000" dirty="0">
              <a:latin typeface="微软雅黑" pitchFamily="34" charset="-122"/>
              <a:ea typeface="微软雅黑" pitchFamily="34" charset="-122"/>
            </a:endParaRPr>
          </a:p>
        </p:txBody>
      </p:sp>
      <p:pic>
        <p:nvPicPr>
          <p:cNvPr id="41" name="图片 40" descr="AC-蓝.png"/>
          <p:cNvPicPr>
            <a:picLocks noChangeAspect="1"/>
          </p:cNvPicPr>
          <p:nvPr/>
        </p:nvPicPr>
        <p:blipFill>
          <a:blip r:embed="rId21" cstate="print"/>
          <a:stretch>
            <a:fillRect/>
          </a:stretch>
        </p:blipFill>
        <p:spPr>
          <a:xfrm>
            <a:off x="6693226" y="2654192"/>
            <a:ext cx="540000" cy="441817"/>
          </a:xfrm>
          <a:prstGeom prst="rect">
            <a:avLst/>
          </a:prstGeom>
        </p:spPr>
      </p:pic>
      <p:sp>
        <p:nvSpPr>
          <p:cNvPr id="42" name="TextBox 41"/>
          <p:cNvSpPr txBox="1"/>
          <p:nvPr/>
        </p:nvSpPr>
        <p:spPr>
          <a:xfrm>
            <a:off x="6575139" y="3133567"/>
            <a:ext cx="776175"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云中心 </a:t>
            </a:r>
            <a:r>
              <a:rPr lang="en-US" altLang="zh-CN" sz="1000" dirty="0" smtClean="0">
                <a:latin typeface="微软雅黑" pitchFamily="34" charset="-122"/>
                <a:ea typeface="微软雅黑" pitchFamily="34" charset="-122"/>
              </a:rPr>
              <a:t>AP</a:t>
            </a:r>
            <a:endParaRPr lang="zh-CN" altLang="en-US" sz="1000" dirty="0">
              <a:latin typeface="微软雅黑" pitchFamily="34" charset="-122"/>
              <a:ea typeface="微软雅黑" pitchFamily="34" charset="-122"/>
            </a:endParaRPr>
          </a:p>
        </p:txBody>
      </p:sp>
      <p:pic>
        <p:nvPicPr>
          <p:cNvPr id="43" name="图片 42" descr="堆叠交换机.png"/>
          <p:cNvPicPr>
            <a:picLocks noChangeAspect="1"/>
          </p:cNvPicPr>
          <p:nvPr/>
        </p:nvPicPr>
        <p:blipFill>
          <a:blip r:embed="rId22" cstate="print"/>
          <a:stretch>
            <a:fillRect/>
          </a:stretch>
        </p:blipFill>
        <p:spPr>
          <a:xfrm>
            <a:off x="7931476" y="2646164"/>
            <a:ext cx="540000" cy="441817"/>
          </a:xfrm>
          <a:prstGeom prst="rect">
            <a:avLst/>
          </a:prstGeom>
        </p:spPr>
      </p:pic>
      <p:sp>
        <p:nvSpPr>
          <p:cNvPr id="44" name="TextBox 43"/>
          <p:cNvSpPr txBox="1"/>
          <p:nvPr/>
        </p:nvSpPr>
        <p:spPr>
          <a:xfrm>
            <a:off x="7755172" y="3127375"/>
            <a:ext cx="82586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堆叠交换机</a:t>
            </a:r>
            <a:endParaRPr lang="zh-CN" altLang="en-US" sz="1000" dirty="0">
              <a:latin typeface="微软雅黑" pitchFamily="34" charset="-122"/>
              <a:ea typeface="微软雅黑" pitchFamily="34" charset="-122"/>
            </a:endParaRPr>
          </a:p>
        </p:txBody>
      </p:sp>
      <p:pic>
        <p:nvPicPr>
          <p:cNvPr id="47" name="图片 46" descr="ce wlan-17.png"/>
          <p:cNvPicPr>
            <a:picLocks noChangeAspect="1"/>
          </p:cNvPicPr>
          <p:nvPr/>
        </p:nvPicPr>
        <p:blipFill>
          <a:blip r:embed="rId23" cstate="print"/>
          <a:stretch>
            <a:fillRect/>
          </a:stretch>
        </p:blipFill>
        <p:spPr>
          <a:xfrm>
            <a:off x="700038" y="3687395"/>
            <a:ext cx="541201" cy="442800"/>
          </a:xfrm>
          <a:prstGeom prst="rect">
            <a:avLst/>
          </a:prstGeom>
        </p:spPr>
      </p:pic>
      <p:sp>
        <p:nvSpPr>
          <p:cNvPr id="48" name="TextBox 47"/>
          <p:cNvSpPr txBox="1"/>
          <p:nvPr/>
        </p:nvSpPr>
        <p:spPr>
          <a:xfrm>
            <a:off x="719288" y="4184650"/>
            <a:ext cx="56938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转发器</a:t>
            </a:r>
            <a:endParaRPr lang="zh-CN" altLang="en-US" sz="1000" dirty="0">
              <a:latin typeface="微软雅黑" pitchFamily="34" charset="-122"/>
              <a:ea typeface="微软雅黑" pitchFamily="34" charset="-122"/>
            </a:endParaRPr>
          </a:p>
        </p:txBody>
      </p:sp>
      <p:sp>
        <p:nvSpPr>
          <p:cNvPr id="51" name="TextBox 50"/>
          <p:cNvSpPr txBox="1"/>
          <p:nvPr/>
        </p:nvSpPr>
        <p:spPr>
          <a:xfrm>
            <a:off x="1819206" y="4193017"/>
            <a:ext cx="616276" cy="246221"/>
          </a:xfrm>
          <a:prstGeom prst="rect">
            <a:avLst/>
          </a:prstGeom>
          <a:noFill/>
        </p:spPr>
        <p:txBody>
          <a:bodyPr wrap="square" rtlCol="0">
            <a:spAutoFit/>
          </a:bodyPr>
          <a:lstStyle/>
          <a:p>
            <a:pPr algn="ctr"/>
            <a:r>
              <a:rPr lang="zh-CN" altLang="en-US" sz="1000" dirty="0" smtClean="0">
                <a:latin typeface="微软雅黑" pitchFamily="34" charset="-122"/>
                <a:ea typeface="微软雅黑" pitchFamily="34" charset="-122"/>
              </a:rPr>
              <a:t>防火墙</a:t>
            </a:r>
            <a:endParaRPr lang="zh-CN" altLang="en-US" sz="1000" dirty="0">
              <a:latin typeface="微软雅黑" pitchFamily="34" charset="-122"/>
              <a:ea typeface="微软雅黑" pitchFamily="34" charset="-122"/>
            </a:endParaRPr>
          </a:p>
        </p:txBody>
      </p:sp>
      <p:pic>
        <p:nvPicPr>
          <p:cNvPr id="52" name="图片 51"/>
          <p:cNvPicPr>
            <a:picLocks noChangeAspect="1"/>
          </p:cNvPicPr>
          <p:nvPr/>
        </p:nvPicPr>
        <p:blipFill>
          <a:blip r:embed="rId24" cstate="print">
            <a:extLst>
              <a:ext uri="{28A0092B-C50C-407E-A947-70E740481C1C}">
                <a14:useLocalDpi xmlns="" xmlns:a14="http://schemas.microsoft.com/office/drawing/2010/main" val="0"/>
              </a:ext>
            </a:extLst>
          </a:blip>
          <a:stretch>
            <a:fillRect/>
          </a:stretch>
        </p:blipFill>
        <p:spPr>
          <a:xfrm>
            <a:off x="1873329" y="3681841"/>
            <a:ext cx="541200" cy="442800"/>
          </a:xfrm>
          <a:prstGeom prst="rect">
            <a:avLst/>
          </a:prstGeom>
        </p:spPr>
      </p:pic>
      <p:sp>
        <p:nvSpPr>
          <p:cNvPr id="53" name="TextBox 52"/>
          <p:cNvSpPr txBox="1"/>
          <p:nvPr/>
        </p:nvSpPr>
        <p:spPr>
          <a:xfrm>
            <a:off x="2949961" y="4202384"/>
            <a:ext cx="873057" cy="246221"/>
          </a:xfrm>
          <a:prstGeom prst="rect">
            <a:avLst/>
          </a:prstGeom>
          <a:noFill/>
        </p:spPr>
        <p:txBody>
          <a:bodyPr wrap="square" rtlCol="0">
            <a:spAutoFit/>
          </a:bodyPr>
          <a:lstStyle/>
          <a:p>
            <a:r>
              <a:rPr lang="zh-CN" altLang="en-US" sz="1000" dirty="0" smtClean="0">
                <a:latin typeface="微软雅黑" pitchFamily="34" charset="-122"/>
                <a:ea typeface="微软雅黑" pitchFamily="34" charset="-122"/>
              </a:rPr>
              <a:t>无线路由器</a:t>
            </a:r>
            <a:endParaRPr lang="zh-CN" altLang="en-US" sz="1000" dirty="0">
              <a:latin typeface="微软雅黑" pitchFamily="34" charset="-122"/>
              <a:ea typeface="微软雅黑" pitchFamily="34" charset="-122"/>
            </a:endParaRPr>
          </a:p>
        </p:txBody>
      </p:sp>
      <p:pic>
        <p:nvPicPr>
          <p:cNvPr id="54" name="图片 53"/>
          <p:cNvPicPr>
            <a:picLocks noChangeAspect="1"/>
          </p:cNvPicPr>
          <p:nvPr/>
        </p:nvPicPr>
        <p:blipFill>
          <a:blip r:embed="rId25" cstate="print">
            <a:extLst>
              <a:ext uri="{28A0092B-C50C-407E-A947-70E740481C1C}">
                <a14:useLocalDpi xmlns="" xmlns:a14="http://schemas.microsoft.com/office/drawing/2010/main" val="0"/>
              </a:ext>
            </a:extLst>
          </a:blip>
          <a:stretch>
            <a:fillRect/>
          </a:stretch>
        </p:blipFill>
        <p:spPr>
          <a:xfrm>
            <a:off x="3044905" y="3682548"/>
            <a:ext cx="541201" cy="442800"/>
          </a:xfrm>
          <a:prstGeom prst="rect">
            <a:avLst/>
          </a:prstGeom>
        </p:spPr>
      </p:pic>
      <p:pic>
        <p:nvPicPr>
          <p:cNvPr id="55" name="图片 54" descr="VM.png"/>
          <p:cNvPicPr>
            <a:picLocks noChangeAspect="1"/>
          </p:cNvPicPr>
          <p:nvPr/>
        </p:nvPicPr>
        <p:blipFill>
          <a:blip r:embed="rId26" cstate="print"/>
          <a:stretch>
            <a:fillRect/>
          </a:stretch>
        </p:blipFill>
        <p:spPr>
          <a:xfrm>
            <a:off x="6685391" y="3693882"/>
            <a:ext cx="227729" cy="190800"/>
          </a:xfrm>
          <a:prstGeom prst="rect">
            <a:avLst/>
          </a:prstGeom>
        </p:spPr>
      </p:pic>
      <p:pic>
        <p:nvPicPr>
          <p:cNvPr id="56" name="图片 55" descr="VM1.png"/>
          <p:cNvPicPr>
            <a:picLocks noChangeAspect="1"/>
          </p:cNvPicPr>
          <p:nvPr/>
        </p:nvPicPr>
        <p:blipFill>
          <a:blip r:embed="rId27" cstate="print"/>
          <a:stretch>
            <a:fillRect/>
          </a:stretch>
        </p:blipFill>
        <p:spPr>
          <a:xfrm>
            <a:off x="6685668" y="3936373"/>
            <a:ext cx="227729" cy="190800"/>
          </a:xfrm>
          <a:prstGeom prst="rect">
            <a:avLst/>
          </a:prstGeom>
        </p:spPr>
      </p:pic>
      <p:pic>
        <p:nvPicPr>
          <p:cNvPr id="57" name="图片 56" descr="VM2.png"/>
          <p:cNvPicPr>
            <a:picLocks noChangeAspect="1"/>
          </p:cNvPicPr>
          <p:nvPr/>
        </p:nvPicPr>
        <p:blipFill>
          <a:blip r:embed="rId28" cstate="print"/>
          <a:stretch>
            <a:fillRect/>
          </a:stretch>
        </p:blipFill>
        <p:spPr>
          <a:xfrm>
            <a:off x="6978562" y="3936373"/>
            <a:ext cx="227729" cy="190800"/>
          </a:xfrm>
          <a:prstGeom prst="rect">
            <a:avLst/>
          </a:prstGeom>
        </p:spPr>
      </p:pic>
      <p:pic>
        <p:nvPicPr>
          <p:cNvPr id="58" name="图片 57" descr="VM3.png"/>
          <p:cNvPicPr>
            <a:picLocks noChangeAspect="1"/>
          </p:cNvPicPr>
          <p:nvPr/>
        </p:nvPicPr>
        <p:blipFill>
          <a:blip r:embed="rId29" cstate="print"/>
          <a:stretch>
            <a:fillRect/>
          </a:stretch>
        </p:blipFill>
        <p:spPr>
          <a:xfrm>
            <a:off x="6683287" y="4178863"/>
            <a:ext cx="227729" cy="190800"/>
          </a:xfrm>
          <a:prstGeom prst="rect">
            <a:avLst/>
          </a:prstGeom>
        </p:spPr>
      </p:pic>
      <p:pic>
        <p:nvPicPr>
          <p:cNvPr id="59" name="图片 58" descr="VM4.png"/>
          <p:cNvPicPr>
            <a:picLocks noChangeAspect="1"/>
          </p:cNvPicPr>
          <p:nvPr/>
        </p:nvPicPr>
        <p:blipFill>
          <a:blip r:embed="rId30" cstate="print"/>
          <a:stretch>
            <a:fillRect/>
          </a:stretch>
        </p:blipFill>
        <p:spPr>
          <a:xfrm>
            <a:off x="6978562" y="4178863"/>
            <a:ext cx="227729" cy="190800"/>
          </a:xfrm>
          <a:prstGeom prst="rect">
            <a:avLst/>
          </a:prstGeom>
        </p:spPr>
      </p:pic>
      <p:pic>
        <p:nvPicPr>
          <p:cNvPr id="60" name="图片 59" descr="室外天线蓝.png"/>
          <p:cNvPicPr>
            <a:picLocks noChangeAspect="1"/>
          </p:cNvPicPr>
          <p:nvPr/>
        </p:nvPicPr>
        <p:blipFill>
          <a:blip r:embed="rId31" cstate="print"/>
          <a:stretch>
            <a:fillRect/>
          </a:stretch>
        </p:blipFill>
        <p:spPr>
          <a:xfrm>
            <a:off x="4322159" y="3692121"/>
            <a:ext cx="540000" cy="441818"/>
          </a:xfrm>
          <a:prstGeom prst="rect">
            <a:avLst/>
          </a:prstGeom>
        </p:spPr>
      </p:pic>
      <p:sp>
        <p:nvSpPr>
          <p:cNvPr id="61" name="TextBox 60"/>
          <p:cNvSpPr txBox="1"/>
          <p:nvPr/>
        </p:nvSpPr>
        <p:spPr>
          <a:xfrm>
            <a:off x="4243346" y="4200525"/>
            <a:ext cx="697627"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室外天线</a:t>
            </a:r>
            <a:endParaRPr lang="zh-CN" altLang="en-US" sz="1000" dirty="0">
              <a:latin typeface="微软雅黑" pitchFamily="34" charset="-122"/>
              <a:ea typeface="微软雅黑" pitchFamily="34" charset="-122"/>
            </a:endParaRPr>
          </a:p>
        </p:txBody>
      </p:sp>
      <p:pic>
        <p:nvPicPr>
          <p:cNvPr id="62" name="图片 61" descr="天线蓝.png"/>
          <p:cNvPicPr>
            <a:picLocks noChangeAspect="1"/>
          </p:cNvPicPr>
          <p:nvPr/>
        </p:nvPicPr>
        <p:blipFill>
          <a:blip r:embed="rId32" cstate="print"/>
          <a:stretch>
            <a:fillRect/>
          </a:stretch>
        </p:blipFill>
        <p:spPr>
          <a:xfrm>
            <a:off x="5501943" y="3692121"/>
            <a:ext cx="540000" cy="441818"/>
          </a:xfrm>
          <a:prstGeom prst="rect">
            <a:avLst/>
          </a:prstGeom>
        </p:spPr>
      </p:pic>
      <p:sp>
        <p:nvSpPr>
          <p:cNvPr id="63" name="TextBox 62"/>
          <p:cNvSpPr txBox="1"/>
          <p:nvPr/>
        </p:nvSpPr>
        <p:spPr>
          <a:xfrm>
            <a:off x="5551370" y="4200525"/>
            <a:ext cx="441146"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天线</a:t>
            </a:r>
            <a:endParaRPr lang="zh-CN" altLang="en-US" sz="1000" dirty="0">
              <a:latin typeface="微软雅黑" pitchFamily="34" charset="-122"/>
              <a:ea typeface="微软雅黑" pitchFamily="34" charset="-122"/>
            </a:endParaRPr>
          </a:p>
        </p:txBody>
      </p:sp>
    </p:spTree>
  </p:cSld>
  <p:clrMapOvr>
    <a:masterClrMapping/>
  </p:clrMapOvr>
  <p:transition advClick="0" advTm="8000">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Hotel.png"/>
          <p:cNvPicPr>
            <a:picLocks noChangeAspect="1"/>
          </p:cNvPicPr>
          <p:nvPr/>
        </p:nvPicPr>
        <p:blipFill>
          <a:blip r:embed="rId2" cstate="print"/>
          <a:stretch>
            <a:fillRect/>
          </a:stretch>
        </p:blipFill>
        <p:spPr>
          <a:xfrm>
            <a:off x="680568" y="560606"/>
            <a:ext cx="540000" cy="441818"/>
          </a:xfrm>
          <a:prstGeom prst="rect">
            <a:avLst/>
          </a:prstGeom>
        </p:spPr>
      </p:pic>
      <p:sp>
        <p:nvSpPr>
          <p:cNvPr id="4" name="TextBox 3"/>
          <p:cNvSpPr txBox="1"/>
          <p:nvPr/>
        </p:nvSpPr>
        <p:spPr>
          <a:xfrm>
            <a:off x="706928" y="1037771"/>
            <a:ext cx="518091"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酒  店</a:t>
            </a:r>
            <a:endParaRPr lang="zh-CN" altLang="en-US" sz="1000" dirty="0">
              <a:latin typeface="微软雅黑" pitchFamily="34" charset="-122"/>
              <a:ea typeface="微软雅黑" pitchFamily="34" charset="-122"/>
            </a:endParaRPr>
          </a:p>
        </p:txBody>
      </p:sp>
      <p:sp>
        <p:nvSpPr>
          <p:cNvPr id="5" name="TextBox 4"/>
          <p:cNvSpPr txBox="1"/>
          <p:nvPr/>
        </p:nvSpPr>
        <p:spPr>
          <a:xfrm>
            <a:off x="1908317" y="1037771"/>
            <a:ext cx="518092"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小  区</a:t>
            </a:r>
            <a:endParaRPr lang="zh-CN" altLang="en-US" sz="1000" dirty="0">
              <a:latin typeface="微软雅黑" pitchFamily="34" charset="-122"/>
              <a:ea typeface="微软雅黑" pitchFamily="34" charset="-122"/>
            </a:endParaRPr>
          </a:p>
        </p:txBody>
      </p:sp>
      <p:pic>
        <p:nvPicPr>
          <p:cNvPr id="6" name="图片 5" descr="企业-蓝.png"/>
          <p:cNvPicPr>
            <a:picLocks noChangeAspect="1"/>
          </p:cNvPicPr>
          <p:nvPr/>
        </p:nvPicPr>
        <p:blipFill>
          <a:blip r:embed="rId3" cstate="print"/>
          <a:stretch>
            <a:fillRect/>
          </a:stretch>
        </p:blipFill>
        <p:spPr>
          <a:xfrm>
            <a:off x="1893418" y="560606"/>
            <a:ext cx="539607" cy="441817"/>
          </a:xfrm>
          <a:prstGeom prst="rect">
            <a:avLst/>
          </a:prstGeom>
        </p:spPr>
      </p:pic>
      <p:sp>
        <p:nvSpPr>
          <p:cNvPr id="7" name="TextBox 4"/>
          <p:cNvSpPr txBox="1"/>
          <p:nvPr/>
        </p:nvSpPr>
        <p:spPr>
          <a:xfrm>
            <a:off x="5289949" y="1041723"/>
            <a:ext cx="1076672" cy="246221"/>
          </a:xfrm>
          <a:prstGeom prst="rect">
            <a:avLst/>
          </a:prstGeom>
          <a:noFill/>
        </p:spPr>
        <p:txBody>
          <a:bodyPr wrap="square" rtlCol="0">
            <a:spAutoFit/>
          </a:bodyPr>
          <a:lstStyle/>
          <a:p>
            <a:pPr algn="ctr"/>
            <a:r>
              <a:rPr lang="zh-CN" altLang="en-US" sz="1000" dirty="0">
                <a:latin typeface="微软雅黑" pitchFamily="34" charset="-122"/>
                <a:ea typeface="微软雅黑" pitchFamily="34" charset="-122"/>
              </a:rPr>
              <a:t>企业网络用户</a:t>
            </a:r>
          </a:p>
        </p:txBody>
      </p:sp>
      <p:sp>
        <p:nvSpPr>
          <p:cNvPr id="8" name="TextBox 87"/>
          <p:cNvSpPr txBox="1"/>
          <p:nvPr/>
        </p:nvSpPr>
        <p:spPr>
          <a:xfrm>
            <a:off x="4150392" y="1039183"/>
            <a:ext cx="952744" cy="246221"/>
          </a:xfrm>
          <a:prstGeom prst="rect">
            <a:avLst/>
          </a:prstGeom>
          <a:noFill/>
        </p:spPr>
        <p:txBody>
          <a:bodyPr wrap="square" rtlCol="0">
            <a:spAutoFit/>
          </a:bodyPr>
          <a:lstStyle/>
          <a:p>
            <a:pPr algn="ctr"/>
            <a:r>
              <a:rPr lang="zh-CN" altLang="en-US" sz="1000" dirty="0">
                <a:latin typeface="微软雅黑" pitchFamily="34" charset="-122"/>
                <a:ea typeface="微软雅黑" pitchFamily="34" charset="-122"/>
              </a:rPr>
              <a:t>个人网络用户</a:t>
            </a:r>
          </a:p>
        </p:txBody>
      </p:sp>
      <p:pic>
        <p:nvPicPr>
          <p:cNvPr id="9" name="图片 8"/>
          <p:cNvPicPr>
            <a:picLocks/>
          </p:cNvPicPr>
          <p:nvPr/>
        </p:nvPicPr>
        <p:blipFill>
          <a:blip r:embed="rId4" cstate="print">
            <a:extLst>
              <a:ext uri="{28A0092B-C50C-407E-A947-70E740481C1C}">
                <a14:useLocalDpi xmlns="" xmlns:a14="http://schemas.microsoft.com/office/drawing/2010/main" val="0"/>
              </a:ext>
            </a:extLst>
          </a:blip>
          <a:stretch>
            <a:fillRect/>
          </a:stretch>
        </p:blipFill>
        <p:spPr>
          <a:xfrm>
            <a:off x="4360450" y="560179"/>
            <a:ext cx="540000" cy="442800"/>
          </a:xfrm>
          <a:prstGeom prst="rect">
            <a:avLst/>
          </a:prstGeom>
        </p:spPr>
      </p:pic>
      <p:pic>
        <p:nvPicPr>
          <p:cNvPr id="10" name="图片 9"/>
          <p:cNvPicPr>
            <a:picLocks/>
          </p:cNvPicPr>
          <p:nvPr/>
        </p:nvPicPr>
        <p:blipFill>
          <a:blip r:embed="rId5" cstate="print">
            <a:extLst>
              <a:ext uri="{28A0092B-C50C-407E-A947-70E740481C1C}">
                <a14:useLocalDpi xmlns="" xmlns:a14="http://schemas.microsoft.com/office/drawing/2010/main" val="0"/>
              </a:ext>
            </a:extLst>
          </a:blip>
          <a:stretch>
            <a:fillRect/>
          </a:stretch>
        </p:blipFill>
        <p:spPr>
          <a:xfrm>
            <a:off x="5537120" y="562719"/>
            <a:ext cx="540000" cy="442800"/>
          </a:xfrm>
          <a:prstGeom prst="rect">
            <a:avLst/>
          </a:prstGeom>
        </p:spPr>
      </p:pic>
      <p:pic>
        <p:nvPicPr>
          <p:cNvPr id="11" name="图片 10" descr="故障链路.png"/>
          <p:cNvPicPr>
            <a:picLocks noChangeAspect="1"/>
          </p:cNvPicPr>
          <p:nvPr/>
        </p:nvPicPr>
        <p:blipFill>
          <a:blip r:embed="rId6" cstate="print"/>
          <a:stretch>
            <a:fillRect/>
          </a:stretch>
        </p:blipFill>
        <p:spPr>
          <a:xfrm>
            <a:off x="3041284" y="554380"/>
            <a:ext cx="540000" cy="440216"/>
          </a:xfrm>
          <a:prstGeom prst="rect">
            <a:avLst/>
          </a:prstGeom>
        </p:spPr>
      </p:pic>
      <p:sp>
        <p:nvSpPr>
          <p:cNvPr id="12" name="TextBox 11"/>
          <p:cNvSpPr txBox="1"/>
          <p:nvPr/>
        </p:nvSpPr>
        <p:spPr>
          <a:xfrm>
            <a:off x="3052239" y="1052654"/>
            <a:ext cx="518091"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民  警</a:t>
            </a:r>
            <a:endParaRPr lang="zh-CN" altLang="en-US" sz="1000" dirty="0">
              <a:latin typeface="微软雅黑" pitchFamily="34" charset="-122"/>
              <a:ea typeface="微软雅黑" pitchFamily="34" charset="-122"/>
            </a:endParaRPr>
          </a:p>
        </p:txBody>
      </p:sp>
      <p:pic>
        <p:nvPicPr>
          <p:cNvPr id="13" name="图片 12" descr="地铁车头右.png"/>
          <p:cNvPicPr>
            <a:picLocks noChangeAspect="1"/>
          </p:cNvPicPr>
          <p:nvPr/>
        </p:nvPicPr>
        <p:blipFill>
          <a:blip r:embed="rId7" cstate="print"/>
          <a:stretch>
            <a:fillRect/>
          </a:stretch>
        </p:blipFill>
        <p:spPr>
          <a:xfrm>
            <a:off x="6744010" y="571619"/>
            <a:ext cx="540000" cy="441818"/>
          </a:xfrm>
          <a:prstGeom prst="rect">
            <a:avLst/>
          </a:prstGeom>
        </p:spPr>
      </p:pic>
      <p:sp>
        <p:nvSpPr>
          <p:cNvPr id="14" name="TextBox 13"/>
          <p:cNvSpPr txBox="1"/>
          <p:nvPr/>
        </p:nvSpPr>
        <p:spPr>
          <a:xfrm>
            <a:off x="6557796" y="1041400"/>
            <a:ext cx="912429"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地铁车头</a:t>
            </a:r>
            <a:r>
              <a:rPr lang="en-US" altLang="zh-CN" sz="1000" dirty="0" smtClean="0">
                <a:latin typeface="微软雅黑" pitchFamily="34" charset="-122"/>
                <a:ea typeface="微软雅黑" pitchFamily="34" charset="-122"/>
              </a:rPr>
              <a:t>(</a:t>
            </a:r>
            <a:r>
              <a:rPr lang="zh-CN" altLang="en-US" sz="1000" dirty="0" smtClean="0">
                <a:latin typeface="微软雅黑" pitchFamily="34" charset="-122"/>
                <a:ea typeface="微软雅黑" pitchFamily="34" charset="-122"/>
              </a:rPr>
              <a:t>右</a:t>
            </a:r>
            <a:r>
              <a:rPr lang="en-US" altLang="zh-CN" sz="1000" dirty="0" smtClean="0">
                <a:latin typeface="微软雅黑" pitchFamily="34" charset="-122"/>
                <a:ea typeface="微软雅黑" pitchFamily="34" charset="-122"/>
              </a:rPr>
              <a:t>)</a:t>
            </a:r>
            <a:endParaRPr lang="zh-CN" altLang="en-US" sz="1000" dirty="0">
              <a:latin typeface="微软雅黑" pitchFamily="34" charset="-122"/>
              <a:ea typeface="微软雅黑" pitchFamily="34" charset="-122"/>
            </a:endParaRPr>
          </a:p>
        </p:txBody>
      </p:sp>
      <p:pic>
        <p:nvPicPr>
          <p:cNvPr id="15" name="图片 14" descr="地铁车头左.png"/>
          <p:cNvPicPr>
            <a:picLocks noChangeAspect="1"/>
          </p:cNvPicPr>
          <p:nvPr/>
        </p:nvPicPr>
        <p:blipFill>
          <a:blip r:embed="rId8" cstate="print"/>
          <a:stretch>
            <a:fillRect/>
          </a:stretch>
        </p:blipFill>
        <p:spPr>
          <a:xfrm>
            <a:off x="8005022" y="563104"/>
            <a:ext cx="540000" cy="441818"/>
          </a:xfrm>
          <a:prstGeom prst="rect">
            <a:avLst/>
          </a:prstGeom>
        </p:spPr>
      </p:pic>
      <p:sp>
        <p:nvSpPr>
          <p:cNvPr id="16" name="TextBox 15"/>
          <p:cNvSpPr txBox="1"/>
          <p:nvPr/>
        </p:nvSpPr>
        <p:spPr>
          <a:xfrm>
            <a:off x="7818808" y="1052654"/>
            <a:ext cx="912429"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地铁车头</a:t>
            </a:r>
            <a:r>
              <a:rPr lang="en-US" altLang="zh-CN" sz="1000" dirty="0" smtClean="0">
                <a:latin typeface="微软雅黑" pitchFamily="34" charset="-122"/>
                <a:ea typeface="微软雅黑" pitchFamily="34" charset="-122"/>
              </a:rPr>
              <a:t>(</a:t>
            </a:r>
            <a:r>
              <a:rPr lang="zh-CN" altLang="en-US" sz="1000" dirty="0" smtClean="0">
                <a:latin typeface="微软雅黑" pitchFamily="34" charset="-122"/>
                <a:ea typeface="微软雅黑" pitchFamily="34" charset="-122"/>
              </a:rPr>
              <a:t>左</a:t>
            </a:r>
            <a:r>
              <a:rPr lang="en-US" altLang="zh-CN" sz="1000" dirty="0" smtClean="0">
                <a:latin typeface="微软雅黑" pitchFamily="34" charset="-122"/>
                <a:ea typeface="微软雅黑" pitchFamily="34" charset="-122"/>
              </a:rPr>
              <a:t>)</a:t>
            </a:r>
            <a:endParaRPr lang="zh-CN" altLang="en-US" sz="1000" dirty="0">
              <a:latin typeface="微软雅黑" pitchFamily="34" charset="-122"/>
              <a:ea typeface="微软雅黑" pitchFamily="34" charset="-122"/>
            </a:endParaRPr>
          </a:p>
        </p:txBody>
      </p:sp>
      <p:pic>
        <p:nvPicPr>
          <p:cNvPr id="17" name="图片 16" descr="存储服务器-蓝.png"/>
          <p:cNvPicPr>
            <a:picLocks noChangeAspect="1"/>
          </p:cNvPicPr>
          <p:nvPr/>
        </p:nvPicPr>
        <p:blipFill>
          <a:blip r:embed="rId9" cstate="print"/>
          <a:stretch>
            <a:fillRect/>
          </a:stretch>
        </p:blipFill>
        <p:spPr>
          <a:xfrm>
            <a:off x="651931" y="1541195"/>
            <a:ext cx="539607" cy="441818"/>
          </a:xfrm>
          <a:prstGeom prst="rect">
            <a:avLst/>
          </a:prstGeom>
        </p:spPr>
      </p:pic>
      <p:pic>
        <p:nvPicPr>
          <p:cNvPr id="18" name="图片 17" descr="SOC服务器.png"/>
          <p:cNvPicPr>
            <a:picLocks noChangeAspect="1"/>
          </p:cNvPicPr>
          <p:nvPr/>
        </p:nvPicPr>
        <p:blipFill>
          <a:blip r:embed="rId10" cstate="print"/>
          <a:stretch>
            <a:fillRect/>
          </a:stretch>
        </p:blipFill>
        <p:spPr>
          <a:xfrm>
            <a:off x="3041481" y="1533524"/>
            <a:ext cx="539607" cy="441818"/>
          </a:xfrm>
          <a:prstGeom prst="rect">
            <a:avLst/>
          </a:prstGeom>
        </p:spPr>
      </p:pic>
      <p:pic>
        <p:nvPicPr>
          <p:cNvPr id="19" name="图片 18" descr="组播服务器.png"/>
          <p:cNvPicPr>
            <a:picLocks noChangeAspect="1"/>
          </p:cNvPicPr>
          <p:nvPr/>
        </p:nvPicPr>
        <p:blipFill>
          <a:blip r:embed="rId11" cstate="print"/>
          <a:stretch>
            <a:fillRect/>
          </a:stretch>
        </p:blipFill>
        <p:spPr>
          <a:xfrm>
            <a:off x="1880656" y="1533524"/>
            <a:ext cx="539607" cy="441818"/>
          </a:xfrm>
          <a:prstGeom prst="rect">
            <a:avLst/>
          </a:prstGeom>
        </p:spPr>
      </p:pic>
      <p:sp>
        <p:nvSpPr>
          <p:cNvPr id="20" name="TextBox 19"/>
          <p:cNvSpPr txBox="1"/>
          <p:nvPr/>
        </p:nvSpPr>
        <p:spPr>
          <a:xfrm>
            <a:off x="722000" y="2006600"/>
            <a:ext cx="399468"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DPI</a:t>
            </a:r>
            <a:endParaRPr lang="zh-CN" altLang="en-US" sz="1000" dirty="0">
              <a:latin typeface="微软雅黑" pitchFamily="34" charset="-122"/>
              <a:ea typeface="微软雅黑" pitchFamily="34" charset="-122"/>
            </a:endParaRPr>
          </a:p>
        </p:txBody>
      </p:sp>
      <p:sp>
        <p:nvSpPr>
          <p:cNvPr id="21" name="TextBox 20"/>
          <p:cNvSpPr txBox="1"/>
          <p:nvPr/>
        </p:nvSpPr>
        <p:spPr>
          <a:xfrm>
            <a:off x="1919466" y="2018475"/>
            <a:ext cx="461986"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IPTV</a:t>
            </a:r>
            <a:endParaRPr lang="zh-CN" altLang="en-US" sz="1000" dirty="0">
              <a:latin typeface="微软雅黑" pitchFamily="34" charset="-122"/>
              <a:ea typeface="微软雅黑" pitchFamily="34" charset="-122"/>
            </a:endParaRPr>
          </a:p>
        </p:txBody>
      </p:sp>
      <p:sp>
        <p:nvSpPr>
          <p:cNvPr id="22" name="TextBox 21"/>
          <p:cNvSpPr txBox="1"/>
          <p:nvPr/>
        </p:nvSpPr>
        <p:spPr>
          <a:xfrm>
            <a:off x="2978501" y="2000662"/>
            <a:ext cx="665567" cy="246221"/>
          </a:xfrm>
          <a:prstGeom prst="rect">
            <a:avLst/>
          </a:prstGeom>
          <a:noFill/>
        </p:spPr>
        <p:txBody>
          <a:bodyPr wrap="none" rtlCol="0">
            <a:spAutoFit/>
          </a:bodyPr>
          <a:lstStyle/>
          <a:p>
            <a:r>
              <a:rPr lang="en-US" altLang="zh-CN" sz="1000" dirty="0" smtClean="0">
                <a:latin typeface="微软雅黑" pitchFamily="34" charset="-122"/>
                <a:ea typeface="微软雅黑" pitchFamily="34" charset="-122"/>
              </a:rPr>
              <a:t>Modem</a:t>
            </a:r>
            <a:endParaRPr lang="zh-CN" altLang="en-US" sz="1000" dirty="0">
              <a:latin typeface="微软雅黑" pitchFamily="34" charset="-122"/>
              <a:ea typeface="微软雅黑" pitchFamily="34" charset="-122"/>
            </a:endParaRPr>
          </a:p>
        </p:txBody>
      </p:sp>
      <p:pic>
        <p:nvPicPr>
          <p:cNvPr id="23" name="图片 22" descr="通道.png"/>
          <p:cNvPicPr>
            <a:picLocks noChangeAspect="1"/>
          </p:cNvPicPr>
          <p:nvPr/>
        </p:nvPicPr>
        <p:blipFill>
          <a:blip r:embed="rId12" cstate="print"/>
          <a:stretch>
            <a:fillRect/>
          </a:stretch>
        </p:blipFill>
        <p:spPr>
          <a:xfrm>
            <a:off x="4336684" y="1564360"/>
            <a:ext cx="540000" cy="354744"/>
          </a:xfrm>
          <a:prstGeom prst="rect">
            <a:avLst/>
          </a:prstGeom>
        </p:spPr>
      </p:pic>
      <p:sp>
        <p:nvSpPr>
          <p:cNvPr id="24" name="TextBox 23"/>
          <p:cNvSpPr txBox="1"/>
          <p:nvPr/>
        </p:nvSpPr>
        <p:spPr>
          <a:xfrm>
            <a:off x="4386111" y="2013791"/>
            <a:ext cx="441147"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通道</a:t>
            </a:r>
            <a:endParaRPr lang="zh-CN" altLang="en-US" sz="1000" dirty="0">
              <a:latin typeface="微软雅黑" pitchFamily="34" charset="-122"/>
              <a:ea typeface="微软雅黑" pitchFamily="34" charset="-122"/>
            </a:endParaRPr>
          </a:p>
        </p:txBody>
      </p:sp>
      <p:pic>
        <p:nvPicPr>
          <p:cNvPr id="25" name="图片 24" descr="研发部.png"/>
          <p:cNvPicPr>
            <a:picLocks noChangeAspect="1"/>
          </p:cNvPicPr>
          <p:nvPr/>
        </p:nvPicPr>
        <p:blipFill>
          <a:blip r:embed="rId13" cstate="print"/>
          <a:stretch>
            <a:fillRect/>
          </a:stretch>
        </p:blipFill>
        <p:spPr>
          <a:xfrm>
            <a:off x="5558062" y="1520823"/>
            <a:ext cx="540000" cy="441818"/>
          </a:xfrm>
          <a:prstGeom prst="rect">
            <a:avLst/>
          </a:prstGeom>
        </p:spPr>
      </p:pic>
      <p:sp>
        <p:nvSpPr>
          <p:cNvPr id="26" name="TextBox 25"/>
          <p:cNvSpPr txBox="1"/>
          <p:nvPr/>
        </p:nvSpPr>
        <p:spPr>
          <a:xfrm>
            <a:off x="5542097" y="2013791"/>
            <a:ext cx="56938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研发部</a:t>
            </a:r>
            <a:endParaRPr lang="zh-CN" altLang="en-US" sz="1000" dirty="0">
              <a:latin typeface="微软雅黑" pitchFamily="34" charset="-122"/>
              <a:ea typeface="微软雅黑" pitchFamily="34" charset="-122"/>
            </a:endParaRPr>
          </a:p>
        </p:txBody>
      </p:sp>
      <p:pic>
        <p:nvPicPr>
          <p:cNvPr id="27" name="图片 26" descr="市场部.png"/>
          <p:cNvPicPr>
            <a:picLocks noChangeAspect="1"/>
          </p:cNvPicPr>
          <p:nvPr/>
        </p:nvPicPr>
        <p:blipFill>
          <a:blip r:embed="rId14" cstate="print"/>
          <a:stretch>
            <a:fillRect/>
          </a:stretch>
        </p:blipFill>
        <p:spPr>
          <a:xfrm>
            <a:off x="6734961" y="1520823"/>
            <a:ext cx="540000" cy="441818"/>
          </a:xfrm>
          <a:prstGeom prst="rect">
            <a:avLst/>
          </a:prstGeom>
        </p:spPr>
      </p:pic>
      <p:sp>
        <p:nvSpPr>
          <p:cNvPr id="28" name="TextBox 27"/>
          <p:cNvSpPr txBox="1"/>
          <p:nvPr/>
        </p:nvSpPr>
        <p:spPr>
          <a:xfrm>
            <a:off x="6720267" y="2013791"/>
            <a:ext cx="56938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市场部</a:t>
            </a:r>
            <a:endParaRPr lang="zh-CN" altLang="en-US" sz="1000" dirty="0">
              <a:latin typeface="微软雅黑" pitchFamily="34" charset="-122"/>
              <a:ea typeface="微软雅黑" pitchFamily="34" charset="-122"/>
            </a:endParaRPr>
          </a:p>
        </p:txBody>
      </p:sp>
      <p:pic>
        <p:nvPicPr>
          <p:cNvPr id="29" name="图片 28" descr="行政部.png"/>
          <p:cNvPicPr>
            <a:picLocks noChangeAspect="1"/>
          </p:cNvPicPr>
          <p:nvPr/>
        </p:nvPicPr>
        <p:blipFill>
          <a:blip r:embed="rId15" cstate="print"/>
          <a:stretch>
            <a:fillRect/>
          </a:stretch>
        </p:blipFill>
        <p:spPr>
          <a:xfrm>
            <a:off x="7982260" y="1520823"/>
            <a:ext cx="540000" cy="441818"/>
          </a:xfrm>
          <a:prstGeom prst="rect">
            <a:avLst/>
          </a:prstGeom>
        </p:spPr>
      </p:pic>
      <p:sp>
        <p:nvSpPr>
          <p:cNvPr id="30" name="TextBox 29"/>
          <p:cNvSpPr txBox="1"/>
          <p:nvPr/>
        </p:nvSpPr>
        <p:spPr>
          <a:xfrm>
            <a:off x="7967566" y="2013791"/>
            <a:ext cx="56938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行政部</a:t>
            </a:r>
            <a:endParaRPr lang="zh-CN" altLang="en-US" sz="1000" dirty="0">
              <a:latin typeface="微软雅黑" pitchFamily="34" charset="-122"/>
              <a:ea typeface="微软雅黑" pitchFamily="34" charset="-122"/>
            </a:endParaRPr>
          </a:p>
        </p:txBody>
      </p:sp>
      <p:sp>
        <p:nvSpPr>
          <p:cNvPr id="54" name="TextBox 53"/>
          <p:cNvSpPr txBox="1"/>
          <p:nvPr/>
        </p:nvSpPr>
        <p:spPr>
          <a:xfrm>
            <a:off x="5547159" y="2978150"/>
            <a:ext cx="47961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蓝 牙</a:t>
            </a:r>
            <a:endParaRPr lang="zh-CN" altLang="en-US" sz="1000" dirty="0">
              <a:latin typeface="微软雅黑" pitchFamily="34" charset="-122"/>
              <a:ea typeface="微软雅黑" pitchFamily="34" charset="-122"/>
            </a:endParaRPr>
          </a:p>
        </p:txBody>
      </p:sp>
      <p:sp>
        <p:nvSpPr>
          <p:cNvPr id="55" name="TextBox 54"/>
          <p:cNvSpPr txBox="1"/>
          <p:nvPr/>
        </p:nvSpPr>
        <p:spPr>
          <a:xfrm>
            <a:off x="6830045" y="2984087"/>
            <a:ext cx="518092"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电  视</a:t>
            </a:r>
            <a:endParaRPr lang="zh-CN" altLang="en-US" sz="1000" dirty="0">
              <a:latin typeface="微软雅黑" pitchFamily="34" charset="-122"/>
              <a:ea typeface="微软雅黑" pitchFamily="34" charset="-122"/>
            </a:endParaRPr>
          </a:p>
        </p:txBody>
      </p:sp>
      <p:sp>
        <p:nvSpPr>
          <p:cNvPr id="56" name="TextBox 55"/>
          <p:cNvSpPr txBox="1"/>
          <p:nvPr/>
        </p:nvSpPr>
        <p:spPr>
          <a:xfrm>
            <a:off x="7912626" y="2978150"/>
            <a:ext cx="569387"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复印机</a:t>
            </a:r>
            <a:endParaRPr lang="zh-CN" altLang="en-US" sz="1000" dirty="0">
              <a:latin typeface="微软雅黑" pitchFamily="34" charset="-122"/>
              <a:ea typeface="微软雅黑" pitchFamily="34" charset="-122"/>
            </a:endParaRPr>
          </a:p>
        </p:txBody>
      </p:sp>
      <p:sp>
        <p:nvSpPr>
          <p:cNvPr id="57" name="TextBox 56"/>
          <p:cNvSpPr txBox="1"/>
          <p:nvPr/>
        </p:nvSpPr>
        <p:spPr>
          <a:xfrm>
            <a:off x="661414" y="4089400"/>
            <a:ext cx="518091"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音  箱</a:t>
            </a:r>
            <a:endParaRPr lang="zh-CN" altLang="en-US" sz="1000" dirty="0">
              <a:latin typeface="微软雅黑" pitchFamily="34" charset="-122"/>
              <a:ea typeface="微软雅黑" pitchFamily="34" charset="-122"/>
            </a:endParaRPr>
          </a:p>
        </p:txBody>
      </p:sp>
      <p:sp>
        <p:nvSpPr>
          <p:cNvPr id="58" name="TextBox 57"/>
          <p:cNvSpPr txBox="1"/>
          <p:nvPr/>
        </p:nvSpPr>
        <p:spPr>
          <a:xfrm>
            <a:off x="1887377" y="4089400"/>
            <a:ext cx="518092"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电  话</a:t>
            </a:r>
            <a:endParaRPr lang="zh-CN" altLang="en-US" sz="1000" dirty="0">
              <a:latin typeface="微软雅黑" pitchFamily="34" charset="-122"/>
              <a:ea typeface="微软雅黑" pitchFamily="34" charset="-122"/>
            </a:endParaRPr>
          </a:p>
        </p:txBody>
      </p:sp>
      <p:sp>
        <p:nvSpPr>
          <p:cNvPr id="59" name="TextBox 58"/>
          <p:cNvSpPr txBox="1"/>
          <p:nvPr/>
        </p:nvSpPr>
        <p:spPr>
          <a:xfrm>
            <a:off x="2885454" y="4089400"/>
            <a:ext cx="95410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多媒体软终端</a:t>
            </a:r>
            <a:endParaRPr lang="zh-CN" altLang="en-US" sz="1000" dirty="0">
              <a:latin typeface="微软雅黑" pitchFamily="34" charset="-122"/>
              <a:ea typeface="微软雅黑" pitchFamily="34" charset="-122"/>
            </a:endParaRPr>
          </a:p>
        </p:txBody>
      </p:sp>
      <p:sp>
        <p:nvSpPr>
          <p:cNvPr id="60" name="TextBox 59"/>
          <p:cNvSpPr txBox="1"/>
          <p:nvPr/>
        </p:nvSpPr>
        <p:spPr>
          <a:xfrm>
            <a:off x="4381131" y="4089400"/>
            <a:ext cx="330539"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pc</a:t>
            </a:r>
            <a:endParaRPr lang="zh-CN" altLang="en-US" sz="1000" dirty="0">
              <a:latin typeface="微软雅黑" pitchFamily="34" charset="-122"/>
              <a:ea typeface="微软雅黑" pitchFamily="34" charset="-122"/>
            </a:endParaRPr>
          </a:p>
        </p:txBody>
      </p:sp>
      <p:sp>
        <p:nvSpPr>
          <p:cNvPr id="61" name="TextBox 60"/>
          <p:cNvSpPr txBox="1"/>
          <p:nvPr/>
        </p:nvSpPr>
        <p:spPr>
          <a:xfrm>
            <a:off x="5511892" y="4089400"/>
            <a:ext cx="550151"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SIM</a:t>
            </a:r>
            <a:r>
              <a:rPr lang="zh-CN" altLang="en-US" sz="1000" dirty="0" smtClean="0">
                <a:latin typeface="微软雅黑" pitchFamily="34" charset="-122"/>
                <a:ea typeface="微软雅黑" pitchFamily="34" charset="-122"/>
              </a:rPr>
              <a:t>卡</a:t>
            </a:r>
            <a:endParaRPr lang="zh-CN" altLang="en-US" sz="1000" dirty="0">
              <a:latin typeface="微软雅黑" pitchFamily="34" charset="-122"/>
              <a:ea typeface="微软雅黑" pitchFamily="34" charset="-122"/>
            </a:endParaRPr>
          </a:p>
        </p:txBody>
      </p:sp>
      <p:sp>
        <p:nvSpPr>
          <p:cNvPr id="62" name="TextBox 61"/>
          <p:cNvSpPr txBox="1"/>
          <p:nvPr/>
        </p:nvSpPr>
        <p:spPr>
          <a:xfrm>
            <a:off x="6773515" y="4089400"/>
            <a:ext cx="441146" cy="246221"/>
          </a:xfrm>
          <a:prstGeom prst="rect">
            <a:avLst/>
          </a:prstGeom>
          <a:noFill/>
        </p:spPr>
        <p:txBody>
          <a:bodyPr wrap="none" rtlCol="0">
            <a:spAutoFit/>
          </a:bodyPr>
          <a:lstStyle/>
          <a:p>
            <a:pPr algn="ctr"/>
            <a:r>
              <a:rPr lang="en-US" altLang="zh-CN" sz="1000" dirty="0" err="1" smtClean="0">
                <a:latin typeface="微软雅黑" pitchFamily="34" charset="-122"/>
                <a:ea typeface="微软雅黑" pitchFamily="34" charset="-122"/>
              </a:rPr>
              <a:t>Rfid</a:t>
            </a:r>
            <a:endParaRPr lang="zh-CN" altLang="en-US" sz="1000" dirty="0">
              <a:latin typeface="微软雅黑" pitchFamily="34" charset="-122"/>
              <a:ea typeface="微软雅黑" pitchFamily="34" charset="-122"/>
            </a:endParaRPr>
          </a:p>
        </p:txBody>
      </p:sp>
      <p:sp>
        <p:nvSpPr>
          <p:cNvPr id="63" name="TextBox 62"/>
          <p:cNvSpPr txBox="1"/>
          <p:nvPr/>
        </p:nvSpPr>
        <p:spPr>
          <a:xfrm>
            <a:off x="7934206" y="4089400"/>
            <a:ext cx="558166"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IP</a:t>
            </a:r>
            <a:r>
              <a:rPr lang="zh-CN" altLang="en-US" sz="1000" dirty="0" smtClean="0">
                <a:latin typeface="微软雅黑" pitchFamily="34" charset="-122"/>
                <a:ea typeface="微软雅黑" pitchFamily="34" charset="-122"/>
              </a:rPr>
              <a:t>电话</a:t>
            </a:r>
            <a:endParaRPr lang="zh-CN" altLang="en-US" sz="1000" dirty="0">
              <a:latin typeface="微软雅黑" pitchFamily="34" charset="-122"/>
              <a:ea typeface="微软雅黑" pitchFamily="34" charset="-122"/>
            </a:endParaRPr>
          </a:p>
        </p:txBody>
      </p:sp>
      <p:pic>
        <p:nvPicPr>
          <p:cNvPr id="68" name="图片 67" descr="Web服务器-蓝.png"/>
          <p:cNvPicPr>
            <a:picLocks noChangeAspect="1"/>
          </p:cNvPicPr>
          <p:nvPr/>
        </p:nvPicPr>
        <p:blipFill>
          <a:blip r:embed="rId16" cstate="print"/>
          <a:stretch>
            <a:fillRect/>
          </a:stretch>
        </p:blipFill>
        <p:spPr>
          <a:xfrm>
            <a:off x="5653098" y="2454464"/>
            <a:ext cx="304200" cy="437992"/>
          </a:xfrm>
          <a:prstGeom prst="rect">
            <a:avLst/>
          </a:prstGeom>
        </p:spPr>
      </p:pic>
      <p:pic>
        <p:nvPicPr>
          <p:cNvPr id="69" name="图片 68" descr="电视.png"/>
          <p:cNvPicPr>
            <a:picLocks noChangeAspect="1"/>
          </p:cNvPicPr>
          <p:nvPr/>
        </p:nvPicPr>
        <p:blipFill>
          <a:blip r:embed="rId17" cstate="print"/>
          <a:stretch>
            <a:fillRect/>
          </a:stretch>
        </p:blipFill>
        <p:spPr>
          <a:xfrm>
            <a:off x="6818708" y="2454464"/>
            <a:ext cx="372506" cy="439200"/>
          </a:xfrm>
          <a:prstGeom prst="rect">
            <a:avLst/>
          </a:prstGeom>
        </p:spPr>
      </p:pic>
      <p:pic>
        <p:nvPicPr>
          <p:cNvPr id="70" name="图片 69" descr="复印机.png"/>
          <p:cNvPicPr>
            <a:picLocks noChangeAspect="1"/>
          </p:cNvPicPr>
          <p:nvPr/>
        </p:nvPicPr>
        <p:blipFill>
          <a:blip r:embed="rId18" cstate="print"/>
          <a:stretch>
            <a:fillRect/>
          </a:stretch>
        </p:blipFill>
        <p:spPr>
          <a:xfrm>
            <a:off x="7978457" y="2481926"/>
            <a:ext cx="543803" cy="421200"/>
          </a:xfrm>
          <a:prstGeom prst="rect">
            <a:avLst/>
          </a:prstGeom>
        </p:spPr>
      </p:pic>
      <p:pic>
        <p:nvPicPr>
          <p:cNvPr id="71" name="图片 70" descr="音箱.png"/>
          <p:cNvPicPr>
            <a:picLocks noChangeAspect="1"/>
          </p:cNvPicPr>
          <p:nvPr/>
        </p:nvPicPr>
        <p:blipFill>
          <a:blip r:embed="rId19" cstate="print"/>
          <a:stretch>
            <a:fillRect/>
          </a:stretch>
        </p:blipFill>
        <p:spPr>
          <a:xfrm>
            <a:off x="671639" y="3606285"/>
            <a:ext cx="522858" cy="439200"/>
          </a:xfrm>
          <a:prstGeom prst="rect">
            <a:avLst/>
          </a:prstGeom>
        </p:spPr>
      </p:pic>
      <p:pic>
        <p:nvPicPr>
          <p:cNvPr id="72" name="图片 71" descr="电话.png"/>
          <p:cNvPicPr>
            <a:picLocks noChangeAspect="1"/>
          </p:cNvPicPr>
          <p:nvPr/>
        </p:nvPicPr>
        <p:blipFill>
          <a:blip r:embed="rId20" cstate="print"/>
          <a:stretch>
            <a:fillRect/>
          </a:stretch>
        </p:blipFill>
        <p:spPr>
          <a:xfrm>
            <a:off x="1906157" y="3574505"/>
            <a:ext cx="483542" cy="439200"/>
          </a:xfrm>
          <a:prstGeom prst="rect">
            <a:avLst/>
          </a:prstGeom>
        </p:spPr>
      </p:pic>
      <p:pic>
        <p:nvPicPr>
          <p:cNvPr id="73" name="图片 72" descr="多媒体软终端.png"/>
          <p:cNvPicPr>
            <a:picLocks noChangeAspect="1"/>
          </p:cNvPicPr>
          <p:nvPr/>
        </p:nvPicPr>
        <p:blipFill>
          <a:blip r:embed="rId21" cstate="print"/>
          <a:stretch>
            <a:fillRect/>
          </a:stretch>
        </p:blipFill>
        <p:spPr>
          <a:xfrm>
            <a:off x="3029874" y="3565388"/>
            <a:ext cx="540500" cy="414000"/>
          </a:xfrm>
          <a:prstGeom prst="rect">
            <a:avLst/>
          </a:prstGeom>
        </p:spPr>
      </p:pic>
      <p:pic>
        <p:nvPicPr>
          <p:cNvPr id="74" name="图片 73" descr="PC.png"/>
          <p:cNvPicPr>
            <a:picLocks noChangeAspect="1"/>
          </p:cNvPicPr>
          <p:nvPr/>
        </p:nvPicPr>
        <p:blipFill>
          <a:blip r:embed="rId22" cstate="print"/>
          <a:stretch>
            <a:fillRect/>
          </a:stretch>
        </p:blipFill>
        <p:spPr>
          <a:xfrm>
            <a:off x="4288195" y="3587105"/>
            <a:ext cx="539063" cy="414000"/>
          </a:xfrm>
          <a:prstGeom prst="rect">
            <a:avLst/>
          </a:prstGeom>
        </p:spPr>
      </p:pic>
      <p:pic>
        <p:nvPicPr>
          <p:cNvPr id="75" name="图片 74" descr="SIM卡.png"/>
          <p:cNvPicPr>
            <a:picLocks noChangeAspect="1"/>
          </p:cNvPicPr>
          <p:nvPr/>
        </p:nvPicPr>
        <p:blipFill>
          <a:blip r:embed="rId23" cstate="print"/>
          <a:stretch>
            <a:fillRect/>
          </a:stretch>
        </p:blipFill>
        <p:spPr>
          <a:xfrm>
            <a:off x="5674781" y="3550392"/>
            <a:ext cx="267638" cy="439200"/>
          </a:xfrm>
          <a:prstGeom prst="rect">
            <a:avLst/>
          </a:prstGeom>
        </p:spPr>
      </p:pic>
      <p:pic>
        <p:nvPicPr>
          <p:cNvPr id="76" name="图片 75" descr="数据中心-蓝.png"/>
          <p:cNvPicPr>
            <a:picLocks noChangeAspect="1"/>
          </p:cNvPicPr>
          <p:nvPr/>
        </p:nvPicPr>
        <p:blipFill>
          <a:blip r:embed="rId24" cstate="print"/>
          <a:stretch>
            <a:fillRect/>
          </a:stretch>
        </p:blipFill>
        <p:spPr>
          <a:xfrm>
            <a:off x="6865605" y="3515583"/>
            <a:ext cx="325653" cy="437992"/>
          </a:xfrm>
          <a:prstGeom prst="rect">
            <a:avLst/>
          </a:prstGeom>
        </p:spPr>
      </p:pic>
      <p:pic>
        <p:nvPicPr>
          <p:cNvPr id="77" name="图片 76" descr="IP电话.png"/>
          <p:cNvPicPr>
            <a:picLocks noChangeAspect="1"/>
          </p:cNvPicPr>
          <p:nvPr/>
        </p:nvPicPr>
        <p:blipFill>
          <a:blip r:embed="rId25" cstate="print"/>
          <a:stretch>
            <a:fillRect/>
          </a:stretch>
        </p:blipFill>
        <p:spPr>
          <a:xfrm>
            <a:off x="7952425" y="3537885"/>
            <a:ext cx="539947" cy="507600"/>
          </a:xfrm>
          <a:prstGeom prst="rect">
            <a:avLst/>
          </a:prstGeom>
        </p:spPr>
      </p:pic>
      <p:pic>
        <p:nvPicPr>
          <p:cNvPr id="78" name="图片 77" descr="01.png"/>
          <p:cNvPicPr>
            <a:picLocks noChangeAspect="1"/>
          </p:cNvPicPr>
          <p:nvPr/>
        </p:nvPicPr>
        <p:blipFill>
          <a:blip r:embed="rId26" cstate="print"/>
          <a:stretch>
            <a:fillRect/>
          </a:stretch>
        </p:blipFill>
        <p:spPr>
          <a:xfrm>
            <a:off x="644304" y="2410434"/>
            <a:ext cx="540000" cy="441658"/>
          </a:xfrm>
          <a:prstGeom prst="rect">
            <a:avLst/>
          </a:prstGeom>
        </p:spPr>
      </p:pic>
      <p:pic>
        <p:nvPicPr>
          <p:cNvPr id="79" name="图片 78" descr="02.png"/>
          <p:cNvPicPr>
            <a:picLocks noChangeAspect="1"/>
          </p:cNvPicPr>
          <p:nvPr/>
        </p:nvPicPr>
        <p:blipFill>
          <a:blip r:embed="rId27" cstate="print"/>
          <a:stretch>
            <a:fillRect/>
          </a:stretch>
        </p:blipFill>
        <p:spPr>
          <a:xfrm>
            <a:off x="1870832" y="2411276"/>
            <a:ext cx="540000" cy="441658"/>
          </a:xfrm>
          <a:prstGeom prst="rect">
            <a:avLst/>
          </a:prstGeom>
        </p:spPr>
      </p:pic>
      <p:pic>
        <p:nvPicPr>
          <p:cNvPr id="80" name="图片 79" descr="03.png"/>
          <p:cNvPicPr>
            <a:picLocks noChangeAspect="1"/>
          </p:cNvPicPr>
          <p:nvPr/>
        </p:nvPicPr>
        <p:blipFill>
          <a:blip r:embed="rId28" cstate="print"/>
          <a:stretch>
            <a:fillRect/>
          </a:stretch>
        </p:blipFill>
        <p:spPr>
          <a:xfrm>
            <a:off x="3045479" y="2425089"/>
            <a:ext cx="540000" cy="441658"/>
          </a:xfrm>
          <a:prstGeom prst="rect">
            <a:avLst/>
          </a:prstGeom>
        </p:spPr>
      </p:pic>
      <p:sp>
        <p:nvSpPr>
          <p:cNvPr id="81" name="TextBox 80"/>
          <p:cNvSpPr txBox="1"/>
          <p:nvPr/>
        </p:nvSpPr>
        <p:spPr>
          <a:xfrm>
            <a:off x="4263482" y="2932754"/>
            <a:ext cx="824265"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APPLE</a:t>
            </a:r>
            <a:r>
              <a:rPr lang="zh-CN" altLang="en-US" sz="1000" dirty="0" smtClean="0">
                <a:latin typeface="微软雅黑" pitchFamily="34" charset="-122"/>
                <a:ea typeface="微软雅黑" pitchFamily="34" charset="-122"/>
              </a:rPr>
              <a:t>终端</a:t>
            </a:r>
            <a:endParaRPr lang="zh-CN" altLang="en-US" sz="1000" dirty="0">
              <a:latin typeface="微软雅黑" pitchFamily="34" charset="-122"/>
              <a:ea typeface="微软雅黑" pitchFamily="34" charset="-122"/>
            </a:endParaRPr>
          </a:p>
        </p:txBody>
      </p:sp>
      <p:pic>
        <p:nvPicPr>
          <p:cNvPr id="82" name="图片 81" descr="存储服务器-蓝.png"/>
          <p:cNvPicPr>
            <a:picLocks noChangeAspect="1"/>
          </p:cNvPicPr>
          <p:nvPr/>
        </p:nvPicPr>
        <p:blipFill>
          <a:blip r:embed="rId29" cstate="print"/>
          <a:stretch>
            <a:fillRect/>
          </a:stretch>
        </p:blipFill>
        <p:spPr>
          <a:xfrm>
            <a:off x="4389936" y="2445688"/>
            <a:ext cx="527459" cy="437992"/>
          </a:xfrm>
          <a:prstGeom prst="rect">
            <a:avLst/>
          </a:prstGeom>
        </p:spPr>
      </p:pic>
      <p:sp>
        <p:nvSpPr>
          <p:cNvPr id="83" name="TextBox 82"/>
          <p:cNvSpPr txBox="1"/>
          <p:nvPr/>
        </p:nvSpPr>
        <p:spPr>
          <a:xfrm>
            <a:off x="450169" y="2913299"/>
            <a:ext cx="954107"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中低端路由器</a:t>
            </a:r>
            <a:endParaRPr lang="en-US" altLang="zh-CN" sz="1000" dirty="0" smtClean="0">
              <a:latin typeface="微软雅黑" pitchFamily="34" charset="-122"/>
              <a:ea typeface="微软雅黑" pitchFamily="34" charset="-122"/>
            </a:endParaRPr>
          </a:p>
        </p:txBody>
      </p:sp>
      <p:sp>
        <p:nvSpPr>
          <p:cNvPr id="84" name="TextBox 83"/>
          <p:cNvSpPr txBox="1"/>
          <p:nvPr/>
        </p:nvSpPr>
        <p:spPr>
          <a:xfrm>
            <a:off x="1727005" y="2913299"/>
            <a:ext cx="82586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高端路由器</a:t>
            </a:r>
            <a:endParaRPr lang="zh-CN" altLang="en-US" sz="1000" dirty="0">
              <a:latin typeface="微软雅黑" pitchFamily="34" charset="-122"/>
              <a:ea typeface="微软雅黑" pitchFamily="34" charset="-122"/>
            </a:endParaRPr>
          </a:p>
        </p:txBody>
      </p:sp>
      <p:sp>
        <p:nvSpPr>
          <p:cNvPr id="85" name="TextBox 84"/>
          <p:cNvSpPr txBox="1"/>
          <p:nvPr/>
        </p:nvSpPr>
        <p:spPr>
          <a:xfrm>
            <a:off x="2900809" y="2913299"/>
            <a:ext cx="825868"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核心路由器</a:t>
            </a:r>
            <a:endParaRPr lang="zh-CN" altLang="en-US" sz="1000" dirty="0">
              <a:latin typeface="微软雅黑" pitchFamily="34" charset="-122"/>
              <a:ea typeface="微软雅黑" pitchFamily="34" charset="-122"/>
            </a:endParaRPr>
          </a:p>
        </p:txBody>
      </p:sp>
    </p:spTree>
  </p:cSld>
  <p:clrMapOvr>
    <a:masterClrMapping/>
  </p:clrMapOvr>
  <p:transition advClick="0" advTm="8000">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管理型无线虚链路-蓝.png"/>
          <p:cNvPicPr>
            <a:picLocks noChangeAspect="1"/>
          </p:cNvPicPr>
          <p:nvPr/>
        </p:nvPicPr>
        <p:blipFill>
          <a:blip r:embed="rId2" cstate="print"/>
          <a:stretch>
            <a:fillRect/>
          </a:stretch>
        </p:blipFill>
        <p:spPr>
          <a:xfrm>
            <a:off x="1868592" y="678568"/>
            <a:ext cx="472533" cy="437992"/>
          </a:xfrm>
          <a:prstGeom prst="rect">
            <a:avLst/>
          </a:prstGeom>
        </p:spPr>
      </p:pic>
      <p:pic>
        <p:nvPicPr>
          <p:cNvPr id="5" name="图片 4" descr="故障链路.png"/>
          <p:cNvPicPr>
            <a:picLocks noChangeAspect="1"/>
          </p:cNvPicPr>
          <p:nvPr/>
        </p:nvPicPr>
        <p:blipFill>
          <a:blip r:embed="rId3" cstate="print"/>
          <a:stretch>
            <a:fillRect/>
          </a:stretch>
        </p:blipFill>
        <p:spPr>
          <a:xfrm>
            <a:off x="3140278" y="674206"/>
            <a:ext cx="540000" cy="402667"/>
          </a:xfrm>
          <a:prstGeom prst="rect">
            <a:avLst/>
          </a:prstGeom>
        </p:spPr>
      </p:pic>
      <p:pic>
        <p:nvPicPr>
          <p:cNvPr id="6" name="图片 5" descr="SAN网络-蓝.png"/>
          <p:cNvPicPr>
            <a:picLocks noChangeAspect="1"/>
          </p:cNvPicPr>
          <p:nvPr/>
        </p:nvPicPr>
        <p:blipFill>
          <a:blip r:embed="rId4" cstate="print"/>
          <a:stretch>
            <a:fillRect/>
          </a:stretch>
        </p:blipFill>
        <p:spPr>
          <a:xfrm>
            <a:off x="4464853" y="638562"/>
            <a:ext cx="267540" cy="438311"/>
          </a:xfrm>
          <a:prstGeom prst="rect">
            <a:avLst/>
          </a:prstGeom>
        </p:spPr>
      </p:pic>
      <p:sp>
        <p:nvSpPr>
          <p:cNvPr id="8" name="TextBox 7"/>
          <p:cNvSpPr txBox="1"/>
          <p:nvPr/>
        </p:nvSpPr>
        <p:spPr>
          <a:xfrm>
            <a:off x="667024" y="1165225"/>
            <a:ext cx="506870" cy="246221"/>
          </a:xfrm>
          <a:prstGeom prst="rect">
            <a:avLst/>
          </a:prstGeom>
          <a:noFill/>
        </p:spPr>
        <p:txBody>
          <a:bodyPr wrap="none" rtlCol="0">
            <a:spAutoFit/>
          </a:bodyPr>
          <a:lstStyle/>
          <a:p>
            <a:pPr algn="ctr"/>
            <a:r>
              <a:rPr lang="en-US" altLang="zh-CN" sz="1000" dirty="0" smtClean="0">
                <a:latin typeface="微软雅黑" pitchFamily="34" charset="-122"/>
                <a:ea typeface="微软雅黑" pitchFamily="34" charset="-122"/>
              </a:rPr>
              <a:t>Wi-Fi</a:t>
            </a:r>
            <a:endParaRPr lang="zh-CN" altLang="en-US" sz="1000" dirty="0">
              <a:latin typeface="微软雅黑" pitchFamily="34" charset="-122"/>
              <a:ea typeface="微软雅黑" pitchFamily="34" charset="-122"/>
            </a:endParaRPr>
          </a:p>
        </p:txBody>
      </p:sp>
      <p:sp>
        <p:nvSpPr>
          <p:cNvPr id="9" name="TextBox 8"/>
          <p:cNvSpPr txBox="1"/>
          <p:nvPr/>
        </p:nvSpPr>
        <p:spPr>
          <a:xfrm>
            <a:off x="1826104" y="1153350"/>
            <a:ext cx="569387"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显示屏</a:t>
            </a:r>
            <a:endParaRPr lang="zh-CN" altLang="en-US" sz="1000" dirty="0">
              <a:latin typeface="微软雅黑" pitchFamily="34" charset="-122"/>
              <a:ea typeface="微软雅黑" pitchFamily="34" charset="-122"/>
            </a:endParaRPr>
          </a:p>
        </p:txBody>
      </p:sp>
      <p:sp>
        <p:nvSpPr>
          <p:cNvPr id="10" name="TextBox 9"/>
          <p:cNvSpPr txBox="1"/>
          <p:nvPr/>
        </p:nvSpPr>
        <p:spPr>
          <a:xfrm>
            <a:off x="3141934" y="1165225"/>
            <a:ext cx="441146"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平板</a:t>
            </a:r>
            <a:endParaRPr lang="zh-CN" altLang="en-US" sz="1000" dirty="0">
              <a:latin typeface="微软雅黑" pitchFamily="34" charset="-122"/>
              <a:ea typeface="微软雅黑" pitchFamily="34" charset="-122"/>
            </a:endParaRPr>
          </a:p>
        </p:txBody>
      </p:sp>
      <p:sp>
        <p:nvSpPr>
          <p:cNvPr id="11" name="TextBox 10"/>
          <p:cNvSpPr txBox="1"/>
          <p:nvPr/>
        </p:nvSpPr>
        <p:spPr>
          <a:xfrm>
            <a:off x="4325828" y="1165225"/>
            <a:ext cx="441146"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手机</a:t>
            </a:r>
            <a:endParaRPr lang="zh-CN" altLang="en-US" sz="1000" dirty="0">
              <a:latin typeface="微软雅黑" pitchFamily="34" charset="-122"/>
              <a:ea typeface="微软雅黑" pitchFamily="34" charset="-122"/>
            </a:endParaRPr>
          </a:p>
        </p:txBody>
      </p:sp>
      <p:sp>
        <p:nvSpPr>
          <p:cNvPr id="12" name="TextBox 11"/>
          <p:cNvSpPr txBox="1"/>
          <p:nvPr/>
        </p:nvSpPr>
        <p:spPr>
          <a:xfrm>
            <a:off x="5502274" y="1165225"/>
            <a:ext cx="569387"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打印机</a:t>
            </a:r>
            <a:endParaRPr lang="zh-CN" altLang="en-US" sz="1000" dirty="0">
              <a:latin typeface="微软雅黑" pitchFamily="34" charset="-122"/>
              <a:ea typeface="微软雅黑" pitchFamily="34" charset="-122"/>
            </a:endParaRPr>
          </a:p>
        </p:txBody>
      </p:sp>
      <p:pic>
        <p:nvPicPr>
          <p:cNvPr id="3" name="图片 2" descr="业务型无线虚链路-蓝.png"/>
          <p:cNvPicPr>
            <a:picLocks noChangeAspect="1"/>
          </p:cNvPicPr>
          <p:nvPr/>
        </p:nvPicPr>
        <p:blipFill>
          <a:blip r:embed="rId5" cstate="print"/>
          <a:stretch>
            <a:fillRect/>
          </a:stretch>
        </p:blipFill>
        <p:spPr>
          <a:xfrm>
            <a:off x="642982" y="677113"/>
            <a:ext cx="539607" cy="399760"/>
          </a:xfrm>
          <a:prstGeom prst="rect">
            <a:avLst/>
          </a:prstGeom>
        </p:spPr>
      </p:pic>
      <p:pic>
        <p:nvPicPr>
          <p:cNvPr id="13" name="图片 12" descr="打印机.png"/>
          <p:cNvPicPr>
            <a:picLocks noChangeAspect="1"/>
          </p:cNvPicPr>
          <p:nvPr/>
        </p:nvPicPr>
        <p:blipFill>
          <a:blip r:embed="rId6" cstate="print"/>
          <a:stretch>
            <a:fillRect/>
          </a:stretch>
        </p:blipFill>
        <p:spPr>
          <a:xfrm>
            <a:off x="5502274" y="648473"/>
            <a:ext cx="538191" cy="428400"/>
          </a:xfrm>
          <a:prstGeom prst="rect">
            <a:avLst/>
          </a:prstGeom>
        </p:spPr>
      </p:pic>
      <p:sp>
        <p:nvSpPr>
          <p:cNvPr id="14" name="TextBox 13"/>
          <p:cNvSpPr txBox="1"/>
          <p:nvPr/>
        </p:nvSpPr>
        <p:spPr>
          <a:xfrm>
            <a:off x="507525" y="2102661"/>
            <a:ext cx="825867"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笔记本电脑</a:t>
            </a:r>
            <a:endParaRPr lang="zh-CN" altLang="en-US" sz="1000" dirty="0">
              <a:latin typeface="微软雅黑" pitchFamily="34" charset="-122"/>
              <a:ea typeface="微软雅黑" pitchFamily="34" charset="-122"/>
            </a:endParaRPr>
          </a:p>
        </p:txBody>
      </p:sp>
      <p:sp>
        <p:nvSpPr>
          <p:cNvPr id="16" name="TextBox 15"/>
          <p:cNvSpPr txBox="1"/>
          <p:nvPr/>
        </p:nvSpPr>
        <p:spPr>
          <a:xfrm>
            <a:off x="6590759" y="1161225"/>
            <a:ext cx="697627" cy="246221"/>
          </a:xfrm>
          <a:prstGeom prst="rect">
            <a:avLst/>
          </a:prstGeom>
          <a:noFill/>
        </p:spPr>
        <p:txBody>
          <a:bodyPr wrap="none" rtlCol="0">
            <a:spAutoFit/>
          </a:bodyPr>
          <a:lstStyle/>
          <a:p>
            <a:pPr algn="ctr"/>
            <a:r>
              <a:rPr lang="zh-CN" altLang="en-US" sz="1000" dirty="0" smtClean="0">
                <a:latin typeface="微软雅黑" pitchFamily="34" charset="-122"/>
                <a:ea typeface="微软雅黑" pitchFamily="34" charset="-122"/>
              </a:rPr>
              <a:t>数码相机</a:t>
            </a:r>
            <a:endParaRPr lang="zh-CN" altLang="en-US" sz="1000" dirty="0">
              <a:latin typeface="微软雅黑" pitchFamily="34" charset="-122"/>
              <a:ea typeface="微软雅黑" pitchFamily="34" charset="-122"/>
            </a:endParaRPr>
          </a:p>
        </p:txBody>
      </p:sp>
      <p:sp>
        <p:nvSpPr>
          <p:cNvPr id="17" name="TextBox 16"/>
          <p:cNvSpPr txBox="1"/>
          <p:nvPr/>
        </p:nvSpPr>
        <p:spPr>
          <a:xfrm>
            <a:off x="7840962" y="1149350"/>
            <a:ext cx="569387" cy="246221"/>
          </a:xfrm>
          <a:prstGeom prst="rect">
            <a:avLst/>
          </a:prstGeom>
          <a:noFill/>
        </p:spPr>
        <p:txBody>
          <a:bodyPr wrap="none" rtlCol="0">
            <a:spAutoFit/>
          </a:bodyPr>
          <a:lstStyle/>
          <a:p>
            <a:r>
              <a:rPr lang="zh-CN" altLang="en-US" sz="1000" dirty="0" smtClean="0">
                <a:latin typeface="微软雅黑" pitchFamily="34" charset="-122"/>
                <a:ea typeface="微软雅黑" pitchFamily="34" charset="-122"/>
              </a:rPr>
              <a:t>传真机</a:t>
            </a:r>
            <a:endParaRPr lang="zh-CN" altLang="en-US" sz="1000" dirty="0">
              <a:latin typeface="微软雅黑" pitchFamily="34" charset="-122"/>
              <a:ea typeface="微软雅黑" pitchFamily="34" charset="-122"/>
            </a:endParaRPr>
          </a:p>
        </p:txBody>
      </p:sp>
      <p:pic>
        <p:nvPicPr>
          <p:cNvPr id="18" name="图片 17" descr="笔记本电脑.png"/>
          <p:cNvPicPr>
            <a:picLocks noChangeAspect="1"/>
          </p:cNvPicPr>
          <p:nvPr/>
        </p:nvPicPr>
        <p:blipFill>
          <a:blip r:embed="rId7" cstate="print"/>
          <a:stretch>
            <a:fillRect/>
          </a:stretch>
        </p:blipFill>
        <p:spPr>
          <a:xfrm>
            <a:off x="648895" y="1709758"/>
            <a:ext cx="539779" cy="338400"/>
          </a:xfrm>
          <a:prstGeom prst="rect">
            <a:avLst/>
          </a:prstGeom>
        </p:spPr>
      </p:pic>
      <p:pic>
        <p:nvPicPr>
          <p:cNvPr id="20" name="图片 19" descr="数码相机.png"/>
          <p:cNvPicPr>
            <a:picLocks noChangeAspect="1"/>
          </p:cNvPicPr>
          <p:nvPr/>
        </p:nvPicPr>
        <p:blipFill>
          <a:blip r:embed="rId8" cstate="print"/>
          <a:stretch>
            <a:fillRect/>
          </a:stretch>
        </p:blipFill>
        <p:spPr>
          <a:xfrm>
            <a:off x="6634033" y="641260"/>
            <a:ext cx="540746" cy="406800"/>
          </a:xfrm>
          <a:prstGeom prst="rect">
            <a:avLst/>
          </a:prstGeom>
        </p:spPr>
      </p:pic>
      <p:pic>
        <p:nvPicPr>
          <p:cNvPr id="21" name="图片 20" descr="传真机.png"/>
          <p:cNvPicPr>
            <a:picLocks noChangeAspect="1"/>
          </p:cNvPicPr>
          <p:nvPr/>
        </p:nvPicPr>
        <p:blipFill>
          <a:blip r:embed="rId9" cstate="print"/>
          <a:stretch>
            <a:fillRect/>
          </a:stretch>
        </p:blipFill>
        <p:spPr>
          <a:xfrm>
            <a:off x="7985371" y="599014"/>
            <a:ext cx="379674" cy="439200"/>
          </a:xfrm>
          <a:prstGeom prst="rect">
            <a:avLst/>
          </a:prstGeom>
        </p:spPr>
      </p:pic>
    </p:spTree>
  </p:cSld>
  <p:clrMapOvr>
    <a:masterClrMapping/>
  </p:clrMapOvr>
  <p:transition advClick="0" advTm="8000">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extBox 113"/>
          <p:cNvSpPr txBox="1"/>
          <p:nvPr/>
        </p:nvSpPr>
        <p:spPr>
          <a:xfrm>
            <a:off x="352902" y="954193"/>
            <a:ext cx="717127" cy="246221"/>
          </a:xfrm>
          <a:prstGeom prst="rect">
            <a:avLst/>
          </a:prstGeom>
          <a:noFill/>
        </p:spPr>
        <p:txBody>
          <a:bodyPr wrap="square" rtlCol="0">
            <a:spAutoFit/>
          </a:bodyPr>
          <a:lstStyle/>
          <a:p>
            <a:r>
              <a:rPr lang="zh-CN" altLang="en-US" sz="1000" dirty="0" smtClean="0"/>
              <a:t>机械电表</a:t>
            </a:r>
            <a:endParaRPr lang="zh-CN" altLang="en-US" sz="1000" dirty="0"/>
          </a:p>
        </p:txBody>
      </p:sp>
      <p:sp>
        <p:nvSpPr>
          <p:cNvPr id="117" name="TextBox 116"/>
          <p:cNvSpPr txBox="1"/>
          <p:nvPr/>
        </p:nvSpPr>
        <p:spPr>
          <a:xfrm>
            <a:off x="1328420" y="954193"/>
            <a:ext cx="822960" cy="246221"/>
          </a:xfrm>
          <a:prstGeom prst="rect">
            <a:avLst/>
          </a:prstGeom>
          <a:noFill/>
        </p:spPr>
        <p:txBody>
          <a:bodyPr wrap="square" rtlCol="0">
            <a:spAutoFit/>
          </a:bodyPr>
          <a:lstStyle/>
          <a:p>
            <a:r>
              <a:rPr lang="en-US" altLang="zh-CN" sz="1000" dirty="0" smtClean="0"/>
              <a:t>DLMS</a:t>
            </a:r>
            <a:r>
              <a:rPr lang="zh-CN" altLang="en-US" sz="1000" dirty="0" smtClean="0"/>
              <a:t>电表</a:t>
            </a:r>
            <a:endParaRPr lang="zh-CN" altLang="en-US" sz="1000" dirty="0"/>
          </a:p>
        </p:txBody>
      </p:sp>
      <p:sp>
        <p:nvSpPr>
          <p:cNvPr id="120" name="TextBox 119"/>
          <p:cNvSpPr txBox="1"/>
          <p:nvPr/>
        </p:nvSpPr>
        <p:spPr>
          <a:xfrm>
            <a:off x="2312806" y="954193"/>
            <a:ext cx="955040" cy="246221"/>
          </a:xfrm>
          <a:prstGeom prst="rect">
            <a:avLst/>
          </a:prstGeom>
          <a:noFill/>
        </p:spPr>
        <p:txBody>
          <a:bodyPr wrap="square" rtlCol="0">
            <a:spAutoFit/>
          </a:bodyPr>
          <a:lstStyle/>
          <a:p>
            <a:r>
              <a:rPr lang="en-US" altLang="zh-CN" sz="1000" dirty="0" err="1" smtClean="0"/>
              <a:t>ModBus</a:t>
            </a:r>
            <a:r>
              <a:rPr lang="zh-CN" altLang="en-US" sz="1000" dirty="0" smtClean="0"/>
              <a:t>电表</a:t>
            </a:r>
            <a:endParaRPr lang="zh-CN" altLang="en-US" sz="1000" dirty="0"/>
          </a:p>
        </p:txBody>
      </p:sp>
      <p:sp>
        <p:nvSpPr>
          <p:cNvPr id="122" name="TextBox 121"/>
          <p:cNvSpPr txBox="1"/>
          <p:nvPr/>
        </p:nvSpPr>
        <p:spPr>
          <a:xfrm>
            <a:off x="3498026" y="954193"/>
            <a:ext cx="709492" cy="246221"/>
          </a:xfrm>
          <a:prstGeom prst="rect">
            <a:avLst/>
          </a:prstGeom>
          <a:noFill/>
        </p:spPr>
        <p:txBody>
          <a:bodyPr wrap="square" rtlCol="0">
            <a:spAutoFit/>
          </a:bodyPr>
          <a:lstStyle/>
          <a:p>
            <a:r>
              <a:rPr lang="zh-CN" altLang="en-US" sz="1000" dirty="0" smtClean="0"/>
              <a:t>单相电表</a:t>
            </a:r>
            <a:endParaRPr lang="zh-CN" altLang="en-US" sz="1000" dirty="0"/>
          </a:p>
        </p:txBody>
      </p:sp>
      <p:sp>
        <p:nvSpPr>
          <p:cNvPr id="123" name="TextBox 122"/>
          <p:cNvSpPr txBox="1"/>
          <p:nvPr/>
        </p:nvSpPr>
        <p:spPr>
          <a:xfrm>
            <a:off x="4605239" y="954193"/>
            <a:ext cx="730101" cy="246221"/>
          </a:xfrm>
          <a:prstGeom prst="rect">
            <a:avLst/>
          </a:prstGeom>
          <a:noFill/>
        </p:spPr>
        <p:txBody>
          <a:bodyPr wrap="square" rtlCol="0">
            <a:spAutoFit/>
          </a:bodyPr>
          <a:lstStyle/>
          <a:p>
            <a:r>
              <a:rPr lang="zh-CN" altLang="en-US" sz="1000" dirty="0" smtClean="0"/>
              <a:t>三相电表</a:t>
            </a:r>
            <a:endParaRPr lang="zh-CN" altLang="en-US" sz="1000" dirty="0"/>
          </a:p>
        </p:txBody>
      </p:sp>
      <p:sp>
        <p:nvSpPr>
          <p:cNvPr id="125" name="TextBox 124"/>
          <p:cNvSpPr txBox="1"/>
          <p:nvPr/>
        </p:nvSpPr>
        <p:spPr>
          <a:xfrm>
            <a:off x="5738379" y="954193"/>
            <a:ext cx="596886" cy="246221"/>
          </a:xfrm>
          <a:prstGeom prst="rect">
            <a:avLst/>
          </a:prstGeom>
          <a:noFill/>
        </p:spPr>
        <p:txBody>
          <a:bodyPr wrap="square" rtlCol="0">
            <a:spAutoFit/>
          </a:bodyPr>
          <a:lstStyle/>
          <a:p>
            <a:r>
              <a:rPr lang="en-US" altLang="zh-CN" sz="1000" dirty="0" smtClean="0"/>
              <a:t>POS</a:t>
            </a:r>
            <a:r>
              <a:rPr lang="zh-CN" altLang="en-US" sz="1000" dirty="0" smtClean="0"/>
              <a:t>机</a:t>
            </a:r>
            <a:endParaRPr lang="zh-CN" altLang="en-US" sz="1000" dirty="0"/>
          </a:p>
        </p:txBody>
      </p:sp>
      <p:sp>
        <p:nvSpPr>
          <p:cNvPr id="126" name="矩形 125"/>
          <p:cNvSpPr/>
          <p:nvPr/>
        </p:nvSpPr>
        <p:spPr>
          <a:xfrm>
            <a:off x="6640027" y="954193"/>
            <a:ext cx="954107" cy="246221"/>
          </a:xfrm>
          <a:prstGeom prst="rect">
            <a:avLst/>
          </a:prstGeom>
        </p:spPr>
        <p:txBody>
          <a:bodyPr wrap="none">
            <a:spAutoFit/>
          </a:bodyPr>
          <a:lstStyle/>
          <a:p>
            <a:r>
              <a:rPr lang="zh-CN" altLang="en-US" sz="1000" dirty="0" smtClean="0"/>
              <a:t>电量检测模块</a:t>
            </a:r>
            <a:endParaRPr lang="zh-CN" altLang="en-US" sz="1000" dirty="0"/>
          </a:p>
        </p:txBody>
      </p:sp>
      <p:sp>
        <p:nvSpPr>
          <p:cNvPr id="128" name="矩形 127"/>
          <p:cNvSpPr/>
          <p:nvPr/>
        </p:nvSpPr>
        <p:spPr>
          <a:xfrm>
            <a:off x="8076342" y="954193"/>
            <a:ext cx="316112" cy="246221"/>
          </a:xfrm>
          <a:prstGeom prst="rect">
            <a:avLst/>
          </a:prstGeom>
        </p:spPr>
        <p:txBody>
          <a:bodyPr wrap="none">
            <a:spAutoFit/>
          </a:bodyPr>
          <a:lstStyle/>
          <a:p>
            <a:r>
              <a:rPr lang="en-US" altLang="zh-CN" sz="1000" smtClean="0"/>
              <a:t>CT</a:t>
            </a:r>
            <a:endParaRPr lang="zh-CN" altLang="en-US" sz="1000" dirty="0"/>
          </a:p>
        </p:txBody>
      </p:sp>
      <p:sp>
        <p:nvSpPr>
          <p:cNvPr id="129" name="矩形 128"/>
          <p:cNvSpPr/>
          <p:nvPr/>
        </p:nvSpPr>
        <p:spPr>
          <a:xfrm>
            <a:off x="555012" y="2114885"/>
            <a:ext cx="312906" cy="246221"/>
          </a:xfrm>
          <a:prstGeom prst="rect">
            <a:avLst/>
          </a:prstGeom>
        </p:spPr>
        <p:txBody>
          <a:bodyPr wrap="none">
            <a:spAutoFit/>
          </a:bodyPr>
          <a:lstStyle/>
          <a:p>
            <a:r>
              <a:rPr lang="en-US" altLang="zh-CN" sz="1000" dirty="0" smtClean="0"/>
              <a:t>PT</a:t>
            </a:r>
            <a:endParaRPr lang="zh-CN" altLang="en-US" sz="1000" dirty="0"/>
          </a:p>
        </p:txBody>
      </p:sp>
      <p:sp>
        <p:nvSpPr>
          <p:cNvPr id="131" name="矩形 130"/>
          <p:cNvSpPr/>
          <p:nvPr/>
        </p:nvSpPr>
        <p:spPr>
          <a:xfrm>
            <a:off x="1455207" y="2114885"/>
            <a:ext cx="569387" cy="246221"/>
          </a:xfrm>
          <a:prstGeom prst="rect">
            <a:avLst/>
          </a:prstGeom>
        </p:spPr>
        <p:txBody>
          <a:bodyPr wrap="none">
            <a:spAutoFit/>
          </a:bodyPr>
          <a:lstStyle/>
          <a:p>
            <a:r>
              <a:rPr lang="zh-CN" altLang="en-US" sz="1000" dirty="0" smtClean="0"/>
              <a:t>变压器</a:t>
            </a:r>
            <a:endParaRPr lang="zh-CN" altLang="en-US" sz="1000" dirty="0"/>
          </a:p>
        </p:txBody>
      </p:sp>
      <p:sp>
        <p:nvSpPr>
          <p:cNvPr id="132" name="矩形 131"/>
          <p:cNvSpPr/>
          <p:nvPr/>
        </p:nvSpPr>
        <p:spPr>
          <a:xfrm>
            <a:off x="2569753" y="2114885"/>
            <a:ext cx="441146" cy="246221"/>
          </a:xfrm>
          <a:prstGeom prst="rect">
            <a:avLst/>
          </a:prstGeom>
        </p:spPr>
        <p:txBody>
          <a:bodyPr wrap="none">
            <a:spAutoFit/>
          </a:bodyPr>
          <a:lstStyle/>
          <a:p>
            <a:r>
              <a:rPr lang="zh-CN" altLang="en-US" sz="1000" dirty="0" smtClean="0"/>
              <a:t>路灯</a:t>
            </a:r>
            <a:endParaRPr lang="zh-CN" altLang="en-US" sz="1000" dirty="0"/>
          </a:p>
        </p:txBody>
      </p:sp>
      <p:sp>
        <p:nvSpPr>
          <p:cNvPr id="134" name="矩形 133"/>
          <p:cNvSpPr/>
          <p:nvPr/>
        </p:nvSpPr>
        <p:spPr>
          <a:xfrm>
            <a:off x="3375719" y="2114885"/>
            <a:ext cx="954107" cy="246221"/>
          </a:xfrm>
          <a:prstGeom prst="rect">
            <a:avLst/>
          </a:prstGeom>
        </p:spPr>
        <p:txBody>
          <a:bodyPr wrap="none">
            <a:spAutoFit/>
          </a:bodyPr>
          <a:lstStyle/>
          <a:p>
            <a:r>
              <a:rPr lang="zh-CN" altLang="en-US" sz="1000" dirty="0" smtClean="0"/>
              <a:t>湿温度传感器</a:t>
            </a:r>
            <a:endParaRPr lang="zh-CN" altLang="en-US" sz="1000" dirty="0"/>
          </a:p>
        </p:txBody>
      </p:sp>
      <p:sp>
        <p:nvSpPr>
          <p:cNvPr id="135" name="矩形 134"/>
          <p:cNvSpPr/>
          <p:nvPr/>
        </p:nvSpPr>
        <p:spPr>
          <a:xfrm>
            <a:off x="4557356" y="2114885"/>
            <a:ext cx="825867" cy="246221"/>
          </a:xfrm>
          <a:prstGeom prst="rect">
            <a:avLst/>
          </a:prstGeom>
        </p:spPr>
        <p:txBody>
          <a:bodyPr wrap="none">
            <a:spAutoFit/>
          </a:bodyPr>
          <a:lstStyle/>
          <a:p>
            <a:r>
              <a:rPr lang="zh-CN" altLang="en-US" sz="1000" smtClean="0"/>
              <a:t>人体计数器</a:t>
            </a:r>
            <a:endParaRPr lang="zh-CN" altLang="en-US" sz="1000" dirty="0"/>
          </a:p>
        </p:txBody>
      </p:sp>
      <p:sp>
        <p:nvSpPr>
          <p:cNvPr id="137" name="矩形 136"/>
          <p:cNvSpPr/>
          <p:nvPr/>
        </p:nvSpPr>
        <p:spPr>
          <a:xfrm>
            <a:off x="5495648" y="2114885"/>
            <a:ext cx="1082348" cy="246221"/>
          </a:xfrm>
          <a:prstGeom prst="rect">
            <a:avLst/>
          </a:prstGeom>
        </p:spPr>
        <p:txBody>
          <a:bodyPr wrap="none">
            <a:spAutoFit/>
          </a:bodyPr>
          <a:lstStyle/>
          <a:p>
            <a:r>
              <a:rPr lang="zh-CN" altLang="en-US" sz="1000" dirty="0" smtClean="0"/>
              <a:t>微波物体探测器</a:t>
            </a:r>
            <a:endParaRPr lang="zh-CN" altLang="en-US" sz="1000" dirty="0"/>
          </a:p>
        </p:txBody>
      </p:sp>
      <p:sp>
        <p:nvSpPr>
          <p:cNvPr id="138" name="矩形 137"/>
          <p:cNvSpPr/>
          <p:nvPr/>
        </p:nvSpPr>
        <p:spPr>
          <a:xfrm>
            <a:off x="6704147" y="2114885"/>
            <a:ext cx="825867" cy="246221"/>
          </a:xfrm>
          <a:prstGeom prst="rect">
            <a:avLst/>
          </a:prstGeom>
        </p:spPr>
        <p:txBody>
          <a:bodyPr wrap="none">
            <a:spAutoFit/>
          </a:bodyPr>
          <a:lstStyle/>
          <a:p>
            <a:r>
              <a:rPr lang="zh-CN" altLang="en-US" sz="1000" dirty="0" smtClean="0"/>
              <a:t>红外转发器</a:t>
            </a:r>
            <a:endParaRPr lang="zh-CN" altLang="en-US" sz="1000" dirty="0"/>
          </a:p>
        </p:txBody>
      </p:sp>
      <p:sp>
        <p:nvSpPr>
          <p:cNvPr id="140" name="矩形 139"/>
          <p:cNvSpPr/>
          <p:nvPr/>
        </p:nvSpPr>
        <p:spPr>
          <a:xfrm>
            <a:off x="7949705" y="2114885"/>
            <a:ext cx="569387" cy="246221"/>
          </a:xfrm>
          <a:prstGeom prst="rect">
            <a:avLst/>
          </a:prstGeom>
        </p:spPr>
        <p:txBody>
          <a:bodyPr wrap="none">
            <a:spAutoFit/>
          </a:bodyPr>
          <a:lstStyle/>
          <a:p>
            <a:r>
              <a:rPr lang="zh-CN" altLang="en-US" sz="1000" dirty="0" smtClean="0"/>
              <a:t>温控器</a:t>
            </a:r>
            <a:endParaRPr lang="zh-CN" altLang="en-US" sz="1000" dirty="0"/>
          </a:p>
        </p:txBody>
      </p:sp>
      <p:sp>
        <p:nvSpPr>
          <p:cNvPr id="141" name="矩形 140"/>
          <p:cNvSpPr/>
          <p:nvPr/>
        </p:nvSpPr>
        <p:spPr>
          <a:xfrm>
            <a:off x="362652" y="3189724"/>
            <a:ext cx="697627" cy="246221"/>
          </a:xfrm>
          <a:prstGeom prst="rect">
            <a:avLst/>
          </a:prstGeom>
        </p:spPr>
        <p:txBody>
          <a:bodyPr wrap="none">
            <a:spAutoFit/>
          </a:bodyPr>
          <a:lstStyle/>
          <a:p>
            <a:r>
              <a:rPr lang="zh-CN" altLang="en-US" sz="1000" dirty="0" smtClean="0"/>
              <a:t>智能插座</a:t>
            </a:r>
            <a:endParaRPr lang="zh-CN" altLang="en-US" sz="1000" dirty="0"/>
          </a:p>
        </p:txBody>
      </p:sp>
      <p:sp>
        <p:nvSpPr>
          <p:cNvPr id="143" name="矩形 142"/>
          <p:cNvSpPr/>
          <p:nvPr/>
        </p:nvSpPr>
        <p:spPr>
          <a:xfrm>
            <a:off x="1455207" y="3189724"/>
            <a:ext cx="569387" cy="246221"/>
          </a:xfrm>
          <a:prstGeom prst="rect">
            <a:avLst/>
          </a:prstGeom>
        </p:spPr>
        <p:txBody>
          <a:bodyPr wrap="none">
            <a:spAutoFit/>
          </a:bodyPr>
          <a:lstStyle/>
          <a:p>
            <a:r>
              <a:rPr lang="zh-CN" altLang="en-US" sz="1000" dirty="0" smtClean="0"/>
              <a:t>冷水表</a:t>
            </a:r>
            <a:endParaRPr lang="zh-CN" altLang="en-US" sz="1000" dirty="0"/>
          </a:p>
        </p:txBody>
      </p:sp>
      <p:sp>
        <p:nvSpPr>
          <p:cNvPr id="144" name="矩形 143"/>
          <p:cNvSpPr/>
          <p:nvPr/>
        </p:nvSpPr>
        <p:spPr>
          <a:xfrm>
            <a:off x="2505633" y="3189724"/>
            <a:ext cx="569387" cy="246221"/>
          </a:xfrm>
          <a:prstGeom prst="rect">
            <a:avLst/>
          </a:prstGeom>
        </p:spPr>
        <p:txBody>
          <a:bodyPr wrap="none">
            <a:spAutoFit/>
          </a:bodyPr>
          <a:lstStyle/>
          <a:p>
            <a:r>
              <a:rPr lang="zh-CN" altLang="en-US" sz="1000" dirty="0" smtClean="0"/>
              <a:t>热水表</a:t>
            </a:r>
            <a:endParaRPr lang="zh-CN" altLang="en-US" sz="1000" dirty="0"/>
          </a:p>
        </p:txBody>
      </p:sp>
      <p:sp>
        <p:nvSpPr>
          <p:cNvPr id="146" name="矩形 145"/>
          <p:cNvSpPr/>
          <p:nvPr/>
        </p:nvSpPr>
        <p:spPr>
          <a:xfrm>
            <a:off x="3375719" y="3189724"/>
            <a:ext cx="954107" cy="246221"/>
          </a:xfrm>
          <a:prstGeom prst="rect">
            <a:avLst/>
          </a:prstGeom>
        </p:spPr>
        <p:txBody>
          <a:bodyPr wrap="none">
            <a:spAutoFit/>
          </a:bodyPr>
          <a:lstStyle/>
          <a:p>
            <a:r>
              <a:rPr lang="zh-CN" altLang="en-US" sz="1000" dirty="0" smtClean="0"/>
              <a:t>三相负荷开关</a:t>
            </a:r>
            <a:endParaRPr lang="zh-CN" altLang="en-US" sz="1000" dirty="0"/>
          </a:p>
        </p:txBody>
      </p:sp>
      <p:sp>
        <p:nvSpPr>
          <p:cNvPr id="147" name="矩形 146"/>
          <p:cNvSpPr/>
          <p:nvPr/>
        </p:nvSpPr>
        <p:spPr>
          <a:xfrm>
            <a:off x="4621476" y="3189724"/>
            <a:ext cx="697627" cy="246221"/>
          </a:xfrm>
          <a:prstGeom prst="rect">
            <a:avLst/>
          </a:prstGeom>
        </p:spPr>
        <p:txBody>
          <a:bodyPr wrap="none">
            <a:spAutoFit/>
          </a:bodyPr>
          <a:lstStyle/>
          <a:p>
            <a:r>
              <a:rPr lang="zh-CN" altLang="en-US" sz="1000" dirty="0" smtClean="0"/>
              <a:t>调光开关</a:t>
            </a:r>
            <a:endParaRPr lang="zh-CN" altLang="en-US" sz="1000" dirty="0"/>
          </a:p>
        </p:txBody>
      </p:sp>
      <p:sp>
        <p:nvSpPr>
          <p:cNvPr id="148" name="矩形 147"/>
          <p:cNvSpPr/>
          <p:nvPr/>
        </p:nvSpPr>
        <p:spPr>
          <a:xfrm>
            <a:off x="5816249" y="3189724"/>
            <a:ext cx="441146" cy="246221"/>
          </a:xfrm>
          <a:prstGeom prst="rect">
            <a:avLst/>
          </a:prstGeom>
        </p:spPr>
        <p:txBody>
          <a:bodyPr wrap="none">
            <a:spAutoFit/>
          </a:bodyPr>
          <a:lstStyle/>
          <a:p>
            <a:r>
              <a:rPr lang="zh-CN" altLang="en-US" sz="1000" dirty="0" smtClean="0"/>
              <a:t>电灯</a:t>
            </a:r>
            <a:endParaRPr lang="zh-CN" altLang="en-US" sz="1000" dirty="0"/>
          </a:p>
        </p:txBody>
      </p:sp>
      <p:sp>
        <p:nvSpPr>
          <p:cNvPr id="149" name="矩形 148"/>
          <p:cNvSpPr/>
          <p:nvPr/>
        </p:nvSpPr>
        <p:spPr>
          <a:xfrm>
            <a:off x="6768267" y="3189724"/>
            <a:ext cx="697627" cy="246221"/>
          </a:xfrm>
          <a:prstGeom prst="rect">
            <a:avLst/>
          </a:prstGeom>
        </p:spPr>
        <p:txBody>
          <a:bodyPr wrap="none">
            <a:spAutoFit/>
          </a:bodyPr>
          <a:lstStyle/>
          <a:p>
            <a:r>
              <a:rPr lang="zh-CN" altLang="en-US" sz="1000" smtClean="0"/>
              <a:t>墙面开关</a:t>
            </a:r>
            <a:endParaRPr lang="zh-CN" altLang="en-US" sz="1000" dirty="0"/>
          </a:p>
        </p:txBody>
      </p:sp>
      <p:sp>
        <p:nvSpPr>
          <p:cNvPr id="150" name="矩形 149"/>
          <p:cNvSpPr/>
          <p:nvPr/>
        </p:nvSpPr>
        <p:spPr>
          <a:xfrm>
            <a:off x="7885585" y="3189724"/>
            <a:ext cx="697627" cy="246221"/>
          </a:xfrm>
          <a:prstGeom prst="rect">
            <a:avLst/>
          </a:prstGeom>
        </p:spPr>
        <p:txBody>
          <a:bodyPr wrap="none">
            <a:spAutoFit/>
          </a:bodyPr>
          <a:lstStyle/>
          <a:p>
            <a:r>
              <a:rPr lang="zh-CN" altLang="en-US" sz="1000" dirty="0" smtClean="0"/>
              <a:t>电子标签</a:t>
            </a:r>
            <a:endParaRPr lang="zh-CN" altLang="en-US" sz="1000" dirty="0"/>
          </a:p>
        </p:txBody>
      </p:sp>
      <p:sp>
        <p:nvSpPr>
          <p:cNvPr id="151" name="矩形 150"/>
          <p:cNvSpPr/>
          <p:nvPr/>
        </p:nvSpPr>
        <p:spPr>
          <a:xfrm>
            <a:off x="362652" y="4222662"/>
            <a:ext cx="697627" cy="246221"/>
          </a:xfrm>
          <a:prstGeom prst="rect">
            <a:avLst/>
          </a:prstGeom>
        </p:spPr>
        <p:txBody>
          <a:bodyPr wrap="none">
            <a:spAutoFit/>
          </a:bodyPr>
          <a:lstStyle/>
          <a:p>
            <a:r>
              <a:rPr lang="zh-CN" altLang="en-US" sz="1000" dirty="0" smtClean="0"/>
              <a:t>视频网关</a:t>
            </a:r>
            <a:endParaRPr lang="zh-CN" altLang="en-US" sz="1000" dirty="0"/>
          </a:p>
        </p:txBody>
      </p:sp>
      <p:sp>
        <p:nvSpPr>
          <p:cNvPr id="152" name="矩形 151"/>
          <p:cNvSpPr/>
          <p:nvPr/>
        </p:nvSpPr>
        <p:spPr>
          <a:xfrm>
            <a:off x="1262847" y="4222662"/>
            <a:ext cx="954107" cy="246221"/>
          </a:xfrm>
          <a:prstGeom prst="rect">
            <a:avLst/>
          </a:prstGeom>
        </p:spPr>
        <p:txBody>
          <a:bodyPr wrap="none">
            <a:spAutoFit/>
          </a:bodyPr>
          <a:lstStyle/>
          <a:p>
            <a:r>
              <a:rPr lang="zh-CN" altLang="en-US" sz="1000" dirty="0" smtClean="0"/>
              <a:t>空气净化设备</a:t>
            </a:r>
            <a:endParaRPr lang="zh-CN" altLang="en-US" sz="1000" dirty="0"/>
          </a:p>
        </p:txBody>
      </p:sp>
      <p:sp>
        <p:nvSpPr>
          <p:cNvPr id="153" name="矩形 152"/>
          <p:cNvSpPr/>
          <p:nvPr/>
        </p:nvSpPr>
        <p:spPr>
          <a:xfrm>
            <a:off x="2313273" y="4222662"/>
            <a:ext cx="954107" cy="246221"/>
          </a:xfrm>
          <a:prstGeom prst="rect">
            <a:avLst/>
          </a:prstGeom>
        </p:spPr>
        <p:txBody>
          <a:bodyPr wrap="none">
            <a:spAutoFit/>
          </a:bodyPr>
          <a:lstStyle/>
          <a:p>
            <a:r>
              <a:rPr lang="zh-CN" altLang="en-US" sz="1000" dirty="0" smtClean="0"/>
              <a:t>热水器控制器</a:t>
            </a:r>
            <a:endParaRPr lang="zh-CN" altLang="en-US" sz="1000" dirty="0"/>
          </a:p>
        </p:txBody>
      </p:sp>
      <p:sp>
        <p:nvSpPr>
          <p:cNvPr id="154" name="矩形 153"/>
          <p:cNvSpPr/>
          <p:nvPr/>
        </p:nvSpPr>
        <p:spPr>
          <a:xfrm>
            <a:off x="3439839" y="4222662"/>
            <a:ext cx="825867" cy="246221"/>
          </a:xfrm>
          <a:prstGeom prst="rect">
            <a:avLst/>
          </a:prstGeom>
        </p:spPr>
        <p:txBody>
          <a:bodyPr wrap="none">
            <a:spAutoFit/>
          </a:bodyPr>
          <a:lstStyle/>
          <a:p>
            <a:r>
              <a:rPr lang="zh-CN" altLang="en-US" sz="1000" dirty="0" smtClean="0"/>
              <a:t>负载均衡器</a:t>
            </a:r>
            <a:endParaRPr lang="zh-CN" altLang="en-US" sz="1000" dirty="0"/>
          </a:p>
        </p:txBody>
      </p:sp>
      <p:sp>
        <p:nvSpPr>
          <p:cNvPr id="155" name="矩形 154"/>
          <p:cNvSpPr/>
          <p:nvPr/>
        </p:nvSpPr>
        <p:spPr>
          <a:xfrm>
            <a:off x="4557356" y="4222662"/>
            <a:ext cx="825867" cy="246221"/>
          </a:xfrm>
          <a:prstGeom prst="rect">
            <a:avLst/>
          </a:prstGeom>
        </p:spPr>
        <p:txBody>
          <a:bodyPr wrap="none">
            <a:spAutoFit/>
          </a:bodyPr>
          <a:lstStyle/>
          <a:p>
            <a:r>
              <a:rPr lang="zh-CN" altLang="en-US" sz="1000" dirty="0" smtClean="0"/>
              <a:t>路灯控制器</a:t>
            </a:r>
            <a:endParaRPr lang="zh-CN" altLang="en-US" sz="1000" dirty="0"/>
          </a:p>
        </p:txBody>
      </p:sp>
      <p:sp>
        <p:nvSpPr>
          <p:cNvPr id="156" name="矩形 155"/>
          <p:cNvSpPr/>
          <p:nvPr/>
        </p:nvSpPr>
        <p:spPr>
          <a:xfrm>
            <a:off x="5559769" y="4222662"/>
            <a:ext cx="954107" cy="246221"/>
          </a:xfrm>
          <a:prstGeom prst="rect">
            <a:avLst/>
          </a:prstGeom>
        </p:spPr>
        <p:txBody>
          <a:bodyPr wrap="none">
            <a:spAutoFit/>
          </a:bodyPr>
          <a:lstStyle/>
          <a:p>
            <a:r>
              <a:rPr lang="zh-CN" altLang="en-US" sz="1000" dirty="0" smtClean="0"/>
              <a:t>风管机控制器</a:t>
            </a:r>
            <a:endParaRPr lang="zh-CN" altLang="en-US" sz="1000" dirty="0"/>
          </a:p>
        </p:txBody>
      </p:sp>
      <p:sp>
        <p:nvSpPr>
          <p:cNvPr id="157" name="矩形 156"/>
          <p:cNvSpPr/>
          <p:nvPr/>
        </p:nvSpPr>
        <p:spPr>
          <a:xfrm>
            <a:off x="6640027" y="4222662"/>
            <a:ext cx="954107" cy="246221"/>
          </a:xfrm>
          <a:prstGeom prst="rect">
            <a:avLst/>
          </a:prstGeom>
        </p:spPr>
        <p:txBody>
          <a:bodyPr wrap="none">
            <a:spAutoFit/>
          </a:bodyPr>
          <a:lstStyle/>
          <a:p>
            <a:r>
              <a:rPr lang="zh-CN" altLang="en-US" sz="1000" dirty="0" smtClean="0"/>
              <a:t>单控单调模块</a:t>
            </a:r>
            <a:endParaRPr lang="zh-CN" altLang="en-US" sz="1000" dirty="0"/>
          </a:p>
        </p:txBody>
      </p:sp>
      <p:pic>
        <p:nvPicPr>
          <p:cNvPr id="2" name="Picture 2" descr="E:\2016.01\1.12 扁平化图标\黄色\AR-黄色最新-08.png"/>
          <p:cNvPicPr>
            <a:picLocks noChangeAspect="1" noChangeArrowheads="1"/>
          </p:cNvPicPr>
          <p:nvPr/>
        </p:nvPicPr>
        <p:blipFill>
          <a:blip r:embed="rId2" cstate="print"/>
          <a:srcRect/>
          <a:stretch>
            <a:fillRect/>
          </a:stretch>
        </p:blipFill>
        <p:spPr bwMode="auto">
          <a:xfrm>
            <a:off x="7964398" y="298027"/>
            <a:ext cx="540000" cy="440151"/>
          </a:xfrm>
          <a:prstGeom prst="rect">
            <a:avLst/>
          </a:prstGeom>
          <a:noFill/>
        </p:spPr>
      </p:pic>
      <p:pic>
        <p:nvPicPr>
          <p:cNvPr id="3" name="Picture 3" descr="E:\2016.01\1.12 扁平化图标\黄色\AR-黄色最新-01.png"/>
          <p:cNvPicPr>
            <a:picLocks noChangeAspect="1" noChangeArrowheads="1"/>
          </p:cNvPicPr>
          <p:nvPr/>
        </p:nvPicPr>
        <p:blipFill>
          <a:blip r:embed="rId3" cstate="print"/>
          <a:srcRect/>
          <a:stretch>
            <a:fillRect/>
          </a:stretch>
        </p:blipFill>
        <p:spPr bwMode="auto">
          <a:xfrm>
            <a:off x="441465" y="298027"/>
            <a:ext cx="540000" cy="440151"/>
          </a:xfrm>
          <a:prstGeom prst="rect">
            <a:avLst/>
          </a:prstGeom>
          <a:noFill/>
        </p:spPr>
      </p:pic>
      <p:pic>
        <p:nvPicPr>
          <p:cNvPr id="4" name="Picture 4" descr="E:\2016.01\1.12 扁平化图标\黄色\AR-黄色最新-02.png"/>
          <p:cNvPicPr>
            <a:picLocks noChangeAspect="1" noChangeArrowheads="1"/>
          </p:cNvPicPr>
          <p:nvPr/>
        </p:nvPicPr>
        <p:blipFill>
          <a:blip r:embed="rId4" cstate="print"/>
          <a:srcRect/>
          <a:stretch>
            <a:fillRect/>
          </a:stretch>
        </p:blipFill>
        <p:spPr bwMode="auto">
          <a:xfrm>
            <a:off x="1469900" y="298027"/>
            <a:ext cx="540000" cy="440151"/>
          </a:xfrm>
          <a:prstGeom prst="rect">
            <a:avLst/>
          </a:prstGeom>
          <a:noFill/>
        </p:spPr>
      </p:pic>
      <p:pic>
        <p:nvPicPr>
          <p:cNvPr id="5" name="Picture 5" descr="E:\2016.01\1.12 扁平化图标\黄色\AR-黄色最新-03.png"/>
          <p:cNvPicPr>
            <a:picLocks noChangeAspect="1" noChangeArrowheads="1"/>
          </p:cNvPicPr>
          <p:nvPr/>
        </p:nvPicPr>
        <p:blipFill>
          <a:blip r:embed="rId5" cstate="print"/>
          <a:srcRect/>
          <a:stretch>
            <a:fillRect/>
          </a:stretch>
        </p:blipFill>
        <p:spPr bwMode="auto">
          <a:xfrm>
            <a:off x="2520326" y="298027"/>
            <a:ext cx="540000" cy="440151"/>
          </a:xfrm>
          <a:prstGeom prst="rect">
            <a:avLst/>
          </a:prstGeom>
          <a:noFill/>
        </p:spPr>
      </p:pic>
      <p:pic>
        <p:nvPicPr>
          <p:cNvPr id="6" name="Picture 6" descr="E:\2016.01\1.12 扁平化图标\黄色\AR-黄色最新-04.png"/>
          <p:cNvPicPr>
            <a:picLocks noChangeAspect="1" noChangeArrowheads="1"/>
          </p:cNvPicPr>
          <p:nvPr/>
        </p:nvPicPr>
        <p:blipFill>
          <a:blip r:embed="rId6" cstate="print"/>
          <a:srcRect/>
          <a:stretch>
            <a:fillRect/>
          </a:stretch>
        </p:blipFill>
        <p:spPr bwMode="auto">
          <a:xfrm>
            <a:off x="3582772" y="298027"/>
            <a:ext cx="540000" cy="440151"/>
          </a:xfrm>
          <a:prstGeom prst="rect">
            <a:avLst/>
          </a:prstGeom>
          <a:noFill/>
        </p:spPr>
      </p:pic>
      <p:pic>
        <p:nvPicPr>
          <p:cNvPr id="7" name="Picture 7" descr="E:\2016.01\1.12 扁平化图标\黄色\AR-黄色最新-05.png"/>
          <p:cNvPicPr>
            <a:picLocks noChangeAspect="1" noChangeArrowheads="1"/>
          </p:cNvPicPr>
          <p:nvPr/>
        </p:nvPicPr>
        <p:blipFill>
          <a:blip r:embed="rId7" cstate="print"/>
          <a:srcRect/>
          <a:stretch>
            <a:fillRect/>
          </a:stretch>
        </p:blipFill>
        <p:spPr bwMode="auto">
          <a:xfrm>
            <a:off x="4700289" y="298027"/>
            <a:ext cx="540000" cy="440151"/>
          </a:xfrm>
          <a:prstGeom prst="rect">
            <a:avLst/>
          </a:prstGeom>
          <a:noFill/>
        </p:spPr>
      </p:pic>
      <p:pic>
        <p:nvPicPr>
          <p:cNvPr id="8" name="Picture 8" descr="E:\2016.01\1.12 扁平化图标\黄色\AR-黄色最新-06.png"/>
          <p:cNvPicPr>
            <a:picLocks noChangeAspect="1" noChangeArrowheads="1"/>
          </p:cNvPicPr>
          <p:nvPr/>
        </p:nvPicPr>
        <p:blipFill>
          <a:blip r:embed="rId8" cstate="print"/>
          <a:srcRect/>
          <a:stretch>
            <a:fillRect/>
          </a:stretch>
        </p:blipFill>
        <p:spPr bwMode="auto">
          <a:xfrm>
            <a:off x="5766822" y="298027"/>
            <a:ext cx="540000" cy="440151"/>
          </a:xfrm>
          <a:prstGeom prst="rect">
            <a:avLst/>
          </a:prstGeom>
          <a:noFill/>
        </p:spPr>
      </p:pic>
      <p:pic>
        <p:nvPicPr>
          <p:cNvPr id="9" name="Picture 9" descr="E:\2016.01\1.12 扁平化图标\黄色\AR-黄色最新-07.png"/>
          <p:cNvPicPr>
            <a:picLocks noChangeAspect="1" noChangeArrowheads="1"/>
          </p:cNvPicPr>
          <p:nvPr/>
        </p:nvPicPr>
        <p:blipFill>
          <a:blip r:embed="rId9" cstate="print"/>
          <a:srcRect/>
          <a:stretch>
            <a:fillRect/>
          </a:stretch>
        </p:blipFill>
        <p:spPr bwMode="auto">
          <a:xfrm>
            <a:off x="6847080" y="298027"/>
            <a:ext cx="540000" cy="440151"/>
          </a:xfrm>
          <a:prstGeom prst="rect">
            <a:avLst/>
          </a:prstGeom>
          <a:noFill/>
        </p:spPr>
      </p:pic>
      <p:pic>
        <p:nvPicPr>
          <p:cNvPr id="10" name="Picture 10" descr="E:\2016.01\1.12 扁平化图标\黄色\AR-黄色最新-16.png"/>
          <p:cNvPicPr>
            <a:picLocks noChangeAspect="1" noChangeArrowheads="1"/>
          </p:cNvPicPr>
          <p:nvPr/>
        </p:nvPicPr>
        <p:blipFill>
          <a:blip r:embed="rId10" cstate="print"/>
          <a:srcRect/>
          <a:stretch>
            <a:fillRect/>
          </a:stretch>
        </p:blipFill>
        <p:spPr bwMode="auto">
          <a:xfrm>
            <a:off x="7964398" y="1449917"/>
            <a:ext cx="540000" cy="440151"/>
          </a:xfrm>
          <a:prstGeom prst="rect">
            <a:avLst/>
          </a:prstGeom>
          <a:noFill/>
        </p:spPr>
      </p:pic>
      <p:pic>
        <p:nvPicPr>
          <p:cNvPr id="11" name="Picture 11" descr="E:\2016.01\1.12 扁平化图标\黄色\AR-黄色最新-09.png"/>
          <p:cNvPicPr>
            <a:picLocks noChangeAspect="1" noChangeArrowheads="1"/>
          </p:cNvPicPr>
          <p:nvPr/>
        </p:nvPicPr>
        <p:blipFill>
          <a:blip r:embed="rId11" cstate="print"/>
          <a:srcRect/>
          <a:stretch>
            <a:fillRect/>
          </a:stretch>
        </p:blipFill>
        <p:spPr bwMode="auto">
          <a:xfrm>
            <a:off x="441465" y="1449917"/>
            <a:ext cx="540000" cy="440151"/>
          </a:xfrm>
          <a:prstGeom prst="rect">
            <a:avLst/>
          </a:prstGeom>
          <a:noFill/>
        </p:spPr>
      </p:pic>
      <p:pic>
        <p:nvPicPr>
          <p:cNvPr id="12" name="Picture 12" descr="E:\2016.01\1.12 扁平化图标\黄色\AR-黄色最新-10.png"/>
          <p:cNvPicPr>
            <a:picLocks noChangeAspect="1" noChangeArrowheads="1"/>
          </p:cNvPicPr>
          <p:nvPr/>
        </p:nvPicPr>
        <p:blipFill>
          <a:blip r:embed="rId12" cstate="print"/>
          <a:srcRect/>
          <a:stretch>
            <a:fillRect/>
          </a:stretch>
        </p:blipFill>
        <p:spPr bwMode="auto">
          <a:xfrm>
            <a:off x="1469900" y="1449917"/>
            <a:ext cx="540000" cy="440151"/>
          </a:xfrm>
          <a:prstGeom prst="rect">
            <a:avLst/>
          </a:prstGeom>
          <a:noFill/>
        </p:spPr>
      </p:pic>
      <p:pic>
        <p:nvPicPr>
          <p:cNvPr id="3085" name="Picture 13" descr="E:\2016.01\1.12 扁平化图标\黄色\AR-黄色最新-11.png"/>
          <p:cNvPicPr>
            <a:picLocks noChangeAspect="1" noChangeArrowheads="1"/>
          </p:cNvPicPr>
          <p:nvPr/>
        </p:nvPicPr>
        <p:blipFill>
          <a:blip r:embed="rId13" cstate="print"/>
          <a:srcRect/>
          <a:stretch>
            <a:fillRect/>
          </a:stretch>
        </p:blipFill>
        <p:spPr bwMode="auto">
          <a:xfrm>
            <a:off x="2520326" y="1449917"/>
            <a:ext cx="540000" cy="440151"/>
          </a:xfrm>
          <a:prstGeom prst="rect">
            <a:avLst/>
          </a:prstGeom>
          <a:noFill/>
        </p:spPr>
      </p:pic>
      <p:pic>
        <p:nvPicPr>
          <p:cNvPr id="13" name="Picture 14" descr="E:\2016.01\1.12 扁平化图标\黄色\AR-黄色最新-12.png"/>
          <p:cNvPicPr>
            <a:picLocks noChangeAspect="1" noChangeArrowheads="1"/>
          </p:cNvPicPr>
          <p:nvPr/>
        </p:nvPicPr>
        <p:blipFill>
          <a:blip r:embed="rId14" cstate="print"/>
          <a:srcRect/>
          <a:stretch>
            <a:fillRect/>
          </a:stretch>
        </p:blipFill>
        <p:spPr bwMode="auto">
          <a:xfrm>
            <a:off x="3582772" y="1449917"/>
            <a:ext cx="540000" cy="440151"/>
          </a:xfrm>
          <a:prstGeom prst="rect">
            <a:avLst/>
          </a:prstGeom>
          <a:noFill/>
        </p:spPr>
      </p:pic>
      <p:pic>
        <p:nvPicPr>
          <p:cNvPr id="14" name="Picture 15" descr="E:\2016.01\1.12 扁平化图标\黄色\AR-黄色最新-13.png"/>
          <p:cNvPicPr>
            <a:picLocks noChangeAspect="1" noChangeArrowheads="1"/>
          </p:cNvPicPr>
          <p:nvPr/>
        </p:nvPicPr>
        <p:blipFill>
          <a:blip r:embed="rId15" cstate="print"/>
          <a:srcRect/>
          <a:stretch>
            <a:fillRect/>
          </a:stretch>
        </p:blipFill>
        <p:spPr bwMode="auto">
          <a:xfrm>
            <a:off x="4700289" y="1449917"/>
            <a:ext cx="540000" cy="440151"/>
          </a:xfrm>
          <a:prstGeom prst="rect">
            <a:avLst/>
          </a:prstGeom>
          <a:noFill/>
        </p:spPr>
      </p:pic>
      <p:pic>
        <p:nvPicPr>
          <p:cNvPr id="15" name="Picture 16" descr="E:\2016.01\1.12 扁平化图标\黄色\AR-黄色最新-14.png"/>
          <p:cNvPicPr>
            <a:picLocks noChangeAspect="1" noChangeArrowheads="1"/>
          </p:cNvPicPr>
          <p:nvPr/>
        </p:nvPicPr>
        <p:blipFill>
          <a:blip r:embed="rId16" cstate="print"/>
          <a:srcRect/>
          <a:stretch>
            <a:fillRect/>
          </a:stretch>
        </p:blipFill>
        <p:spPr bwMode="auto">
          <a:xfrm>
            <a:off x="5766822" y="1449917"/>
            <a:ext cx="540000" cy="440151"/>
          </a:xfrm>
          <a:prstGeom prst="rect">
            <a:avLst/>
          </a:prstGeom>
          <a:noFill/>
        </p:spPr>
      </p:pic>
      <p:pic>
        <p:nvPicPr>
          <p:cNvPr id="16" name="Picture 17" descr="E:\2016.01\1.12 扁平化图标\黄色\AR-黄色最新-15.png"/>
          <p:cNvPicPr>
            <a:picLocks noChangeAspect="1" noChangeArrowheads="1"/>
          </p:cNvPicPr>
          <p:nvPr/>
        </p:nvPicPr>
        <p:blipFill>
          <a:blip r:embed="rId17" cstate="print"/>
          <a:srcRect/>
          <a:stretch>
            <a:fillRect/>
          </a:stretch>
        </p:blipFill>
        <p:spPr bwMode="auto">
          <a:xfrm>
            <a:off x="6847080" y="1449917"/>
            <a:ext cx="540000" cy="440151"/>
          </a:xfrm>
          <a:prstGeom prst="rect">
            <a:avLst/>
          </a:prstGeom>
          <a:noFill/>
        </p:spPr>
      </p:pic>
      <p:pic>
        <p:nvPicPr>
          <p:cNvPr id="17" name="Picture 18" descr="E:\2016.01\1.12 扁平化图标\黄色\AR-黄色最新-24.png"/>
          <p:cNvPicPr>
            <a:picLocks noChangeAspect="1" noChangeArrowheads="1"/>
          </p:cNvPicPr>
          <p:nvPr/>
        </p:nvPicPr>
        <p:blipFill>
          <a:blip r:embed="rId18" cstate="print"/>
          <a:srcRect/>
          <a:stretch>
            <a:fillRect/>
          </a:stretch>
        </p:blipFill>
        <p:spPr bwMode="auto">
          <a:xfrm>
            <a:off x="7964398" y="2445597"/>
            <a:ext cx="540000" cy="440151"/>
          </a:xfrm>
          <a:prstGeom prst="rect">
            <a:avLst/>
          </a:prstGeom>
          <a:noFill/>
        </p:spPr>
      </p:pic>
      <p:pic>
        <p:nvPicPr>
          <p:cNvPr id="20" name="Picture 21" descr="E:\2016.01\1.12 扁平化图标\黄色\AR-黄色最新-19.png"/>
          <p:cNvPicPr>
            <a:picLocks noChangeAspect="1" noChangeArrowheads="1"/>
          </p:cNvPicPr>
          <p:nvPr/>
        </p:nvPicPr>
        <p:blipFill>
          <a:blip r:embed="rId19" cstate="print"/>
          <a:srcRect/>
          <a:stretch>
            <a:fillRect/>
          </a:stretch>
        </p:blipFill>
        <p:spPr bwMode="auto">
          <a:xfrm>
            <a:off x="2520326" y="2445597"/>
            <a:ext cx="540000" cy="440151"/>
          </a:xfrm>
          <a:prstGeom prst="rect">
            <a:avLst/>
          </a:prstGeom>
          <a:noFill/>
        </p:spPr>
      </p:pic>
      <p:pic>
        <p:nvPicPr>
          <p:cNvPr id="3094" name="Picture 22" descr="E:\2016.01\1.12 扁平化图标\黄色\AR-黄色最新-20.png"/>
          <p:cNvPicPr>
            <a:picLocks noChangeAspect="1" noChangeArrowheads="1"/>
          </p:cNvPicPr>
          <p:nvPr/>
        </p:nvPicPr>
        <p:blipFill>
          <a:blip r:embed="rId20" cstate="print"/>
          <a:srcRect/>
          <a:stretch>
            <a:fillRect/>
          </a:stretch>
        </p:blipFill>
        <p:spPr bwMode="auto">
          <a:xfrm>
            <a:off x="3582772" y="2445597"/>
            <a:ext cx="540000" cy="440151"/>
          </a:xfrm>
          <a:prstGeom prst="rect">
            <a:avLst/>
          </a:prstGeom>
          <a:noFill/>
        </p:spPr>
      </p:pic>
      <p:pic>
        <p:nvPicPr>
          <p:cNvPr id="22" name="Picture 24" descr="E:\2016.01\1.12 扁平化图标\黄色\AR-黄色最新-22.png"/>
          <p:cNvPicPr>
            <a:picLocks noChangeAspect="1" noChangeArrowheads="1"/>
          </p:cNvPicPr>
          <p:nvPr/>
        </p:nvPicPr>
        <p:blipFill>
          <a:blip r:embed="rId21" cstate="print"/>
          <a:srcRect/>
          <a:stretch>
            <a:fillRect/>
          </a:stretch>
        </p:blipFill>
        <p:spPr bwMode="auto">
          <a:xfrm>
            <a:off x="5766822" y="2445597"/>
            <a:ext cx="540000" cy="440151"/>
          </a:xfrm>
          <a:prstGeom prst="rect">
            <a:avLst/>
          </a:prstGeom>
          <a:noFill/>
        </p:spPr>
      </p:pic>
      <p:pic>
        <p:nvPicPr>
          <p:cNvPr id="23" name="Picture 25" descr="E:\2016.01\1.12 扁平化图标\黄色\AR-黄色最新-23.png"/>
          <p:cNvPicPr>
            <a:picLocks noChangeAspect="1" noChangeArrowheads="1"/>
          </p:cNvPicPr>
          <p:nvPr/>
        </p:nvPicPr>
        <p:blipFill>
          <a:blip r:embed="rId22" cstate="print"/>
          <a:srcRect/>
          <a:stretch>
            <a:fillRect/>
          </a:stretch>
        </p:blipFill>
        <p:spPr bwMode="auto">
          <a:xfrm>
            <a:off x="6847080" y="2445597"/>
            <a:ext cx="540000" cy="440151"/>
          </a:xfrm>
          <a:prstGeom prst="rect">
            <a:avLst/>
          </a:prstGeom>
          <a:noFill/>
        </p:spPr>
      </p:pic>
      <p:pic>
        <p:nvPicPr>
          <p:cNvPr id="24" name="Picture 26" descr="E:\2016.01\1.12 扁平化图标\黄色\AR-黄色最新-32.png"/>
          <p:cNvPicPr>
            <a:picLocks noChangeAspect="1" noChangeArrowheads="1"/>
          </p:cNvPicPr>
          <p:nvPr/>
        </p:nvPicPr>
        <p:blipFill>
          <a:blip r:embed="rId23" cstate="print"/>
          <a:srcRect/>
          <a:stretch>
            <a:fillRect/>
          </a:stretch>
        </p:blipFill>
        <p:spPr bwMode="auto">
          <a:xfrm>
            <a:off x="7964398" y="3549651"/>
            <a:ext cx="540000" cy="440151"/>
          </a:xfrm>
          <a:prstGeom prst="rect">
            <a:avLst/>
          </a:prstGeom>
          <a:noFill/>
        </p:spPr>
      </p:pic>
      <p:pic>
        <p:nvPicPr>
          <p:cNvPr id="25" name="Picture 27" descr="E:\2016.01\1.12 扁平化图标\黄色\AR-黄色最新-25.png"/>
          <p:cNvPicPr>
            <a:picLocks noChangeAspect="1" noChangeArrowheads="1"/>
          </p:cNvPicPr>
          <p:nvPr/>
        </p:nvPicPr>
        <p:blipFill>
          <a:blip r:embed="rId24" cstate="print"/>
          <a:srcRect/>
          <a:stretch>
            <a:fillRect/>
          </a:stretch>
        </p:blipFill>
        <p:spPr bwMode="auto">
          <a:xfrm>
            <a:off x="441465" y="3549651"/>
            <a:ext cx="540000" cy="440151"/>
          </a:xfrm>
          <a:prstGeom prst="rect">
            <a:avLst/>
          </a:prstGeom>
          <a:noFill/>
        </p:spPr>
      </p:pic>
      <p:pic>
        <p:nvPicPr>
          <p:cNvPr id="26" name="Picture 28" descr="E:\2016.01\1.12 扁平化图标\黄色\AR-黄色最新-26.png"/>
          <p:cNvPicPr>
            <a:picLocks noChangeAspect="1" noChangeArrowheads="1"/>
          </p:cNvPicPr>
          <p:nvPr/>
        </p:nvPicPr>
        <p:blipFill>
          <a:blip r:embed="rId25" cstate="print"/>
          <a:srcRect/>
          <a:stretch>
            <a:fillRect/>
          </a:stretch>
        </p:blipFill>
        <p:spPr bwMode="auto">
          <a:xfrm>
            <a:off x="1469900" y="3549651"/>
            <a:ext cx="540000" cy="440151"/>
          </a:xfrm>
          <a:prstGeom prst="rect">
            <a:avLst/>
          </a:prstGeom>
          <a:noFill/>
        </p:spPr>
      </p:pic>
      <p:pic>
        <p:nvPicPr>
          <p:cNvPr id="27" name="Picture 29" descr="E:\2016.01\1.12 扁平化图标\黄色\AR-黄色最新-27.png"/>
          <p:cNvPicPr>
            <a:picLocks noChangeAspect="1" noChangeArrowheads="1"/>
          </p:cNvPicPr>
          <p:nvPr/>
        </p:nvPicPr>
        <p:blipFill>
          <a:blip r:embed="rId26" cstate="print"/>
          <a:srcRect/>
          <a:stretch>
            <a:fillRect/>
          </a:stretch>
        </p:blipFill>
        <p:spPr bwMode="auto">
          <a:xfrm>
            <a:off x="2520326" y="3549651"/>
            <a:ext cx="540000" cy="440151"/>
          </a:xfrm>
          <a:prstGeom prst="rect">
            <a:avLst/>
          </a:prstGeom>
          <a:noFill/>
        </p:spPr>
      </p:pic>
      <p:pic>
        <p:nvPicPr>
          <p:cNvPr id="28" name="Picture 30" descr="E:\2016.01\1.12 扁平化图标\黄色\AR-黄色最新-28.png"/>
          <p:cNvPicPr>
            <a:picLocks noChangeAspect="1" noChangeArrowheads="1"/>
          </p:cNvPicPr>
          <p:nvPr/>
        </p:nvPicPr>
        <p:blipFill>
          <a:blip r:embed="rId27" cstate="print"/>
          <a:srcRect/>
          <a:stretch>
            <a:fillRect/>
          </a:stretch>
        </p:blipFill>
        <p:spPr bwMode="auto">
          <a:xfrm>
            <a:off x="3582772" y="3549651"/>
            <a:ext cx="540000" cy="440151"/>
          </a:xfrm>
          <a:prstGeom prst="rect">
            <a:avLst/>
          </a:prstGeom>
          <a:noFill/>
        </p:spPr>
      </p:pic>
      <p:pic>
        <p:nvPicPr>
          <p:cNvPr id="29" name="Picture 31" descr="E:\2016.01\1.12 扁平化图标\黄色\AR-黄色最新-29.png"/>
          <p:cNvPicPr>
            <a:picLocks noChangeAspect="1" noChangeArrowheads="1"/>
          </p:cNvPicPr>
          <p:nvPr/>
        </p:nvPicPr>
        <p:blipFill>
          <a:blip r:embed="rId28" cstate="print"/>
          <a:srcRect/>
          <a:stretch>
            <a:fillRect/>
          </a:stretch>
        </p:blipFill>
        <p:spPr bwMode="auto">
          <a:xfrm>
            <a:off x="4700289" y="3549651"/>
            <a:ext cx="540000" cy="440151"/>
          </a:xfrm>
          <a:prstGeom prst="rect">
            <a:avLst/>
          </a:prstGeom>
          <a:noFill/>
        </p:spPr>
      </p:pic>
      <p:pic>
        <p:nvPicPr>
          <p:cNvPr id="30" name="Picture 32" descr="E:\2016.01\1.12 扁平化图标\黄色\AR-黄色最新-30.png"/>
          <p:cNvPicPr>
            <a:picLocks noChangeAspect="1" noChangeArrowheads="1"/>
          </p:cNvPicPr>
          <p:nvPr/>
        </p:nvPicPr>
        <p:blipFill>
          <a:blip r:embed="rId29" cstate="print"/>
          <a:srcRect/>
          <a:stretch>
            <a:fillRect/>
          </a:stretch>
        </p:blipFill>
        <p:spPr bwMode="auto">
          <a:xfrm>
            <a:off x="5766822" y="3549651"/>
            <a:ext cx="540000" cy="440151"/>
          </a:xfrm>
          <a:prstGeom prst="rect">
            <a:avLst/>
          </a:prstGeom>
          <a:noFill/>
        </p:spPr>
      </p:pic>
      <p:pic>
        <p:nvPicPr>
          <p:cNvPr id="31" name="Picture 33" descr="E:\2016.01\1.12 扁平化图标\黄色\AR-黄色最新-31.png"/>
          <p:cNvPicPr>
            <a:picLocks noChangeAspect="1" noChangeArrowheads="1"/>
          </p:cNvPicPr>
          <p:nvPr/>
        </p:nvPicPr>
        <p:blipFill>
          <a:blip r:embed="rId30" cstate="print"/>
          <a:srcRect/>
          <a:stretch>
            <a:fillRect/>
          </a:stretch>
        </p:blipFill>
        <p:spPr bwMode="auto">
          <a:xfrm>
            <a:off x="6847080" y="3549651"/>
            <a:ext cx="540000" cy="440151"/>
          </a:xfrm>
          <a:prstGeom prst="rect">
            <a:avLst/>
          </a:prstGeom>
          <a:noFill/>
        </p:spPr>
      </p:pic>
      <p:pic>
        <p:nvPicPr>
          <p:cNvPr id="96" name="Picture 34" descr="E:\2016.01\1.12 扁平化图标\黄色\AR-黄色最新-21.png"/>
          <p:cNvPicPr>
            <a:picLocks noChangeAspect="1" noChangeArrowheads="1"/>
          </p:cNvPicPr>
          <p:nvPr/>
        </p:nvPicPr>
        <p:blipFill>
          <a:blip r:embed="rId31" cstate="print"/>
          <a:srcRect/>
          <a:stretch>
            <a:fillRect/>
          </a:stretch>
        </p:blipFill>
        <p:spPr bwMode="auto">
          <a:xfrm>
            <a:off x="4700289" y="2445597"/>
            <a:ext cx="540000" cy="440151"/>
          </a:xfrm>
          <a:prstGeom prst="rect">
            <a:avLst/>
          </a:prstGeom>
          <a:noFill/>
        </p:spPr>
      </p:pic>
      <p:pic>
        <p:nvPicPr>
          <p:cNvPr id="3108" name="Picture 36" descr="E:\2016.01\1.12 扁平化图标\黄色\AR-黄色最新-18.png"/>
          <p:cNvPicPr>
            <a:picLocks noChangeAspect="1" noChangeArrowheads="1"/>
          </p:cNvPicPr>
          <p:nvPr/>
        </p:nvPicPr>
        <p:blipFill>
          <a:blip r:embed="rId32" cstate="print"/>
          <a:srcRect/>
          <a:stretch>
            <a:fillRect/>
          </a:stretch>
        </p:blipFill>
        <p:spPr bwMode="auto">
          <a:xfrm>
            <a:off x="1469900" y="2445597"/>
            <a:ext cx="540000" cy="440151"/>
          </a:xfrm>
          <a:prstGeom prst="rect">
            <a:avLst/>
          </a:prstGeom>
          <a:noFill/>
        </p:spPr>
      </p:pic>
      <p:pic>
        <p:nvPicPr>
          <p:cNvPr id="3109" name="Picture 37" descr="E:\2016.01\1.12 扁平化图标\黄色\AR-黄色最新-17.png"/>
          <p:cNvPicPr>
            <a:picLocks noChangeAspect="1" noChangeArrowheads="1"/>
          </p:cNvPicPr>
          <p:nvPr/>
        </p:nvPicPr>
        <p:blipFill>
          <a:blip r:embed="rId33" cstate="print"/>
          <a:srcRect/>
          <a:stretch>
            <a:fillRect/>
          </a:stretch>
        </p:blipFill>
        <p:spPr bwMode="auto">
          <a:xfrm>
            <a:off x="441465" y="2445597"/>
            <a:ext cx="540000" cy="440151"/>
          </a:xfrm>
          <a:prstGeom prst="rect">
            <a:avLst/>
          </a:prstGeom>
          <a:noFill/>
        </p:spPr>
      </p:pic>
      <p:sp>
        <p:nvSpPr>
          <p:cNvPr id="100" name="矩形 99"/>
          <p:cNvSpPr/>
          <p:nvPr/>
        </p:nvSpPr>
        <p:spPr>
          <a:xfrm>
            <a:off x="7731478" y="4229439"/>
            <a:ext cx="1005840" cy="400110"/>
          </a:xfrm>
          <a:prstGeom prst="rect">
            <a:avLst/>
          </a:prstGeom>
        </p:spPr>
        <p:txBody>
          <a:bodyPr wrap="square">
            <a:spAutoFit/>
          </a:bodyPr>
          <a:lstStyle/>
          <a:p>
            <a:r>
              <a:rPr lang="zh-CN" altLang="en-US" sz="1000" dirty="0" smtClean="0"/>
              <a:t>亮度运动</a:t>
            </a:r>
          </a:p>
          <a:p>
            <a:r>
              <a:rPr lang="zh-CN" altLang="en-US" sz="1000" dirty="0" smtClean="0"/>
              <a:t>二合一探测器</a:t>
            </a:r>
            <a:endParaRPr lang="zh-CN" altLang="en-US" sz="1000" dirty="0"/>
          </a:p>
        </p:txBody>
      </p:sp>
    </p:spTree>
  </p:cSld>
  <p:clrMapOvr>
    <a:masterClrMapping/>
  </p:clrMapOvr>
  <p:transition advClick="0" advTm="8000"/>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509514" y="1249239"/>
            <a:ext cx="569387" cy="246221"/>
          </a:xfrm>
          <a:prstGeom prst="rect">
            <a:avLst/>
          </a:prstGeom>
        </p:spPr>
        <p:txBody>
          <a:bodyPr wrap="none">
            <a:spAutoFit/>
          </a:bodyPr>
          <a:lstStyle/>
          <a:p>
            <a:r>
              <a:rPr lang="zh-CN" altLang="en-US" sz="1000" dirty="0" smtClean="0"/>
              <a:t>变电站</a:t>
            </a:r>
            <a:endParaRPr lang="zh-CN" altLang="en-US" sz="1000" dirty="0"/>
          </a:p>
        </p:txBody>
      </p:sp>
      <p:sp>
        <p:nvSpPr>
          <p:cNvPr id="33" name="矩形 32"/>
          <p:cNvSpPr/>
          <p:nvPr/>
        </p:nvSpPr>
        <p:spPr>
          <a:xfrm>
            <a:off x="1359367" y="1249239"/>
            <a:ext cx="954107" cy="246221"/>
          </a:xfrm>
          <a:prstGeom prst="rect">
            <a:avLst/>
          </a:prstGeom>
        </p:spPr>
        <p:txBody>
          <a:bodyPr wrap="none">
            <a:spAutoFit/>
          </a:bodyPr>
          <a:lstStyle/>
          <a:p>
            <a:r>
              <a:rPr lang="zh-CN" altLang="en-US" sz="1000" dirty="0" smtClean="0"/>
              <a:t>物联通用平台</a:t>
            </a:r>
            <a:endParaRPr lang="zh-CN" altLang="en-US" sz="1000" dirty="0"/>
          </a:p>
        </p:txBody>
      </p:sp>
      <p:sp>
        <p:nvSpPr>
          <p:cNvPr id="34" name="矩形 33"/>
          <p:cNvSpPr/>
          <p:nvPr/>
        </p:nvSpPr>
        <p:spPr>
          <a:xfrm>
            <a:off x="2522071" y="1249239"/>
            <a:ext cx="912429" cy="246221"/>
          </a:xfrm>
          <a:prstGeom prst="rect">
            <a:avLst/>
          </a:prstGeom>
        </p:spPr>
        <p:txBody>
          <a:bodyPr wrap="none">
            <a:spAutoFit/>
          </a:bodyPr>
          <a:lstStyle/>
          <a:p>
            <a:r>
              <a:rPr lang="en-US" altLang="zh-CN" sz="1000" dirty="0" smtClean="0"/>
              <a:t>AMI</a:t>
            </a:r>
            <a:r>
              <a:rPr lang="zh-CN" altLang="en-US" sz="1000" dirty="0" smtClean="0"/>
              <a:t>主站系统</a:t>
            </a:r>
            <a:endParaRPr lang="zh-CN" altLang="en-US" sz="1000" dirty="0"/>
          </a:p>
        </p:txBody>
      </p:sp>
      <p:sp>
        <p:nvSpPr>
          <p:cNvPr id="35" name="矩形 34"/>
          <p:cNvSpPr/>
          <p:nvPr/>
        </p:nvSpPr>
        <p:spPr>
          <a:xfrm>
            <a:off x="3867587" y="1249239"/>
            <a:ext cx="697627" cy="246221"/>
          </a:xfrm>
          <a:prstGeom prst="rect">
            <a:avLst/>
          </a:prstGeom>
        </p:spPr>
        <p:txBody>
          <a:bodyPr wrap="none">
            <a:spAutoFit/>
          </a:bodyPr>
          <a:lstStyle/>
          <a:p>
            <a:r>
              <a:rPr lang="zh-CN" altLang="en-US" sz="1000" dirty="0" smtClean="0"/>
              <a:t>通信模块</a:t>
            </a:r>
            <a:endParaRPr lang="zh-CN" altLang="en-US" sz="1000" dirty="0"/>
          </a:p>
        </p:txBody>
      </p:sp>
      <p:sp>
        <p:nvSpPr>
          <p:cNvPr id="36" name="矩形 35"/>
          <p:cNvSpPr/>
          <p:nvPr/>
        </p:nvSpPr>
        <p:spPr>
          <a:xfrm>
            <a:off x="5147427" y="1249239"/>
            <a:ext cx="697627" cy="246221"/>
          </a:xfrm>
          <a:prstGeom prst="rect">
            <a:avLst/>
          </a:prstGeom>
        </p:spPr>
        <p:txBody>
          <a:bodyPr wrap="none">
            <a:spAutoFit/>
          </a:bodyPr>
          <a:lstStyle/>
          <a:p>
            <a:r>
              <a:rPr lang="zh-CN" altLang="en-US" sz="1000" dirty="0" smtClean="0"/>
              <a:t>存储系统</a:t>
            </a:r>
            <a:endParaRPr lang="zh-CN" altLang="en-US" sz="1000" dirty="0"/>
          </a:p>
        </p:txBody>
      </p:sp>
      <p:sp>
        <p:nvSpPr>
          <p:cNvPr id="37" name="矩形 36"/>
          <p:cNvSpPr/>
          <p:nvPr/>
        </p:nvSpPr>
        <p:spPr>
          <a:xfrm>
            <a:off x="6494463" y="1249239"/>
            <a:ext cx="697627" cy="246221"/>
          </a:xfrm>
          <a:prstGeom prst="rect">
            <a:avLst/>
          </a:prstGeom>
        </p:spPr>
        <p:txBody>
          <a:bodyPr wrap="none">
            <a:spAutoFit/>
          </a:bodyPr>
          <a:lstStyle/>
          <a:p>
            <a:r>
              <a:rPr lang="zh-CN" altLang="en-US" sz="1000" dirty="0" smtClean="0"/>
              <a:t>应用软件</a:t>
            </a:r>
            <a:endParaRPr lang="zh-CN" altLang="en-US" sz="1000" dirty="0"/>
          </a:p>
        </p:txBody>
      </p:sp>
      <p:sp>
        <p:nvSpPr>
          <p:cNvPr id="39" name="矩形 38"/>
          <p:cNvSpPr/>
          <p:nvPr/>
        </p:nvSpPr>
        <p:spPr>
          <a:xfrm>
            <a:off x="438982" y="2689344"/>
            <a:ext cx="710451" cy="246221"/>
          </a:xfrm>
          <a:prstGeom prst="rect">
            <a:avLst/>
          </a:prstGeom>
        </p:spPr>
        <p:txBody>
          <a:bodyPr wrap="none">
            <a:spAutoFit/>
          </a:bodyPr>
          <a:lstStyle/>
          <a:p>
            <a:r>
              <a:rPr lang="en-US" altLang="zh-CN" sz="1000" dirty="0" err="1" smtClean="0"/>
              <a:t>ZigBee</a:t>
            </a:r>
            <a:r>
              <a:rPr lang="en-US" altLang="zh-CN" sz="1000" dirty="0" smtClean="0"/>
              <a:t>/RF</a:t>
            </a:r>
            <a:endParaRPr lang="zh-CN" altLang="en-US" sz="1000" dirty="0"/>
          </a:p>
        </p:txBody>
      </p:sp>
      <p:sp>
        <p:nvSpPr>
          <p:cNvPr id="41" name="矩形 40"/>
          <p:cNvSpPr/>
          <p:nvPr/>
        </p:nvSpPr>
        <p:spPr>
          <a:xfrm>
            <a:off x="2565352" y="2689344"/>
            <a:ext cx="825867" cy="246221"/>
          </a:xfrm>
          <a:prstGeom prst="rect">
            <a:avLst/>
          </a:prstGeom>
        </p:spPr>
        <p:txBody>
          <a:bodyPr wrap="none">
            <a:spAutoFit/>
          </a:bodyPr>
          <a:lstStyle/>
          <a:p>
            <a:r>
              <a:rPr lang="zh-CN" altLang="en-US" sz="1000" dirty="0" smtClean="0"/>
              <a:t>通用路由器</a:t>
            </a:r>
            <a:endParaRPr lang="zh-CN" altLang="en-US" sz="1000" dirty="0"/>
          </a:p>
        </p:txBody>
      </p:sp>
      <p:sp>
        <p:nvSpPr>
          <p:cNvPr id="42" name="矩形 41"/>
          <p:cNvSpPr/>
          <p:nvPr/>
        </p:nvSpPr>
        <p:spPr>
          <a:xfrm>
            <a:off x="3675226" y="2689344"/>
            <a:ext cx="1082348" cy="246221"/>
          </a:xfrm>
          <a:prstGeom prst="rect">
            <a:avLst/>
          </a:prstGeom>
        </p:spPr>
        <p:txBody>
          <a:bodyPr wrap="none">
            <a:spAutoFit/>
          </a:bodyPr>
          <a:lstStyle/>
          <a:p>
            <a:r>
              <a:rPr lang="zh-CN" altLang="en-US" sz="1000" dirty="0" smtClean="0"/>
              <a:t>通用路由器故障</a:t>
            </a:r>
            <a:endParaRPr lang="zh-CN" altLang="en-US" sz="1000" dirty="0"/>
          </a:p>
        </p:txBody>
      </p:sp>
      <p:sp>
        <p:nvSpPr>
          <p:cNvPr id="43" name="矩形 42"/>
          <p:cNvSpPr/>
          <p:nvPr/>
        </p:nvSpPr>
        <p:spPr>
          <a:xfrm>
            <a:off x="5147427" y="2689344"/>
            <a:ext cx="697627" cy="246221"/>
          </a:xfrm>
          <a:prstGeom prst="rect">
            <a:avLst/>
          </a:prstGeom>
        </p:spPr>
        <p:txBody>
          <a:bodyPr wrap="none">
            <a:spAutoFit/>
          </a:bodyPr>
          <a:lstStyle/>
          <a:p>
            <a:r>
              <a:rPr lang="zh-CN" altLang="en-US" sz="1000" dirty="0" smtClean="0"/>
              <a:t>阻塞端口</a:t>
            </a:r>
            <a:endParaRPr lang="zh-CN" altLang="en-US" sz="1000" dirty="0"/>
          </a:p>
        </p:txBody>
      </p:sp>
      <p:sp>
        <p:nvSpPr>
          <p:cNvPr id="44" name="矩形 43"/>
          <p:cNvSpPr/>
          <p:nvPr/>
        </p:nvSpPr>
        <p:spPr>
          <a:xfrm>
            <a:off x="6494463" y="2689344"/>
            <a:ext cx="697627" cy="246221"/>
          </a:xfrm>
          <a:prstGeom prst="rect">
            <a:avLst/>
          </a:prstGeom>
        </p:spPr>
        <p:txBody>
          <a:bodyPr wrap="none">
            <a:spAutoFit/>
          </a:bodyPr>
          <a:lstStyle/>
          <a:p>
            <a:r>
              <a:rPr lang="zh-CN" altLang="en-US" sz="1000" dirty="0" smtClean="0"/>
              <a:t>备份端口</a:t>
            </a:r>
            <a:endParaRPr lang="zh-CN" altLang="en-US" sz="1000" dirty="0"/>
          </a:p>
        </p:txBody>
      </p:sp>
      <p:sp>
        <p:nvSpPr>
          <p:cNvPr id="45" name="矩形 44"/>
          <p:cNvSpPr/>
          <p:nvPr/>
        </p:nvSpPr>
        <p:spPr>
          <a:xfrm>
            <a:off x="7711663" y="2773164"/>
            <a:ext cx="498855" cy="246221"/>
          </a:xfrm>
          <a:prstGeom prst="rect">
            <a:avLst/>
          </a:prstGeom>
        </p:spPr>
        <p:txBody>
          <a:bodyPr wrap="none">
            <a:spAutoFit/>
          </a:bodyPr>
          <a:lstStyle/>
          <a:p>
            <a:r>
              <a:rPr lang="zh-CN" altLang="en-US" sz="1000" dirty="0" smtClean="0"/>
              <a:t> 环回 </a:t>
            </a:r>
            <a:endParaRPr lang="zh-CN" altLang="en-US" sz="1000" dirty="0"/>
          </a:p>
        </p:txBody>
      </p:sp>
      <p:pic>
        <p:nvPicPr>
          <p:cNvPr id="15" name="Picture 15" descr="E:\2016.01\1.12 扁平化图标\黄色\AR-黄色最新-39.png"/>
          <p:cNvPicPr>
            <a:picLocks noChangeAspect="1" noChangeArrowheads="1"/>
          </p:cNvPicPr>
          <p:nvPr/>
        </p:nvPicPr>
        <p:blipFill>
          <a:blip r:embed="rId2" cstate="print"/>
          <a:srcRect/>
          <a:stretch>
            <a:fillRect/>
          </a:stretch>
        </p:blipFill>
        <p:spPr bwMode="auto">
          <a:xfrm>
            <a:off x="1566420" y="1844041"/>
            <a:ext cx="540000" cy="440151"/>
          </a:xfrm>
          <a:prstGeom prst="rect">
            <a:avLst/>
          </a:prstGeom>
          <a:noFill/>
        </p:spPr>
      </p:pic>
      <p:pic>
        <p:nvPicPr>
          <p:cNvPr id="16" name="Picture 16" descr="E:\2016.01\1.12 扁平化图标\黄色\AR-黄色最新-33.png"/>
          <p:cNvPicPr>
            <a:picLocks noChangeAspect="1" noChangeArrowheads="1"/>
          </p:cNvPicPr>
          <p:nvPr/>
        </p:nvPicPr>
        <p:blipFill>
          <a:blip r:embed="rId3" cstate="print"/>
          <a:srcRect/>
          <a:stretch>
            <a:fillRect/>
          </a:stretch>
        </p:blipFill>
        <p:spPr bwMode="auto">
          <a:xfrm>
            <a:off x="524207" y="449581"/>
            <a:ext cx="540000" cy="440151"/>
          </a:xfrm>
          <a:prstGeom prst="rect">
            <a:avLst/>
          </a:prstGeom>
          <a:noFill/>
        </p:spPr>
      </p:pic>
      <p:pic>
        <p:nvPicPr>
          <p:cNvPr id="4113" name="Picture 17" descr="E:\2016.01\1.12 扁平化图标\黄色\AR-黄色最新-34.png"/>
          <p:cNvPicPr>
            <a:picLocks noChangeAspect="1" noChangeArrowheads="1"/>
          </p:cNvPicPr>
          <p:nvPr/>
        </p:nvPicPr>
        <p:blipFill>
          <a:blip r:embed="rId4" cstate="print"/>
          <a:srcRect/>
          <a:stretch>
            <a:fillRect/>
          </a:stretch>
        </p:blipFill>
        <p:spPr bwMode="auto">
          <a:xfrm>
            <a:off x="1566420" y="449581"/>
            <a:ext cx="540000" cy="440151"/>
          </a:xfrm>
          <a:prstGeom prst="rect">
            <a:avLst/>
          </a:prstGeom>
          <a:noFill/>
        </p:spPr>
      </p:pic>
      <p:pic>
        <p:nvPicPr>
          <p:cNvPr id="4114" name="Picture 18" descr="E:\2016.01\1.12 扁平化图标\黄色\AR-黄色最新-35.png"/>
          <p:cNvPicPr>
            <a:picLocks noChangeAspect="1" noChangeArrowheads="1"/>
          </p:cNvPicPr>
          <p:nvPr/>
        </p:nvPicPr>
        <p:blipFill>
          <a:blip r:embed="rId5" cstate="print"/>
          <a:srcRect/>
          <a:stretch>
            <a:fillRect/>
          </a:stretch>
        </p:blipFill>
        <p:spPr bwMode="auto">
          <a:xfrm>
            <a:off x="2708285" y="449581"/>
            <a:ext cx="540000" cy="440151"/>
          </a:xfrm>
          <a:prstGeom prst="rect">
            <a:avLst/>
          </a:prstGeom>
          <a:noFill/>
        </p:spPr>
      </p:pic>
      <p:pic>
        <p:nvPicPr>
          <p:cNvPr id="4115" name="Picture 19" descr="E:\2016.01\1.12 扁平化图标\黄色\AR-黄色最新-36.png"/>
          <p:cNvPicPr>
            <a:picLocks noChangeAspect="1" noChangeArrowheads="1"/>
          </p:cNvPicPr>
          <p:nvPr/>
        </p:nvPicPr>
        <p:blipFill>
          <a:blip r:embed="rId6" cstate="print"/>
          <a:srcRect/>
          <a:stretch>
            <a:fillRect/>
          </a:stretch>
        </p:blipFill>
        <p:spPr bwMode="auto">
          <a:xfrm>
            <a:off x="3946400" y="449581"/>
            <a:ext cx="540000" cy="440151"/>
          </a:xfrm>
          <a:prstGeom prst="rect">
            <a:avLst/>
          </a:prstGeom>
          <a:noFill/>
        </p:spPr>
      </p:pic>
      <p:pic>
        <p:nvPicPr>
          <p:cNvPr id="4116" name="Picture 20" descr="E:\2016.01\1.12 扁平化图标\黄色\AR-黄色最新-37.png"/>
          <p:cNvPicPr>
            <a:picLocks noChangeAspect="1" noChangeArrowheads="1"/>
          </p:cNvPicPr>
          <p:nvPr/>
        </p:nvPicPr>
        <p:blipFill>
          <a:blip r:embed="rId7" cstate="print"/>
          <a:srcRect/>
          <a:stretch>
            <a:fillRect/>
          </a:stretch>
        </p:blipFill>
        <p:spPr bwMode="auto">
          <a:xfrm>
            <a:off x="5226240" y="449581"/>
            <a:ext cx="540000" cy="440151"/>
          </a:xfrm>
          <a:prstGeom prst="rect">
            <a:avLst/>
          </a:prstGeom>
          <a:noFill/>
        </p:spPr>
      </p:pic>
      <p:pic>
        <p:nvPicPr>
          <p:cNvPr id="4117" name="Picture 21" descr="E:\2016.01\1.12 扁平化图标\黄色\AR-黄色最新-38.png"/>
          <p:cNvPicPr>
            <a:picLocks noChangeAspect="1" noChangeArrowheads="1"/>
          </p:cNvPicPr>
          <p:nvPr/>
        </p:nvPicPr>
        <p:blipFill>
          <a:blip r:embed="rId8" cstate="print"/>
          <a:srcRect/>
          <a:stretch>
            <a:fillRect/>
          </a:stretch>
        </p:blipFill>
        <p:spPr bwMode="auto">
          <a:xfrm>
            <a:off x="6573276" y="449581"/>
            <a:ext cx="540000" cy="440151"/>
          </a:xfrm>
          <a:prstGeom prst="rect">
            <a:avLst/>
          </a:prstGeom>
          <a:noFill/>
        </p:spPr>
      </p:pic>
      <p:pic>
        <p:nvPicPr>
          <p:cNvPr id="4118" name="Picture 22" descr="E:\2016.01\1.12 扁平化图标\黄色\AR-黄色最新-45.png"/>
          <p:cNvPicPr>
            <a:picLocks noChangeAspect="1" noChangeArrowheads="1"/>
          </p:cNvPicPr>
          <p:nvPr/>
        </p:nvPicPr>
        <p:blipFill>
          <a:blip r:embed="rId9" cstate="print"/>
          <a:srcRect/>
          <a:stretch>
            <a:fillRect/>
          </a:stretch>
        </p:blipFill>
        <p:spPr bwMode="auto">
          <a:xfrm>
            <a:off x="7691090" y="1844041"/>
            <a:ext cx="540000" cy="440151"/>
          </a:xfrm>
          <a:prstGeom prst="rect">
            <a:avLst/>
          </a:prstGeom>
          <a:noFill/>
        </p:spPr>
      </p:pic>
      <p:pic>
        <p:nvPicPr>
          <p:cNvPr id="4119" name="Picture 23" descr="E:\2016.01\1.12 扁平化图标\黄色\AR-黄色最新-40.png"/>
          <p:cNvPicPr>
            <a:picLocks noChangeAspect="1" noChangeArrowheads="1"/>
          </p:cNvPicPr>
          <p:nvPr/>
        </p:nvPicPr>
        <p:blipFill>
          <a:blip r:embed="rId10" cstate="print"/>
          <a:stretch>
            <a:fillRect/>
          </a:stretch>
        </p:blipFill>
        <p:spPr bwMode="auto">
          <a:xfrm>
            <a:off x="527664" y="1844041"/>
            <a:ext cx="533086" cy="440151"/>
          </a:xfrm>
          <a:prstGeom prst="rect">
            <a:avLst/>
          </a:prstGeom>
          <a:noFill/>
        </p:spPr>
      </p:pic>
      <p:pic>
        <p:nvPicPr>
          <p:cNvPr id="4120" name="Picture 24" descr="E:\2016.01\1.12 扁平化图标\黄色\AR-黄色最新-41.png"/>
          <p:cNvPicPr>
            <a:picLocks noChangeAspect="1" noChangeArrowheads="1"/>
          </p:cNvPicPr>
          <p:nvPr/>
        </p:nvPicPr>
        <p:blipFill>
          <a:blip r:embed="rId11" cstate="print"/>
          <a:srcRect/>
          <a:stretch>
            <a:fillRect/>
          </a:stretch>
        </p:blipFill>
        <p:spPr bwMode="auto">
          <a:xfrm>
            <a:off x="2708285" y="1844041"/>
            <a:ext cx="540000" cy="440151"/>
          </a:xfrm>
          <a:prstGeom prst="rect">
            <a:avLst/>
          </a:prstGeom>
          <a:noFill/>
        </p:spPr>
      </p:pic>
      <p:pic>
        <p:nvPicPr>
          <p:cNvPr id="4121" name="Picture 25" descr="E:\2016.01\1.12 扁平化图标\黄色\AR-黄色最新-42.png"/>
          <p:cNvPicPr>
            <a:picLocks noChangeAspect="1" noChangeArrowheads="1"/>
          </p:cNvPicPr>
          <p:nvPr/>
        </p:nvPicPr>
        <p:blipFill>
          <a:blip r:embed="rId12" cstate="print"/>
          <a:srcRect/>
          <a:stretch>
            <a:fillRect/>
          </a:stretch>
        </p:blipFill>
        <p:spPr bwMode="auto">
          <a:xfrm>
            <a:off x="3946400" y="1844041"/>
            <a:ext cx="540000" cy="440151"/>
          </a:xfrm>
          <a:prstGeom prst="rect">
            <a:avLst/>
          </a:prstGeom>
          <a:noFill/>
        </p:spPr>
      </p:pic>
      <p:pic>
        <p:nvPicPr>
          <p:cNvPr id="4122" name="Picture 26" descr="E:\2016.01\1.12 扁平化图标\黄色\AR-黄色最新-43.png"/>
          <p:cNvPicPr>
            <a:picLocks noChangeAspect="1" noChangeArrowheads="1"/>
          </p:cNvPicPr>
          <p:nvPr/>
        </p:nvPicPr>
        <p:blipFill>
          <a:blip r:embed="rId13" cstate="print"/>
          <a:srcRect/>
          <a:stretch>
            <a:fillRect/>
          </a:stretch>
        </p:blipFill>
        <p:spPr bwMode="auto">
          <a:xfrm>
            <a:off x="5226240" y="1844041"/>
            <a:ext cx="540000" cy="440151"/>
          </a:xfrm>
          <a:prstGeom prst="rect">
            <a:avLst/>
          </a:prstGeom>
          <a:noFill/>
        </p:spPr>
      </p:pic>
      <p:pic>
        <p:nvPicPr>
          <p:cNvPr id="4123" name="Picture 27" descr="E:\2016.01\1.12 扁平化图标\黄色\AR-黄色最新-44.png"/>
          <p:cNvPicPr>
            <a:picLocks noChangeAspect="1" noChangeArrowheads="1"/>
          </p:cNvPicPr>
          <p:nvPr/>
        </p:nvPicPr>
        <p:blipFill>
          <a:blip r:embed="rId14" cstate="print"/>
          <a:srcRect/>
          <a:stretch>
            <a:fillRect/>
          </a:stretch>
        </p:blipFill>
        <p:spPr bwMode="auto">
          <a:xfrm>
            <a:off x="6573276" y="1844041"/>
            <a:ext cx="540000" cy="440151"/>
          </a:xfrm>
          <a:prstGeom prst="rect">
            <a:avLst/>
          </a:prstGeom>
          <a:noFill/>
        </p:spPr>
      </p:pic>
      <p:sp>
        <p:nvSpPr>
          <p:cNvPr id="72" name="矩形 71"/>
          <p:cNvSpPr/>
          <p:nvPr/>
        </p:nvSpPr>
        <p:spPr>
          <a:xfrm>
            <a:off x="1615847" y="2704584"/>
            <a:ext cx="441146" cy="246221"/>
          </a:xfrm>
          <a:prstGeom prst="rect">
            <a:avLst/>
          </a:prstGeom>
        </p:spPr>
        <p:txBody>
          <a:bodyPr wrap="none">
            <a:spAutoFit/>
          </a:bodyPr>
          <a:lstStyle/>
          <a:p>
            <a:r>
              <a:rPr lang="zh-CN" altLang="en-US" sz="1000" dirty="0" smtClean="0"/>
              <a:t>连接</a:t>
            </a:r>
            <a:endParaRPr lang="zh-CN" altLang="en-US" sz="1000" dirty="0"/>
          </a:p>
        </p:txBody>
      </p:sp>
      <p:pic>
        <p:nvPicPr>
          <p:cNvPr id="1026" name="Picture 2" descr="E:\2016.01\1.12 扁平化图标\黄色\AR-黄色最新-46.png"/>
          <p:cNvPicPr>
            <a:picLocks noChangeAspect="1" noChangeArrowheads="1"/>
          </p:cNvPicPr>
          <p:nvPr/>
        </p:nvPicPr>
        <p:blipFill>
          <a:blip r:embed="rId15" cstate="print"/>
          <a:srcRect/>
          <a:stretch>
            <a:fillRect/>
          </a:stretch>
        </p:blipFill>
        <p:spPr bwMode="auto">
          <a:xfrm>
            <a:off x="524207" y="3181350"/>
            <a:ext cx="540000" cy="441818"/>
          </a:xfrm>
          <a:prstGeom prst="rect">
            <a:avLst/>
          </a:prstGeom>
          <a:noFill/>
        </p:spPr>
      </p:pic>
      <p:sp>
        <p:nvSpPr>
          <p:cNvPr id="30" name="矩形 29"/>
          <p:cNvSpPr/>
          <p:nvPr/>
        </p:nvSpPr>
        <p:spPr>
          <a:xfrm>
            <a:off x="445394" y="3756144"/>
            <a:ext cx="697627" cy="246221"/>
          </a:xfrm>
          <a:prstGeom prst="rect">
            <a:avLst/>
          </a:prstGeom>
        </p:spPr>
        <p:txBody>
          <a:bodyPr wrap="none">
            <a:spAutoFit/>
          </a:bodyPr>
          <a:lstStyle/>
          <a:p>
            <a:r>
              <a:rPr lang="zh-CN" altLang="en-US" sz="1000" dirty="0" smtClean="0"/>
              <a:t>家庭网关</a:t>
            </a:r>
            <a:endParaRPr lang="zh-CN" altLang="en-US" sz="1000" dirty="0"/>
          </a:p>
        </p:txBody>
      </p:sp>
      <p:pic>
        <p:nvPicPr>
          <p:cNvPr id="31" name="图片 30" descr="001.png"/>
          <p:cNvPicPr>
            <a:picLocks noChangeAspect="1"/>
          </p:cNvPicPr>
          <p:nvPr/>
        </p:nvPicPr>
        <p:blipFill>
          <a:blip r:embed="rId16" cstate="print"/>
          <a:stretch>
            <a:fillRect/>
          </a:stretch>
        </p:blipFill>
        <p:spPr>
          <a:xfrm>
            <a:off x="1681922" y="3182159"/>
            <a:ext cx="540000" cy="441658"/>
          </a:xfrm>
          <a:prstGeom prst="rect">
            <a:avLst/>
          </a:prstGeom>
        </p:spPr>
      </p:pic>
      <p:pic>
        <p:nvPicPr>
          <p:cNvPr id="38" name="图片 37" descr="002.png"/>
          <p:cNvPicPr>
            <a:picLocks noChangeAspect="1"/>
          </p:cNvPicPr>
          <p:nvPr/>
        </p:nvPicPr>
        <p:blipFill>
          <a:blip r:embed="rId17" cstate="print"/>
          <a:stretch>
            <a:fillRect/>
          </a:stretch>
        </p:blipFill>
        <p:spPr>
          <a:xfrm>
            <a:off x="2791717" y="3195972"/>
            <a:ext cx="540000" cy="441658"/>
          </a:xfrm>
          <a:prstGeom prst="rect">
            <a:avLst/>
          </a:prstGeom>
        </p:spPr>
      </p:pic>
      <p:pic>
        <p:nvPicPr>
          <p:cNvPr id="40" name="图片 39" descr="003.png"/>
          <p:cNvPicPr>
            <a:picLocks noChangeAspect="1"/>
          </p:cNvPicPr>
          <p:nvPr/>
        </p:nvPicPr>
        <p:blipFill>
          <a:blip r:embed="rId18" cstate="print"/>
          <a:stretch>
            <a:fillRect/>
          </a:stretch>
        </p:blipFill>
        <p:spPr>
          <a:xfrm>
            <a:off x="3959880" y="3190331"/>
            <a:ext cx="540000" cy="441658"/>
          </a:xfrm>
          <a:prstGeom prst="rect">
            <a:avLst/>
          </a:prstGeom>
        </p:spPr>
      </p:pic>
      <p:sp>
        <p:nvSpPr>
          <p:cNvPr id="46" name="矩形 45"/>
          <p:cNvSpPr/>
          <p:nvPr/>
        </p:nvSpPr>
        <p:spPr>
          <a:xfrm>
            <a:off x="1463557" y="3756144"/>
            <a:ext cx="954107" cy="246221"/>
          </a:xfrm>
          <a:prstGeom prst="rect">
            <a:avLst/>
          </a:prstGeom>
        </p:spPr>
        <p:txBody>
          <a:bodyPr wrap="none">
            <a:spAutoFit/>
          </a:bodyPr>
          <a:lstStyle/>
          <a:p>
            <a:r>
              <a:rPr lang="zh-CN" altLang="en-US" sz="1000" dirty="0" smtClean="0"/>
              <a:t>中低端路由器</a:t>
            </a:r>
            <a:endParaRPr lang="zh-CN" altLang="en-US" sz="1000" dirty="0"/>
          </a:p>
        </p:txBody>
      </p:sp>
      <p:sp>
        <p:nvSpPr>
          <p:cNvPr id="47" name="矩形 46"/>
          <p:cNvSpPr/>
          <p:nvPr/>
        </p:nvSpPr>
        <p:spPr>
          <a:xfrm>
            <a:off x="2624391" y="3756144"/>
            <a:ext cx="825867" cy="246221"/>
          </a:xfrm>
          <a:prstGeom prst="rect">
            <a:avLst/>
          </a:prstGeom>
        </p:spPr>
        <p:txBody>
          <a:bodyPr wrap="none">
            <a:spAutoFit/>
          </a:bodyPr>
          <a:lstStyle/>
          <a:p>
            <a:r>
              <a:rPr lang="zh-CN" altLang="en-US" sz="1000" dirty="0" smtClean="0"/>
              <a:t>高端路由器</a:t>
            </a:r>
            <a:endParaRPr lang="zh-CN" altLang="en-US" sz="1000" dirty="0"/>
          </a:p>
        </p:txBody>
      </p:sp>
      <p:sp>
        <p:nvSpPr>
          <p:cNvPr id="48" name="矩形 47"/>
          <p:cNvSpPr/>
          <p:nvPr/>
        </p:nvSpPr>
        <p:spPr>
          <a:xfrm>
            <a:off x="3817651" y="3756144"/>
            <a:ext cx="825867" cy="246221"/>
          </a:xfrm>
          <a:prstGeom prst="rect">
            <a:avLst/>
          </a:prstGeom>
        </p:spPr>
        <p:txBody>
          <a:bodyPr wrap="none">
            <a:spAutoFit/>
          </a:bodyPr>
          <a:lstStyle/>
          <a:p>
            <a:r>
              <a:rPr lang="zh-CN" altLang="en-US" sz="1000" dirty="0" smtClean="0"/>
              <a:t>核心路由器</a:t>
            </a:r>
            <a:endParaRPr lang="zh-CN" altLang="en-US" sz="1000" dirty="0"/>
          </a:p>
        </p:txBody>
      </p:sp>
    </p:spTree>
  </p:cSld>
  <p:clrMapOvr>
    <a:masterClrMapping/>
  </p:clrMapOvr>
  <p:transition advClick="0" advTm="8000"/>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advClick="0" advTm="8000"/>
  <p:timing>
    <p:tnLst>
      <p:par>
        <p:cTn id="1" dur="indefinite" restart="never" nodeType="tmRoot"/>
      </p:par>
    </p:tnLst>
  </p:timing>
</p:sld>
</file>

<file path=ppt/theme/theme1.xml><?xml version="1.0" encoding="utf-8"?>
<a:theme xmlns:a="http://schemas.openxmlformats.org/drawingml/2006/main" name="1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8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9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自定义设计方案">
  <a:themeElements>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0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1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2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13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14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5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6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3_自定义设计方案">
  <a:themeElements>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7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22205</TotalTime>
  <Words>475</Words>
  <Application>Microsoft Office PowerPoint</Application>
  <PresentationFormat>全屏显示(16:9)</PresentationFormat>
  <Paragraphs>237</Paragraphs>
  <Slides>11</Slides>
  <Notes>1</Notes>
  <HiddenSlides>0</HiddenSlides>
  <MMClips>0</MMClips>
  <ScaleCrop>false</ScaleCrop>
  <HeadingPairs>
    <vt:vector size="4" baseType="variant">
      <vt:variant>
        <vt:lpstr>主题</vt:lpstr>
      </vt:variant>
      <vt:variant>
        <vt:i4>13</vt:i4>
      </vt:variant>
      <vt:variant>
        <vt:lpstr>幻灯片标题</vt:lpstr>
      </vt:variant>
      <vt:variant>
        <vt:i4>11</vt:i4>
      </vt:variant>
    </vt:vector>
  </HeadingPairs>
  <TitlesOfParts>
    <vt:vector size="24" baseType="lpstr">
      <vt:lpstr>1_主题1</vt:lpstr>
      <vt:lpstr>8_主题1</vt:lpstr>
      <vt:lpstr>9_主题1</vt:lpstr>
      <vt:lpstr>2_自定义设计方案</vt:lpstr>
      <vt:lpstr>10_主题1</vt:lpstr>
      <vt:lpstr>11_主题1</vt:lpstr>
      <vt:lpstr>12_主题1</vt:lpstr>
      <vt:lpstr>13_主题1</vt:lpstr>
      <vt:lpstr>14_主题1</vt:lpstr>
      <vt:lpstr>15_主题1</vt:lpstr>
      <vt:lpstr>16_主题1</vt:lpstr>
      <vt:lpstr>3_自定义设计方案</vt:lpstr>
      <vt:lpstr>17_主题1</vt:lpstr>
      <vt:lpstr>幻灯片 0</vt:lpstr>
      <vt:lpstr>幻灯片 1</vt:lpstr>
      <vt:lpstr>幻灯片 2</vt:lpstr>
      <vt:lpstr>幻灯片 3</vt:lpstr>
      <vt:lpstr>幻灯片 4</vt:lpstr>
      <vt:lpstr>幻灯片 5</vt:lpstr>
      <vt:lpstr>幻灯片 6</vt:lpstr>
      <vt:lpstr>幻灯片 7</vt:lpstr>
      <vt:lpstr>幻灯片 8</vt:lpstr>
      <vt:lpstr>幻灯片 9</vt:lpstr>
      <vt:lpstr>幻灯片 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 SYSTEM</dc:creator>
  <cp:lastModifiedBy>yWX273002</cp:lastModifiedBy>
  <cp:revision>1426</cp:revision>
  <cp:lastPrinted>2011-04-14T06:54:53Z</cp:lastPrinted>
  <dcterms:created xsi:type="dcterms:W3CDTF">2010-09-30T06:00:50Z</dcterms:created>
  <dcterms:modified xsi:type="dcterms:W3CDTF">2017-07-05T07:29:43Z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(11)ZlCLfUlflytUj17RQQZRXLzkAyj8d4dd7sbN6B0uw/vbNTmRiv7gWvM+/ic1q2Qj+E8xbkbQ
tiF7OK+BWFvbymcUiVQzSXMHZf0szCDxPDMUjEzoVEeV1zHsC5XiEgNsJSg0apatv7L83LCt
FaWVHbTpsK4aOsz+orQQWpiKnFCU3EE1SnjZOJ9wvLkvcI4nHGnovfW5Kt9GDGSWu9FmTmPn
YFl1skJGjIRptwUQMe</vt:lpwstr>
  </property>
  <property fmtid="{D5CDD505-2E9C-101B-9397-08002B2CF9AE}" pid="3" name="_ms_pID_7253431">
    <vt:lpwstr>RODDJuXLyizTkL38Ir+defi+U6DNrVgEGwAMHsvKafKnL4x6ZTCUj7
w0wnfcDCXAP/JAhpJo8nQzsiQ1bgTNpPS0aGp0z1FopCNdB7wNKylUjiVx1pGIKxhenBFa1B
PIF+BwsSESAJs8e8H5lp5eaznTmIl+bUyo/4r2jtxWew3RFXy25QlBFoNtIP8pka0TsIzJtU
SuNAJdl8GVRCF/6Mc8jBFQAuhEqJt0KB/HtP</vt:lpwstr>
  </property>
  <property fmtid="{D5CDD505-2E9C-101B-9397-08002B2CF9AE}" pid="4" name="_ms_pID_7253432">
    <vt:lpwstr>d8DKAkXH6xUn3IVUx7QtyODLblU8IFM/L+uR
TV9kAn8JmwHrW50MzPNgLtTImySU4ujS6SVFFEBeZD0UKc0LnT05ctRFzjz0i5YT1P4RYFJR
1Ztt23i5f1IqUH3m0zRJDgvuhaez3sR6IakZJqMfnSWbAByAINTDGK6HTA/kdMx9FkmAwmBw
ULEwRY30eEVUQcHwsI++axYB+VLb5FQoCqez51ydOX8gx8Dq7roN+0</vt:lpwstr>
  </property>
  <property fmtid="{D5CDD505-2E9C-101B-9397-08002B2CF9AE}" pid="5" name="_ms_pID_7253433">
    <vt:lpwstr>fc38PzIrOAizb7YgJ1
WpvTRnfTdAC07N+QT0dpEj41zSzovpNWy2bFbsnAtlXzdwS6lnQ3ycyLipxWXh92D5yWgrB8
KZv5LEgYT+YV6BOGp9YrJNCkSXXMVOZxxwxCf72yg+7kFtxQpwHyQgEXR4NsXFwoFv77xr9T
6KHMFP22sLzf62Gdviq+jz+MNKSjhEVft9dtM0Nej0rEBMY/ZBCtY8iKVaRqpQSlo3wshIWb</vt:lpwstr>
  </property>
  <property fmtid="{D5CDD505-2E9C-101B-9397-08002B2CF9AE}" pid="6" name="_ms_pID_7253434">
    <vt:lpwstr>
W5s/VgynLVWFtK01+rTrX1en0BQKzi4nN4EKxzCti6sbqRJUGN/OljRK21JF7cbX74Y+W4Uw
fBmqUVSYMjIoRDIyNgr1H0IN/WwkUavJCczSprP2UYZOn//brMi1uvyF6P7SHGhzJ7xsx3Mu
cLTUyfqHeIuU/kTA6szeg/4DzjAoomxFLk4ybPLYK6AFKH9i/phpPNnlMk/jE4DKKSmY9Xyo
5i/ZIujJ4u5jKRtQ</vt:lpwstr>
  </property>
  <property fmtid="{D5CDD505-2E9C-101B-9397-08002B2CF9AE}" pid="7" name="_ms_pID_7253435">
    <vt:lpwstr>AR94MzAAkvOZiTsoyHEYGEo2E9J85/UQptaS7NpFPpO03bE0OXVliEXL
gV6S4CL28eS2+OeH1yTkzEB+UbrxSKZlKDFyoEH2/hZMIR2Xg9vIQJzPDaJywBOx1lut4TFR
rdU7rSQTN7X+79Y/oqC4lM0r4fEh5ZbBykGaYR8H6ppYP5TO1ejkIij2jy967jUuXrMqKIut
wJF0cggqkYNsH3iD+m9ROrGRS0soj5vzd2</vt:lpwstr>
  </property>
  <property fmtid="{D5CDD505-2E9C-101B-9397-08002B2CF9AE}" pid="8" name="_ms_pID_7253436">
    <vt:lpwstr>4mtCJCBNT+tpzeoKBjiY32AJ/WujAl0bWHxlKx
VBUzTn9FidL58sl4YlLDNqIc8mdYUpfoPZFywwm0YYi4m/YXD1czFcovUhP1jTgjCTVTvx+n
tz9MtFZYNv8aTEaWLc4N2+/n1hoVcJMrvu4GMIP9khIy0GlklpMMksrWyGPLyEZsdQ3Dz9o0
JKaExQgmWaggIYoxsyumWBu870EFJQmTiOp9fkJ1sAaF6OR9gycZ</vt:lpwstr>
  </property>
  <property fmtid="{D5CDD505-2E9C-101B-9397-08002B2CF9AE}" pid="9" name="_ms_pID_7253437">
    <vt:lpwstr>18vf7zMKyMqAIdqIR/4A
Y3XHxPo7mSjGwTgtrm3gdK5UI3zat62oeovTZsNS2S4qdXp7dfHREs1SvG7ztQd7S1wJ30u8
maWuwrNpYztSSigRlVSMt1sw7xSoLj36zWUNEWTPcIy0rUU0P5ibGW6ydpCdeO1hh+fR1/7l
rAnkY45tlXvs4s4Ma6ZMNoZbKROIIhmIJ9KD9DmxzEI9hN4iEpAZ9MMCup2uppmN/fAlIU</vt:lpwstr>
  </property>
  <property fmtid="{D5CDD505-2E9C-101B-9397-08002B2CF9AE}" pid="10" name="_ms_pID_7253438">
    <vt:lpwstr>Qr
OobVH061FJO/JdAV6jVaf57Ufa/NnWC9uDNeAs+jilGQvDtu6NVD1voY5o6LEomQXp9PBr22
Tp92Ke8zFDIKh6FFcHT4G5XEB6uykmoMfFk1e/DFN1eCSYEpBTsF/u2WdL8qJ2wM9lrleOJi
6FT8nz30faka8W5/RhTMuHEvL9dbGYKKcfxBKm81V1dv+El/4D3sccPESOllIcFkhXj7e17e
I8YgH4udJvIrXl</vt:lpwstr>
  </property>
  <property fmtid="{D5CDD505-2E9C-101B-9397-08002B2CF9AE}" pid="11" name="_ms_pID_7253439">
    <vt:lpwstr>hcJ6pkKnJorvZtnISHQxXSQxMnHyhq0momsE8hJGi6t+xeMN+wQursb/XN
Il9qV+mEo2TrWp2JijcXAKtCHEayIqxuT2uInbs4ZZwvRFoyAw0YYQE+MQfYcP3D6AFepNse
xygAiczcLEdz9EtSb9InsNHqj5F5n7vT1yRKIUB0LpIbco5u5wYYA9SIpaz+y2m05OKUL+Vq
wX8eu5D9hPHrG5l5Ui9ETGJiRmFWMiV6</vt:lpwstr>
  </property>
  <property fmtid="{D5CDD505-2E9C-101B-9397-08002B2CF9AE}" pid="12" name="_ms_pID_72534310">
    <vt:lpwstr>51qoVhsauo8=</vt:lpwstr>
  </property>
  <property fmtid="{D5CDD505-2E9C-101B-9397-08002B2CF9AE}" pid="13" name="_new_ms_pID_72543">
    <vt:lpwstr>(3)8Oi1U53OyRB0lUHY/aOVasXe3tbit96QazzqWwDK5STNdMgb7JlcRqHHzu7S8L8L9BG8sVoP
02T5QyLF0DE0jYjnTYlx8EChI7T5rFqMHlmmInx6fTKGKzvPxx1xIsP9cgSnAlbz07mF99IZ
BfyqVMCqi27L6jzOb6fN8BFri46/S1qMHoSKaEMoYyNp1h+OB6XMCExpBGfRRjaCI9PUChFf
wb7dFbTeWTuP+mcaLb</vt:lpwstr>
  </property>
  <property fmtid="{D5CDD505-2E9C-101B-9397-08002B2CF9AE}" pid="14" name="_new_ms_pID_725431">
    <vt:lpwstr>VphMqwJmtRnLbFEz/deSueb+Sg0PHNufzxE5/WlOWd988HmTn2Gl+f
BD7hn+An1vyqgRZQDNG7BnEsxjumIbO48G8jlFOunfccKjhfcKLsKmjxXXvNZ38gyWaWuHJG
UfdY/uNRLP14I6cERup0+2SVoSzCuRIKXoF4CFjWc6KrCeqL+97Hbu33vhrQE8E9fNaFP7cI
hyjnxKgAgCaH/NwFwuay1K2q3er4oOnPuNUi</vt:lpwstr>
  </property>
  <property fmtid="{D5CDD505-2E9C-101B-9397-08002B2CF9AE}" pid="15" name="_new_ms_pID_725432">
    <vt:lpwstr>bT2jWaBXmiWOxBvvJsFuENN8ZURUmtaEPehl
PqG1HRSAiidE3y+Wzwx4vIkmUK9a9i0HFKdqjUEIsI/LfuciXX+mpBKVyv5ABDPEtf4eCxsy
mFM8T2NJE2asxE98uqsO/iqAxbI3/LjqQlG6lfsl+0Lb4Up6ag1BtbDTfPup8ooAvb8MZZUk
qj83dGuKAMye/nPpmRZXZbnBu80nv8vY4XY=</vt:lpwstr>
  </property>
  <property fmtid="{D5CDD505-2E9C-101B-9397-08002B2CF9AE}" pid="16" name="_2015_ms_pID_725343">
    <vt:lpwstr>(3)vVtCyR7bMEpxvly6ckXvrbW0VaeyhlE25RHbJSL3t3Ugmwqs6fbM1lDWprMQj1YZAWL3CERn
58nXcQoNTl0A4RleOWcmXzXK4bA/whf3ouB50BEyswsrUcvpmulsF6l+paYEuK0DTP5miRh+
OUhYWAbA3Y5tjHh+ayHVjnflSx/Lgto5M7SwVykVAhPxxmmCipVUZtfFLOm1uk3SzyDE2/fp
ROt4lu4BKZUcYCcRKJ</vt:lpwstr>
  </property>
  <property fmtid="{D5CDD505-2E9C-101B-9397-08002B2CF9AE}" pid="17" name="_2015_ms_pID_7253431">
    <vt:lpwstr>L4ea2Yyn/HviMH4ISBStnGniKHicsY+OpvchzA6icyG8HpQnLOiF/p
m9qWBGlOmvAvhAgN0Hjxk49DlsARgOrk1dQDm2gcaCiROyRb57ZZOYANPTAXyvMktI5z3+3B
K4yvLUJVYdPDgSS/MqZIzfyNxGWf+ZsoXMpa41YxflAz9spIiJeWZ13izweWie1UP7/QEGSX
aryJzGKAkAEoBjOp/te3sb8YwTWahpY4myXR</vt:lpwstr>
  </property>
  <property fmtid="{D5CDD505-2E9C-101B-9397-08002B2CF9AE}" pid="18" name="_2015_ms_pID_7253432">
    <vt:lpwstr>pnkB5FdgjK3f6NVEx9PrItY=</vt:lpwstr>
  </property>
  <property fmtid="{D5CDD505-2E9C-101B-9397-08002B2CF9AE}" pid="19" name="_readonly">
    <vt:lpwstr/>
  </property>
  <property fmtid="{D5CDD505-2E9C-101B-9397-08002B2CF9AE}" pid="20" name="_change">
    <vt:lpwstr/>
  </property>
  <property fmtid="{D5CDD505-2E9C-101B-9397-08002B2CF9AE}" pid="21" name="_full-control">
    <vt:lpwstr/>
  </property>
  <property fmtid="{D5CDD505-2E9C-101B-9397-08002B2CF9AE}" pid="22" name="sflag">
    <vt:lpwstr>1499239482</vt:lpwstr>
  </property>
</Properties>
</file>